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101"/>
  </p:notesMasterIdLst>
  <p:handoutMasterIdLst>
    <p:handoutMasterId r:id="rId102"/>
  </p:handoutMasterIdLst>
  <p:sldIdLst>
    <p:sldId id="256" r:id="rId5"/>
    <p:sldId id="278" r:id="rId6"/>
    <p:sldId id="258" r:id="rId7"/>
    <p:sldId id="273" r:id="rId8"/>
    <p:sldId id="349" r:id="rId9"/>
    <p:sldId id="361" r:id="rId10"/>
    <p:sldId id="350" r:id="rId11"/>
    <p:sldId id="302" r:id="rId12"/>
    <p:sldId id="257" r:id="rId13"/>
    <p:sldId id="351" r:id="rId14"/>
    <p:sldId id="352" r:id="rId15"/>
    <p:sldId id="265" r:id="rId16"/>
    <p:sldId id="353" r:id="rId17"/>
    <p:sldId id="261" r:id="rId18"/>
    <p:sldId id="354" r:id="rId19"/>
    <p:sldId id="356" r:id="rId20"/>
    <p:sldId id="355" r:id="rId21"/>
    <p:sldId id="281" r:id="rId22"/>
    <p:sldId id="301" r:id="rId23"/>
    <p:sldId id="260" r:id="rId24"/>
    <p:sldId id="269" r:id="rId25"/>
    <p:sldId id="259" r:id="rId26"/>
    <p:sldId id="264" r:id="rId27"/>
    <p:sldId id="271" r:id="rId28"/>
    <p:sldId id="304" r:id="rId29"/>
    <p:sldId id="359" r:id="rId30"/>
    <p:sldId id="360" r:id="rId31"/>
    <p:sldId id="277" r:id="rId32"/>
    <p:sldId id="316" r:id="rId33"/>
    <p:sldId id="318" r:id="rId34"/>
    <p:sldId id="317" r:id="rId35"/>
    <p:sldId id="266" r:id="rId36"/>
    <p:sldId id="303" r:id="rId37"/>
    <p:sldId id="267" r:id="rId38"/>
    <p:sldId id="270" r:id="rId39"/>
    <p:sldId id="276" r:id="rId40"/>
    <p:sldId id="282" r:id="rId41"/>
    <p:sldId id="324" r:id="rId42"/>
    <p:sldId id="283" r:id="rId43"/>
    <p:sldId id="321" r:id="rId44"/>
    <p:sldId id="322" r:id="rId45"/>
    <p:sldId id="319" r:id="rId46"/>
    <p:sldId id="323" r:id="rId47"/>
    <p:sldId id="284" r:id="rId48"/>
    <p:sldId id="357" r:id="rId49"/>
    <p:sldId id="325" r:id="rId50"/>
    <p:sldId id="310" r:id="rId51"/>
    <p:sldId id="326" r:id="rId52"/>
    <p:sldId id="327" r:id="rId53"/>
    <p:sldId id="306" r:id="rId54"/>
    <p:sldId id="311" r:id="rId55"/>
    <p:sldId id="328" r:id="rId56"/>
    <p:sldId id="329" r:id="rId57"/>
    <p:sldId id="330" r:id="rId58"/>
    <p:sldId id="331" r:id="rId59"/>
    <p:sldId id="332" r:id="rId60"/>
    <p:sldId id="333" r:id="rId61"/>
    <p:sldId id="334" r:id="rId62"/>
    <p:sldId id="335" r:id="rId63"/>
    <p:sldId id="336" r:id="rId64"/>
    <p:sldId id="338" r:id="rId65"/>
    <p:sldId id="339" r:id="rId66"/>
    <p:sldId id="340" r:id="rId67"/>
    <p:sldId id="285" r:id="rId68"/>
    <p:sldId id="307" r:id="rId69"/>
    <p:sldId id="308" r:id="rId70"/>
    <p:sldId id="309" r:id="rId71"/>
    <p:sldId id="358" r:id="rId72"/>
    <p:sldId id="341" r:id="rId73"/>
    <p:sldId id="342" r:id="rId74"/>
    <p:sldId id="286" r:id="rId75"/>
    <p:sldId id="343" r:id="rId76"/>
    <p:sldId id="312" r:id="rId77"/>
    <p:sldId id="346" r:id="rId78"/>
    <p:sldId id="314" r:id="rId79"/>
    <p:sldId id="344" r:id="rId80"/>
    <p:sldId id="345" r:id="rId81"/>
    <p:sldId id="315" r:id="rId82"/>
    <p:sldId id="348" r:id="rId83"/>
    <p:sldId id="347" r:id="rId84"/>
    <p:sldId id="287" r:id="rId85"/>
    <p:sldId id="288" r:id="rId86"/>
    <p:sldId id="289" r:id="rId87"/>
    <p:sldId id="291" r:id="rId88"/>
    <p:sldId id="290" r:id="rId89"/>
    <p:sldId id="292" r:id="rId90"/>
    <p:sldId id="293" r:id="rId91"/>
    <p:sldId id="294" r:id="rId92"/>
    <p:sldId id="299" r:id="rId93"/>
    <p:sldId id="296" r:id="rId94"/>
    <p:sldId id="298" r:id="rId95"/>
    <p:sldId id="300" r:id="rId96"/>
    <p:sldId id="295" r:id="rId97"/>
    <p:sldId id="297" r:id="rId98"/>
    <p:sldId id="275" r:id="rId99"/>
    <p:sldId id="305" r:id="rId100"/>
  </p:sldIdLst>
  <p:sldSz cx="12192000" cy="6858000"/>
  <p:notesSz cx="6858000" cy="9144000"/>
  <p:defaultTextStyle>
    <a:defPPr rtl="0">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4" name="Penulis" initials="A" lastIdx="0" clrIdx="3"/>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593A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147" autoAdjust="0"/>
    <p:restoredTop sz="91028" autoAdjust="0"/>
  </p:normalViewPr>
  <p:slideViewPr>
    <p:cSldViewPr snapToGrid="0">
      <p:cViewPr>
        <p:scale>
          <a:sx n="66" d="100"/>
          <a:sy n="66" d="100"/>
        </p:scale>
        <p:origin x="894" y="36"/>
      </p:cViewPr>
      <p:guideLst/>
    </p:cSldViewPr>
  </p:slideViewPr>
  <p:notesTextViewPr>
    <p:cViewPr>
      <p:scale>
        <a:sx n="1" d="1"/>
        <a:sy n="1" d="1"/>
      </p:scale>
      <p:origin x="0" y="0"/>
    </p:cViewPr>
  </p:notesTextViewPr>
  <p:sorterViewPr>
    <p:cViewPr>
      <p:scale>
        <a:sx n="126" d="100"/>
        <a:sy n="126" d="100"/>
      </p:scale>
      <p:origin x="0" y="0"/>
    </p:cViewPr>
  </p:sorterViewPr>
  <p:notesViewPr>
    <p:cSldViewPr snapToGrid="0">
      <p:cViewPr varScale="1">
        <p:scale>
          <a:sx n="86" d="100"/>
          <a:sy n="86" d="100"/>
        </p:scale>
        <p:origin x="3840" y="102"/>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84" Type="http://schemas.openxmlformats.org/officeDocument/2006/relationships/slide" Target="slides/slide80.xml"/><Relationship Id="rId89" Type="http://schemas.openxmlformats.org/officeDocument/2006/relationships/slide" Target="slides/slide85.xml"/><Relationship Id="rId7" Type="http://schemas.openxmlformats.org/officeDocument/2006/relationships/slide" Target="slides/slide3.xml"/><Relationship Id="rId71" Type="http://schemas.openxmlformats.org/officeDocument/2006/relationships/slide" Target="slides/slide67.xml"/><Relationship Id="rId92" Type="http://schemas.openxmlformats.org/officeDocument/2006/relationships/slide" Target="slides/slide88.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07" Type="http://schemas.openxmlformats.org/officeDocument/2006/relationships/tableStyles" Target="tableStyles.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66" Type="http://schemas.openxmlformats.org/officeDocument/2006/relationships/slide" Target="slides/slide62.xml"/><Relationship Id="rId74" Type="http://schemas.openxmlformats.org/officeDocument/2006/relationships/slide" Target="slides/slide70.xml"/><Relationship Id="rId79" Type="http://schemas.openxmlformats.org/officeDocument/2006/relationships/slide" Target="slides/slide75.xml"/><Relationship Id="rId87" Type="http://schemas.openxmlformats.org/officeDocument/2006/relationships/slide" Target="slides/slide83.xml"/><Relationship Id="rId102" Type="http://schemas.openxmlformats.org/officeDocument/2006/relationships/handoutMaster" Target="handoutMasters/handoutMaster1.xml"/><Relationship Id="rId5" Type="http://schemas.openxmlformats.org/officeDocument/2006/relationships/slide" Target="slides/slide1.xml"/><Relationship Id="rId61" Type="http://schemas.openxmlformats.org/officeDocument/2006/relationships/slide" Target="slides/slide57.xml"/><Relationship Id="rId82" Type="http://schemas.openxmlformats.org/officeDocument/2006/relationships/slide" Target="slides/slide78.xml"/><Relationship Id="rId90" Type="http://schemas.openxmlformats.org/officeDocument/2006/relationships/slide" Target="slides/slide86.xml"/><Relationship Id="rId95" Type="http://schemas.openxmlformats.org/officeDocument/2006/relationships/slide" Target="slides/slide91.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slide" Target="slides/slide60.xml"/><Relationship Id="rId69" Type="http://schemas.openxmlformats.org/officeDocument/2006/relationships/slide" Target="slides/slide65.xml"/><Relationship Id="rId77" Type="http://schemas.openxmlformats.org/officeDocument/2006/relationships/slide" Target="slides/slide73.xml"/><Relationship Id="rId100" Type="http://schemas.openxmlformats.org/officeDocument/2006/relationships/slide" Target="slides/slide96.xml"/><Relationship Id="rId105" Type="http://schemas.openxmlformats.org/officeDocument/2006/relationships/viewProps" Target="viewProps.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80" Type="http://schemas.openxmlformats.org/officeDocument/2006/relationships/slide" Target="slides/slide76.xml"/><Relationship Id="rId85" Type="http://schemas.openxmlformats.org/officeDocument/2006/relationships/slide" Target="slides/slide81.xml"/><Relationship Id="rId93" Type="http://schemas.openxmlformats.org/officeDocument/2006/relationships/slide" Target="slides/slide89.xml"/><Relationship Id="rId98" Type="http://schemas.openxmlformats.org/officeDocument/2006/relationships/slide" Target="slides/slide9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103" Type="http://schemas.openxmlformats.org/officeDocument/2006/relationships/commentAuthors" Target="commentAuthors.xml"/><Relationship Id="rId108" Type="http://schemas.microsoft.com/office/2018/10/relationships/authors" Target="authors.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slide" Target="slides/slide66.xml"/><Relationship Id="rId75" Type="http://schemas.openxmlformats.org/officeDocument/2006/relationships/slide" Target="slides/slide71.xml"/><Relationship Id="rId83" Type="http://schemas.openxmlformats.org/officeDocument/2006/relationships/slide" Target="slides/slide79.xml"/><Relationship Id="rId88" Type="http://schemas.openxmlformats.org/officeDocument/2006/relationships/slide" Target="slides/slide84.xml"/><Relationship Id="rId91" Type="http://schemas.openxmlformats.org/officeDocument/2006/relationships/slide" Target="slides/slide87.xml"/><Relationship Id="rId96" Type="http://schemas.openxmlformats.org/officeDocument/2006/relationships/slide" Target="slides/slide92.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6" Type="http://schemas.openxmlformats.org/officeDocument/2006/relationships/theme" Target="theme/theme1.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slide" Target="slides/slide69.xml"/><Relationship Id="rId78" Type="http://schemas.openxmlformats.org/officeDocument/2006/relationships/slide" Target="slides/slide74.xml"/><Relationship Id="rId81" Type="http://schemas.openxmlformats.org/officeDocument/2006/relationships/slide" Target="slides/slide77.xml"/><Relationship Id="rId86" Type="http://schemas.openxmlformats.org/officeDocument/2006/relationships/slide" Target="slides/slide82.xml"/><Relationship Id="rId94" Type="http://schemas.openxmlformats.org/officeDocument/2006/relationships/slide" Target="slides/slide90.xml"/><Relationship Id="rId99" Type="http://schemas.openxmlformats.org/officeDocument/2006/relationships/slide" Target="slides/slide95.xml"/><Relationship Id="rId101"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slide" Target="slides/slide72.xml"/><Relationship Id="rId97" Type="http://schemas.openxmlformats.org/officeDocument/2006/relationships/slide" Target="slides/slide93.xml"/><Relationship Id="rId104"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ampungan Header 1">
            <a:extLst>
              <a:ext uri="{FF2B5EF4-FFF2-40B4-BE49-F238E27FC236}">
                <a16:creationId xmlns:a16="http://schemas.microsoft.com/office/drawing/2014/main" id="{3B129C17-9205-4554-BF5C-070656C2169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id-ID"/>
          </a:p>
        </p:txBody>
      </p:sp>
      <p:sp>
        <p:nvSpPr>
          <p:cNvPr id="3" name="Tampungan Tanggal 2">
            <a:extLst>
              <a:ext uri="{FF2B5EF4-FFF2-40B4-BE49-F238E27FC236}">
                <a16:creationId xmlns:a16="http://schemas.microsoft.com/office/drawing/2014/main" id="{0B41E939-D5BE-4B7F-BCD2-05DCC4E5E8C7}"/>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pPr rtl="0"/>
            <a:fld id="{AB1BF87F-531B-4BDC-A663-C6A67C7BEC47}" type="datetime1">
              <a:rPr lang="id-ID" smtClean="0"/>
              <a:t>24/11/2025</a:t>
            </a:fld>
            <a:endParaRPr lang="id-ID" dirty="0"/>
          </a:p>
        </p:txBody>
      </p:sp>
      <p:sp>
        <p:nvSpPr>
          <p:cNvPr id="4" name="Tampungan Kaki 3">
            <a:extLst>
              <a:ext uri="{FF2B5EF4-FFF2-40B4-BE49-F238E27FC236}">
                <a16:creationId xmlns:a16="http://schemas.microsoft.com/office/drawing/2014/main" id="{F61800B1-1D76-46D4-ADAF-FD5EA7AFBE70}"/>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id-ID"/>
          </a:p>
        </p:txBody>
      </p:sp>
      <p:sp>
        <p:nvSpPr>
          <p:cNvPr id="5" name="Tampungan Nomor Slide 4">
            <a:extLst>
              <a:ext uri="{FF2B5EF4-FFF2-40B4-BE49-F238E27FC236}">
                <a16:creationId xmlns:a16="http://schemas.microsoft.com/office/drawing/2014/main" id="{FCBFA674-DC58-422B-8963-09FD1B05EDDB}"/>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3A42FE58-2C2A-433E-A3EF-B39ACF97315A}" type="slidenum">
              <a:rPr lang="id-ID" smtClean="0"/>
              <a:t>‹#›</a:t>
            </a:fld>
            <a:endParaRPr lang="id-ID"/>
          </a:p>
        </p:txBody>
      </p:sp>
    </p:spTree>
    <p:extLst>
      <p:ext uri="{BB962C8B-B14F-4D97-AF65-F5344CB8AC3E}">
        <p14:creationId xmlns:p14="http://schemas.microsoft.com/office/powerpoint/2010/main" val="366356575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ampungan Hea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id-ID" noProof="0"/>
          </a:p>
        </p:txBody>
      </p:sp>
      <p:sp>
        <p:nvSpPr>
          <p:cNvPr id="3" name="Tampungan Tanggal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B08E6FE-7462-41B9-93AA-C863C0ADF1B6}" type="datetime1">
              <a:rPr lang="id-ID" smtClean="0"/>
              <a:pPr/>
              <a:t>24/11/2025</a:t>
            </a:fld>
            <a:endParaRPr lang="id-ID" dirty="0"/>
          </a:p>
        </p:txBody>
      </p:sp>
      <p:sp>
        <p:nvSpPr>
          <p:cNvPr id="4" name="Tampungan Gambar Slide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rtl="0"/>
            <a:endParaRPr lang="id-ID" noProof="0"/>
          </a:p>
        </p:txBody>
      </p:sp>
      <p:sp>
        <p:nvSpPr>
          <p:cNvPr id="5" name="Tampungan Catatan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rtl="0"/>
            <a:r>
              <a:rPr lang="id-ID" noProof="0"/>
              <a:t>Klik untuk mengedit gaya teks Master</a:t>
            </a:r>
          </a:p>
          <a:p>
            <a:pPr lvl="1" rtl="0"/>
            <a:r>
              <a:rPr lang="id-ID" noProof="0"/>
              <a:t>Tingkat kedua</a:t>
            </a:r>
          </a:p>
          <a:p>
            <a:pPr lvl="2" rtl="0"/>
            <a:r>
              <a:rPr lang="id-ID" noProof="0"/>
              <a:t>Tingkat ketiga</a:t>
            </a:r>
          </a:p>
          <a:p>
            <a:pPr lvl="3" rtl="0"/>
            <a:r>
              <a:rPr lang="id-ID" noProof="0"/>
              <a:t>Tingkat keempat</a:t>
            </a:r>
          </a:p>
          <a:p>
            <a:pPr lvl="4" rtl="0"/>
            <a:r>
              <a:rPr lang="id-ID" noProof="0"/>
              <a:t>Tingkat kelima</a:t>
            </a:r>
          </a:p>
        </p:txBody>
      </p:sp>
      <p:sp>
        <p:nvSpPr>
          <p:cNvPr id="6" name="Tampungan Kaki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id-ID" noProof="0"/>
          </a:p>
        </p:txBody>
      </p:sp>
      <p:sp>
        <p:nvSpPr>
          <p:cNvPr id="7" name="Tampungan Nomor Slid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F97DC217-DF71-1A49-B3EA-559F1F43B0FF}" type="slidenum">
              <a:rPr lang="id-ID" noProof="0" smtClean="0"/>
              <a:t>‹#›</a:t>
            </a:fld>
            <a:endParaRPr lang="id-ID" noProof="0"/>
          </a:p>
        </p:txBody>
      </p:sp>
    </p:spTree>
    <p:extLst>
      <p:ext uri="{BB962C8B-B14F-4D97-AF65-F5344CB8AC3E}">
        <p14:creationId xmlns:p14="http://schemas.microsoft.com/office/powerpoint/2010/main" val="28464252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ampungan Gambar Slide 1"/>
          <p:cNvSpPr>
            <a:spLocks noGrp="1" noRot="1" noChangeAspect="1"/>
          </p:cNvSpPr>
          <p:nvPr>
            <p:ph type="sldImg"/>
          </p:nvPr>
        </p:nvSpPr>
        <p:spPr/>
        <p:txBody>
          <a:bodyPr/>
          <a:lstStyle/>
          <a:p>
            <a:endParaRPr lang="id-ID"/>
          </a:p>
        </p:txBody>
      </p:sp>
      <p:sp>
        <p:nvSpPr>
          <p:cNvPr id="3" name="Tampungan Catatan 2"/>
          <p:cNvSpPr>
            <a:spLocks noGrp="1"/>
          </p:cNvSpPr>
          <p:nvPr>
            <p:ph type="body" idx="1"/>
          </p:nvPr>
        </p:nvSpPr>
        <p:spPr/>
        <p:txBody>
          <a:bodyPr rtlCol="0"/>
          <a:lstStyle/>
          <a:p>
            <a:pPr rtl="0"/>
            <a:endParaRPr lang="id-ID" noProof="0" dirty="0"/>
          </a:p>
        </p:txBody>
      </p:sp>
      <p:sp>
        <p:nvSpPr>
          <p:cNvPr id="4" name="Tampungan Nomor Slide 3"/>
          <p:cNvSpPr>
            <a:spLocks noGrp="1"/>
          </p:cNvSpPr>
          <p:nvPr>
            <p:ph type="sldNum" sz="quarter" idx="5"/>
          </p:nvPr>
        </p:nvSpPr>
        <p:spPr/>
        <p:txBody>
          <a:bodyPr rtlCol="0"/>
          <a:lstStyle/>
          <a:p>
            <a:pPr rtl="0"/>
            <a:fld id="{F97DC217-DF71-1A49-B3EA-559F1F43B0FF}" type="slidenum">
              <a:rPr lang="id-ID" smtClean="0"/>
              <a:t>1</a:t>
            </a:fld>
            <a:endParaRPr lang="id-ID"/>
          </a:p>
        </p:txBody>
      </p:sp>
    </p:spTree>
    <p:extLst>
      <p:ext uri="{BB962C8B-B14F-4D97-AF65-F5344CB8AC3E}">
        <p14:creationId xmlns:p14="http://schemas.microsoft.com/office/powerpoint/2010/main" val="427772432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2BAAF3-0446-516E-DF7D-C23AA78E6B41}"/>
            </a:ext>
          </a:extLst>
        </p:cNvPr>
        <p:cNvGrpSpPr/>
        <p:nvPr/>
      </p:nvGrpSpPr>
      <p:grpSpPr>
        <a:xfrm>
          <a:off x="0" y="0"/>
          <a:ext cx="0" cy="0"/>
          <a:chOff x="0" y="0"/>
          <a:chExt cx="0" cy="0"/>
        </a:xfrm>
      </p:grpSpPr>
      <p:sp>
        <p:nvSpPr>
          <p:cNvPr id="2" name="Tampungan Gambar Slide 1">
            <a:extLst>
              <a:ext uri="{FF2B5EF4-FFF2-40B4-BE49-F238E27FC236}">
                <a16:creationId xmlns:a16="http://schemas.microsoft.com/office/drawing/2014/main" id="{7A0554C2-A61B-45BF-40F0-C3299DE7C3FE}"/>
              </a:ext>
            </a:extLst>
          </p:cNvPr>
          <p:cNvSpPr>
            <a:spLocks noGrp="1" noRot="1" noChangeAspect="1"/>
          </p:cNvSpPr>
          <p:nvPr>
            <p:ph type="sldImg"/>
          </p:nvPr>
        </p:nvSpPr>
        <p:spPr/>
        <p:txBody>
          <a:bodyPr/>
          <a:lstStyle/>
          <a:p>
            <a:endParaRPr lang="id-ID"/>
          </a:p>
        </p:txBody>
      </p:sp>
      <p:sp>
        <p:nvSpPr>
          <p:cNvPr id="3" name="Tampungan Catatan 2">
            <a:extLst>
              <a:ext uri="{FF2B5EF4-FFF2-40B4-BE49-F238E27FC236}">
                <a16:creationId xmlns:a16="http://schemas.microsoft.com/office/drawing/2014/main" id="{4142E7B0-A0A8-B52E-33AA-BCE2E630424A}"/>
              </a:ext>
            </a:extLst>
          </p:cNvPr>
          <p:cNvSpPr>
            <a:spLocks noGrp="1"/>
          </p:cNvSpPr>
          <p:nvPr>
            <p:ph type="body" idx="1"/>
          </p:nvPr>
        </p:nvSpPr>
        <p:spPr/>
        <p:txBody>
          <a:bodyPr/>
          <a:lstStyle/>
          <a:p>
            <a:endParaRPr lang="id-ID" noProof="0" dirty="0"/>
          </a:p>
        </p:txBody>
      </p:sp>
      <p:sp>
        <p:nvSpPr>
          <p:cNvPr id="4" name="Tampungan Nomor Slide 3">
            <a:extLst>
              <a:ext uri="{FF2B5EF4-FFF2-40B4-BE49-F238E27FC236}">
                <a16:creationId xmlns:a16="http://schemas.microsoft.com/office/drawing/2014/main" id="{FFE6B07E-1787-3D26-F761-1C8CC4F2F110}"/>
              </a:ext>
            </a:extLst>
          </p:cNvPr>
          <p:cNvSpPr>
            <a:spLocks noGrp="1"/>
          </p:cNvSpPr>
          <p:nvPr>
            <p:ph type="sldNum" sz="quarter" idx="5"/>
          </p:nvPr>
        </p:nvSpPr>
        <p:spPr/>
        <p:txBody>
          <a:bodyPr/>
          <a:lstStyle/>
          <a:p>
            <a:pPr rtl="0"/>
            <a:fld id="{F97DC217-DF71-1A49-B3EA-559F1F43B0FF}" type="slidenum">
              <a:rPr lang="id-ID" smtClean="0"/>
              <a:t>2</a:t>
            </a:fld>
            <a:endParaRPr lang="id-ID"/>
          </a:p>
        </p:txBody>
      </p:sp>
    </p:spTree>
    <p:extLst>
      <p:ext uri="{BB962C8B-B14F-4D97-AF65-F5344CB8AC3E}">
        <p14:creationId xmlns:p14="http://schemas.microsoft.com/office/powerpoint/2010/main" val="424527421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ampungan Gambar Slide 1"/>
          <p:cNvSpPr>
            <a:spLocks noGrp="1" noRot="1" noChangeAspect="1"/>
          </p:cNvSpPr>
          <p:nvPr>
            <p:ph type="sldImg"/>
          </p:nvPr>
        </p:nvSpPr>
        <p:spPr/>
        <p:txBody>
          <a:bodyPr/>
          <a:lstStyle/>
          <a:p>
            <a:endParaRPr lang="id-ID"/>
          </a:p>
        </p:txBody>
      </p:sp>
      <p:sp>
        <p:nvSpPr>
          <p:cNvPr id="3" name="Tampungan Catatan 2"/>
          <p:cNvSpPr>
            <a:spLocks noGrp="1"/>
          </p:cNvSpPr>
          <p:nvPr>
            <p:ph type="body" idx="1"/>
          </p:nvPr>
        </p:nvSpPr>
        <p:spPr/>
        <p:txBody>
          <a:bodyPr/>
          <a:lstStyle/>
          <a:p>
            <a:endParaRPr lang="id-ID" noProof="0" dirty="0"/>
          </a:p>
        </p:txBody>
      </p:sp>
      <p:sp>
        <p:nvSpPr>
          <p:cNvPr id="4" name="Tampungan Nomor Slide 3"/>
          <p:cNvSpPr>
            <a:spLocks noGrp="1"/>
          </p:cNvSpPr>
          <p:nvPr>
            <p:ph type="sldNum" sz="quarter" idx="5"/>
          </p:nvPr>
        </p:nvSpPr>
        <p:spPr/>
        <p:txBody>
          <a:bodyPr/>
          <a:lstStyle/>
          <a:p>
            <a:pPr rtl="0"/>
            <a:fld id="{F97DC217-DF71-1A49-B3EA-559F1F43B0FF}" type="slidenum">
              <a:rPr lang="id-ID" smtClean="0"/>
              <a:t>3</a:t>
            </a:fld>
            <a:endParaRPr lang="id-ID"/>
          </a:p>
        </p:txBody>
      </p:sp>
    </p:spTree>
    <p:extLst>
      <p:ext uri="{BB962C8B-B14F-4D97-AF65-F5344CB8AC3E}">
        <p14:creationId xmlns:p14="http://schemas.microsoft.com/office/powerpoint/2010/main" val="84305756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ampungan Gambar Slide 1"/>
          <p:cNvSpPr>
            <a:spLocks noGrp="1" noRot="1" noChangeAspect="1"/>
          </p:cNvSpPr>
          <p:nvPr>
            <p:ph type="sldImg"/>
          </p:nvPr>
        </p:nvSpPr>
        <p:spPr/>
        <p:txBody>
          <a:bodyPr/>
          <a:lstStyle/>
          <a:p>
            <a:endParaRPr lang="id-ID"/>
          </a:p>
        </p:txBody>
      </p:sp>
      <p:sp>
        <p:nvSpPr>
          <p:cNvPr id="3" name="Tampungan Catatan 2"/>
          <p:cNvSpPr>
            <a:spLocks noGrp="1"/>
          </p:cNvSpPr>
          <p:nvPr>
            <p:ph type="body" idx="1"/>
          </p:nvPr>
        </p:nvSpPr>
        <p:spPr/>
        <p:txBody>
          <a:bodyPr/>
          <a:lstStyle/>
          <a:p>
            <a:endParaRPr lang="id-ID" noProof="0" dirty="0"/>
          </a:p>
        </p:txBody>
      </p:sp>
      <p:sp>
        <p:nvSpPr>
          <p:cNvPr id="4" name="Tampungan Nomor Slide 3"/>
          <p:cNvSpPr>
            <a:spLocks noGrp="1"/>
          </p:cNvSpPr>
          <p:nvPr>
            <p:ph type="sldNum" sz="quarter" idx="5"/>
          </p:nvPr>
        </p:nvSpPr>
        <p:spPr/>
        <p:txBody>
          <a:bodyPr/>
          <a:lstStyle/>
          <a:p>
            <a:pPr rtl="0"/>
            <a:fld id="{F97DC217-DF71-1A49-B3EA-559F1F43B0FF}" type="slidenum">
              <a:rPr lang="id-ID" smtClean="0"/>
              <a:t>4</a:t>
            </a:fld>
            <a:endParaRPr lang="id-ID"/>
          </a:p>
        </p:txBody>
      </p:sp>
    </p:spTree>
    <p:extLst>
      <p:ext uri="{BB962C8B-B14F-4D97-AF65-F5344CB8AC3E}">
        <p14:creationId xmlns:p14="http://schemas.microsoft.com/office/powerpoint/2010/main" val="329326761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D9E5A9-CDDE-3112-4545-270B3E2C9957}"/>
            </a:ext>
          </a:extLst>
        </p:cNvPr>
        <p:cNvGrpSpPr/>
        <p:nvPr/>
      </p:nvGrpSpPr>
      <p:grpSpPr>
        <a:xfrm>
          <a:off x="0" y="0"/>
          <a:ext cx="0" cy="0"/>
          <a:chOff x="0" y="0"/>
          <a:chExt cx="0" cy="0"/>
        </a:xfrm>
      </p:grpSpPr>
      <p:sp>
        <p:nvSpPr>
          <p:cNvPr id="2" name="Tampungan Gambar Slide 1">
            <a:extLst>
              <a:ext uri="{FF2B5EF4-FFF2-40B4-BE49-F238E27FC236}">
                <a16:creationId xmlns:a16="http://schemas.microsoft.com/office/drawing/2014/main" id="{FFC33A2A-1AC7-6675-34CD-EE4D73204BC6}"/>
              </a:ext>
            </a:extLst>
          </p:cNvPr>
          <p:cNvSpPr>
            <a:spLocks noGrp="1" noRot="1" noChangeAspect="1"/>
          </p:cNvSpPr>
          <p:nvPr>
            <p:ph type="sldImg"/>
          </p:nvPr>
        </p:nvSpPr>
        <p:spPr/>
        <p:txBody>
          <a:bodyPr/>
          <a:lstStyle/>
          <a:p>
            <a:endParaRPr lang="id-ID"/>
          </a:p>
        </p:txBody>
      </p:sp>
      <p:sp>
        <p:nvSpPr>
          <p:cNvPr id="3" name="Tampungan Catatan 2">
            <a:extLst>
              <a:ext uri="{FF2B5EF4-FFF2-40B4-BE49-F238E27FC236}">
                <a16:creationId xmlns:a16="http://schemas.microsoft.com/office/drawing/2014/main" id="{2777D9DF-0CAA-3E3F-0CB3-56B8FAC02754}"/>
              </a:ext>
            </a:extLst>
          </p:cNvPr>
          <p:cNvSpPr>
            <a:spLocks noGrp="1"/>
          </p:cNvSpPr>
          <p:nvPr>
            <p:ph type="body" idx="1"/>
          </p:nvPr>
        </p:nvSpPr>
        <p:spPr/>
        <p:txBody>
          <a:bodyPr/>
          <a:lstStyle/>
          <a:p>
            <a:endParaRPr lang="id-ID" noProof="0" dirty="0"/>
          </a:p>
        </p:txBody>
      </p:sp>
      <p:sp>
        <p:nvSpPr>
          <p:cNvPr id="4" name="Tampungan Nomor Slide 3">
            <a:extLst>
              <a:ext uri="{FF2B5EF4-FFF2-40B4-BE49-F238E27FC236}">
                <a16:creationId xmlns:a16="http://schemas.microsoft.com/office/drawing/2014/main" id="{A8AB2E32-577C-1B2E-85E1-A54E563CA10B}"/>
              </a:ext>
            </a:extLst>
          </p:cNvPr>
          <p:cNvSpPr>
            <a:spLocks noGrp="1"/>
          </p:cNvSpPr>
          <p:nvPr>
            <p:ph type="sldNum" sz="quarter" idx="5"/>
          </p:nvPr>
        </p:nvSpPr>
        <p:spPr/>
        <p:txBody>
          <a:bodyPr/>
          <a:lstStyle/>
          <a:p>
            <a:pPr rtl="0"/>
            <a:fld id="{F97DC217-DF71-1A49-B3EA-559F1F43B0FF}" type="slidenum">
              <a:rPr lang="id-ID" smtClean="0"/>
              <a:t>5</a:t>
            </a:fld>
            <a:endParaRPr lang="id-ID"/>
          </a:p>
        </p:txBody>
      </p:sp>
    </p:spTree>
    <p:extLst>
      <p:ext uri="{BB962C8B-B14F-4D97-AF65-F5344CB8AC3E}">
        <p14:creationId xmlns:p14="http://schemas.microsoft.com/office/powerpoint/2010/main" val="365869954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B8F7E2-4C8E-DAAC-D938-7D7637D63BBC}"/>
            </a:ext>
          </a:extLst>
        </p:cNvPr>
        <p:cNvGrpSpPr/>
        <p:nvPr/>
      </p:nvGrpSpPr>
      <p:grpSpPr>
        <a:xfrm>
          <a:off x="0" y="0"/>
          <a:ext cx="0" cy="0"/>
          <a:chOff x="0" y="0"/>
          <a:chExt cx="0" cy="0"/>
        </a:xfrm>
      </p:grpSpPr>
      <p:sp>
        <p:nvSpPr>
          <p:cNvPr id="2" name="Tampungan Gambar Slide 1">
            <a:extLst>
              <a:ext uri="{FF2B5EF4-FFF2-40B4-BE49-F238E27FC236}">
                <a16:creationId xmlns:a16="http://schemas.microsoft.com/office/drawing/2014/main" id="{7F2E6695-2F36-D57A-24D7-D9D41A828B2E}"/>
              </a:ext>
            </a:extLst>
          </p:cNvPr>
          <p:cNvSpPr>
            <a:spLocks noGrp="1" noRot="1" noChangeAspect="1"/>
          </p:cNvSpPr>
          <p:nvPr>
            <p:ph type="sldImg"/>
          </p:nvPr>
        </p:nvSpPr>
        <p:spPr/>
        <p:txBody>
          <a:bodyPr/>
          <a:lstStyle/>
          <a:p>
            <a:endParaRPr lang="id-ID"/>
          </a:p>
        </p:txBody>
      </p:sp>
      <p:sp>
        <p:nvSpPr>
          <p:cNvPr id="3" name="Tampungan Catatan 2">
            <a:extLst>
              <a:ext uri="{FF2B5EF4-FFF2-40B4-BE49-F238E27FC236}">
                <a16:creationId xmlns:a16="http://schemas.microsoft.com/office/drawing/2014/main" id="{A0233681-D5A3-8D83-CF8B-29E6837756FB}"/>
              </a:ext>
            </a:extLst>
          </p:cNvPr>
          <p:cNvSpPr>
            <a:spLocks noGrp="1"/>
          </p:cNvSpPr>
          <p:nvPr>
            <p:ph type="body" idx="1"/>
          </p:nvPr>
        </p:nvSpPr>
        <p:spPr/>
        <p:txBody>
          <a:bodyPr/>
          <a:lstStyle/>
          <a:p>
            <a:endParaRPr lang="id-ID" noProof="0" dirty="0"/>
          </a:p>
        </p:txBody>
      </p:sp>
      <p:sp>
        <p:nvSpPr>
          <p:cNvPr id="4" name="Tampungan Nomor Slide 3">
            <a:extLst>
              <a:ext uri="{FF2B5EF4-FFF2-40B4-BE49-F238E27FC236}">
                <a16:creationId xmlns:a16="http://schemas.microsoft.com/office/drawing/2014/main" id="{AE57B408-3559-A961-E3AE-93E3FCBB48EE}"/>
              </a:ext>
            </a:extLst>
          </p:cNvPr>
          <p:cNvSpPr>
            <a:spLocks noGrp="1"/>
          </p:cNvSpPr>
          <p:nvPr>
            <p:ph type="sldNum" sz="quarter" idx="5"/>
          </p:nvPr>
        </p:nvSpPr>
        <p:spPr/>
        <p:txBody>
          <a:bodyPr/>
          <a:lstStyle/>
          <a:p>
            <a:pPr rtl="0"/>
            <a:fld id="{F97DC217-DF71-1A49-B3EA-559F1F43B0FF}" type="slidenum">
              <a:rPr lang="id-ID" smtClean="0"/>
              <a:t>6</a:t>
            </a:fld>
            <a:endParaRPr lang="id-ID"/>
          </a:p>
        </p:txBody>
      </p:sp>
    </p:spTree>
    <p:extLst>
      <p:ext uri="{BB962C8B-B14F-4D97-AF65-F5344CB8AC3E}">
        <p14:creationId xmlns:p14="http://schemas.microsoft.com/office/powerpoint/2010/main" val="323755850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FF7C73-E0D0-6D80-CEF3-CEB6E5958802}"/>
            </a:ext>
          </a:extLst>
        </p:cNvPr>
        <p:cNvGrpSpPr/>
        <p:nvPr/>
      </p:nvGrpSpPr>
      <p:grpSpPr>
        <a:xfrm>
          <a:off x="0" y="0"/>
          <a:ext cx="0" cy="0"/>
          <a:chOff x="0" y="0"/>
          <a:chExt cx="0" cy="0"/>
        </a:xfrm>
      </p:grpSpPr>
      <p:sp>
        <p:nvSpPr>
          <p:cNvPr id="2" name="Tampungan Gambar Slide 1">
            <a:extLst>
              <a:ext uri="{FF2B5EF4-FFF2-40B4-BE49-F238E27FC236}">
                <a16:creationId xmlns:a16="http://schemas.microsoft.com/office/drawing/2014/main" id="{02A46D4F-A17E-06CA-B362-EEADAED30ABC}"/>
              </a:ext>
            </a:extLst>
          </p:cNvPr>
          <p:cNvSpPr>
            <a:spLocks noGrp="1" noRot="1" noChangeAspect="1"/>
          </p:cNvSpPr>
          <p:nvPr>
            <p:ph type="sldImg"/>
          </p:nvPr>
        </p:nvSpPr>
        <p:spPr/>
        <p:txBody>
          <a:bodyPr/>
          <a:lstStyle/>
          <a:p>
            <a:endParaRPr lang="id-ID"/>
          </a:p>
        </p:txBody>
      </p:sp>
      <p:sp>
        <p:nvSpPr>
          <p:cNvPr id="3" name="Tampungan Catatan 2">
            <a:extLst>
              <a:ext uri="{FF2B5EF4-FFF2-40B4-BE49-F238E27FC236}">
                <a16:creationId xmlns:a16="http://schemas.microsoft.com/office/drawing/2014/main" id="{E7F25F53-1EB4-7377-9E09-44A6CFCE12DA}"/>
              </a:ext>
            </a:extLst>
          </p:cNvPr>
          <p:cNvSpPr>
            <a:spLocks noGrp="1"/>
          </p:cNvSpPr>
          <p:nvPr>
            <p:ph type="body" idx="1"/>
          </p:nvPr>
        </p:nvSpPr>
        <p:spPr/>
        <p:txBody>
          <a:bodyPr/>
          <a:lstStyle/>
          <a:p>
            <a:endParaRPr lang="id-ID" noProof="0" dirty="0"/>
          </a:p>
        </p:txBody>
      </p:sp>
      <p:sp>
        <p:nvSpPr>
          <p:cNvPr id="4" name="Tampungan Nomor Slide 3">
            <a:extLst>
              <a:ext uri="{FF2B5EF4-FFF2-40B4-BE49-F238E27FC236}">
                <a16:creationId xmlns:a16="http://schemas.microsoft.com/office/drawing/2014/main" id="{A1CE92A9-A7FD-62D1-7589-68AAB9EE85FD}"/>
              </a:ext>
            </a:extLst>
          </p:cNvPr>
          <p:cNvSpPr>
            <a:spLocks noGrp="1"/>
          </p:cNvSpPr>
          <p:nvPr>
            <p:ph type="sldNum" sz="quarter" idx="5"/>
          </p:nvPr>
        </p:nvSpPr>
        <p:spPr/>
        <p:txBody>
          <a:bodyPr/>
          <a:lstStyle/>
          <a:p>
            <a:pPr rtl="0"/>
            <a:fld id="{F97DC217-DF71-1A49-B3EA-559F1F43B0FF}" type="slidenum">
              <a:rPr lang="id-ID" smtClean="0"/>
              <a:t>7</a:t>
            </a:fld>
            <a:endParaRPr lang="id-ID"/>
          </a:p>
        </p:txBody>
      </p:sp>
    </p:spTree>
    <p:extLst>
      <p:ext uri="{BB962C8B-B14F-4D97-AF65-F5344CB8AC3E}">
        <p14:creationId xmlns:p14="http://schemas.microsoft.com/office/powerpoint/2010/main" val="26491717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3908C7-28C5-4134-98B6-1AF1CD0246F9}"/>
            </a:ext>
          </a:extLst>
        </p:cNvPr>
        <p:cNvGrpSpPr/>
        <p:nvPr/>
      </p:nvGrpSpPr>
      <p:grpSpPr>
        <a:xfrm>
          <a:off x="0" y="0"/>
          <a:ext cx="0" cy="0"/>
          <a:chOff x="0" y="0"/>
          <a:chExt cx="0" cy="0"/>
        </a:xfrm>
      </p:grpSpPr>
      <p:sp>
        <p:nvSpPr>
          <p:cNvPr id="2" name="Tampungan Gambar Slide 1">
            <a:extLst>
              <a:ext uri="{FF2B5EF4-FFF2-40B4-BE49-F238E27FC236}">
                <a16:creationId xmlns:a16="http://schemas.microsoft.com/office/drawing/2014/main" id="{88429200-6288-A071-69DE-DBA448E1021A}"/>
              </a:ext>
            </a:extLst>
          </p:cNvPr>
          <p:cNvSpPr>
            <a:spLocks noGrp="1" noRot="1" noChangeAspect="1"/>
          </p:cNvSpPr>
          <p:nvPr>
            <p:ph type="sldImg"/>
          </p:nvPr>
        </p:nvSpPr>
        <p:spPr/>
        <p:txBody>
          <a:bodyPr/>
          <a:lstStyle/>
          <a:p>
            <a:endParaRPr lang="id-ID"/>
          </a:p>
        </p:txBody>
      </p:sp>
      <p:sp>
        <p:nvSpPr>
          <p:cNvPr id="3" name="Tampungan Catatan 2">
            <a:extLst>
              <a:ext uri="{FF2B5EF4-FFF2-40B4-BE49-F238E27FC236}">
                <a16:creationId xmlns:a16="http://schemas.microsoft.com/office/drawing/2014/main" id="{889D7286-91CE-FC7F-620E-1903F81076B6}"/>
              </a:ext>
            </a:extLst>
          </p:cNvPr>
          <p:cNvSpPr>
            <a:spLocks noGrp="1"/>
          </p:cNvSpPr>
          <p:nvPr>
            <p:ph type="body" idx="1"/>
          </p:nvPr>
        </p:nvSpPr>
        <p:spPr/>
        <p:txBody>
          <a:bodyPr/>
          <a:lstStyle/>
          <a:p>
            <a:endParaRPr lang="id-ID" noProof="0" dirty="0"/>
          </a:p>
        </p:txBody>
      </p:sp>
      <p:sp>
        <p:nvSpPr>
          <p:cNvPr id="4" name="Tampungan Nomor Slide 3">
            <a:extLst>
              <a:ext uri="{FF2B5EF4-FFF2-40B4-BE49-F238E27FC236}">
                <a16:creationId xmlns:a16="http://schemas.microsoft.com/office/drawing/2014/main" id="{54C99C8B-F241-7E67-466E-A1FB21FB8816}"/>
              </a:ext>
            </a:extLst>
          </p:cNvPr>
          <p:cNvSpPr>
            <a:spLocks noGrp="1"/>
          </p:cNvSpPr>
          <p:nvPr>
            <p:ph type="sldNum" sz="quarter" idx="5"/>
          </p:nvPr>
        </p:nvSpPr>
        <p:spPr/>
        <p:txBody>
          <a:bodyPr/>
          <a:lstStyle/>
          <a:p>
            <a:pPr rtl="0"/>
            <a:fld id="{F97DC217-DF71-1A49-B3EA-559F1F43B0FF}" type="slidenum">
              <a:rPr lang="id-ID" smtClean="0"/>
              <a:t>8</a:t>
            </a:fld>
            <a:endParaRPr lang="id-ID"/>
          </a:p>
        </p:txBody>
      </p:sp>
    </p:spTree>
    <p:extLst>
      <p:ext uri="{BB962C8B-B14F-4D97-AF65-F5344CB8AC3E}">
        <p14:creationId xmlns:p14="http://schemas.microsoft.com/office/powerpoint/2010/main" val="204053017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ampungan Gambar Slide 1"/>
          <p:cNvSpPr>
            <a:spLocks noGrp="1" noRot="1" noChangeAspect="1"/>
          </p:cNvSpPr>
          <p:nvPr>
            <p:ph type="sldImg"/>
          </p:nvPr>
        </p:nvSpPr>
        <p:spPr/>
        <p:txBody>
          <a:bodyPr/>
          <a:lstStyle/>
          <a:p>
            <a:endParaRPr lang="id-ID"/>
          </a:p>
        </p:txBody>
      </p:sp>
      <p:sp>
        <p:nvSpPr>
          <p:cNvPr id="3" name="Tampungan Catatan 2"/>
          <p:cNvSpPr>
            <a:spLocks noGrp="1"/>
          </p:cNvSpPr>
          <p:nvPr>
            <p:ph type="body" idx="1"/>
          </p:nvPr>
        </p:nvSpPr>
        <p:spPr/>
        <p:txBody>
          <a:bodyPr/>
          <a:lstStyle/>
          <a:p>
            <a:endParaRPr lang="id-ID" noProof="0" dirty="0"/>
          </a:p>
        </p:txBody>
      </p:sp>
      <p:sp>
        <p:nvSpPr>
          <p:cNvPr id="4" name="Tampungan Nomor Slide 3"/>
          <p:cNvSpPr>
            <a:spLocks noGrp="1"/>
          </p:cNvSpPr>
          <p:nvPr>
            <p:ph type="sldNum" sz="quarter" idx="5"/>
          </p:nvPr>
        </p:nvSpPr>
        <p:spPr/>
        <p:txBody>
          <a:bodyPr/>
          <a:lstStyle/>
          <a:p>
            <a:pPr rtl="0"/>
            <a:fld id="{F97DC217-DF71-1A49-B3EA-559F1F43B0FF}" type="slidenum">
              <a:rPr lang="id-ID" smtClean="0"/>
              <a:t>9</a:t>
            </a:fld>
            <a:endParaRPr lang="id-ID"/>
          </a:p>
        </p:txBody>
      </p:sp>
    </p:spTree>
    <p:extLst>
      <p:ext uri="{BB962C8B-B14F-4D97-AF65-F5344CB8AC3E}">
        <p14:creationId xmlns:p14="http://schemas.microsoft.com/office/powerpoint/2010/main" val="130984111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BB715B-6D34-1584-58C1-6C83355310AF}"/>
            </a:ext>
          </a:extLst>
        </p:cNvPr>
        <p:cNvGrpSpPr/>
        <p:nvPr/>
      </p:nvGrpSpPr>
      <p:grpSpPr>
        <a:xfrm>
          <a:off x="0" y="0"/>
          <a:ext cx="0" cy="0"/>
          <a:chOff x="0" y="0"/>
          <a:chExt cx="0" cy="0"/>
        </a:xfrm>
      </p:grpSpPr>
      <p:sp>
        <p:nvSpPr>
          <p:cNvPr id="2" name="Tampungan Gambar Slide 1">
            <a:extLst>
              <a:ext uri="{FF2B5EF4-FFF2-40B4-BE49-F238E27FC236}">
                <a16:creationId xmlns:a16="http://schemas.microsoft.com/office/drawing/2014/main" id="{165E6529-6BAE-8ADD-9D2A-432540BA377A}"/>
              </a:ext>
            </a:extLst>
          </p:cNvPr>
          <p:cNvSpPr>
            <a:spLocks noGrp="1" noRot="1" noChangeAspect="1"/>
          </p:cNvSpPr>
          <p:nvPr>
            <p:ph type="sldImg"/>
          </p:nvPr>
        </p:nvSpPr>
        <p:spPr/>
        <p:txBody>
          <a:bodyPr/>
          <a:lstStyle/>
          <a:p>
            <a:endParaRPr lang="id-ID"/>
          </a:p>
        </p:txBody>
      </p:sp>
      <p:sp>
        <p:nvSpPr>
          <p:cNvPr id="3" name="Tampungan Catatan 2">
            <a:extLst>
              <a:ext uri="{FF2B5EF4-FFF2-40B4-BE49-F238E27FC236}">
                <a16:creationId xmlns:a16="http://schemas.microsoft.com/office/drawing/2014/main" id="{D34A1C7E-616E-7472-06B7-557D19DCA3A0}"/>
              </a:ext>
            </a:extLst>
          </p:cNvPr>
          <p:cNvSpPr>
            <a:spLocks noGrp="1"/>
          </p:cNvSpPr>
          <p:nvPr>
            <p:ph type="body" idx="1"/>
          </p:nvPr>
        </p:nvSpPr>
        <p:spPr/>
        <p:txBody>
          <a:bodyPr/>
          <a:lstStyle/>
          <a:p>
            <a:endParaRPr lang="id-ID" noProof="0" dirty="0"/>
          </a:p>
        </p:txBody>
      </p:sp>
      <p:sp>
        <p:nvSpPr>
          <p:cNvPr id="4" name="Tampungan Nomor Slide 3">
            <a:extLst>
              <a:ext uri="{FF2B5EF4-FFF2-40B4-BE49-F238E27FC236}">
                <a16:creationId xmlns:a16="http://schemas.microsoft.com/office/drawing/2014/main" id="{45E92091-6395-6549-C123-6A74D55A1CEC}"/>
              </a:ext>
            </a:extLst>
          </p:cNvPr>
          <p:cNvSpPr>
            <a:spLocks noGrp="1"/>
          </p:cNvSpPr>
          <p:nvPr>
            <p:ph type="sldNum" sz="quarter" idx="5"/>
          </p:nvPr>
        </p:nvSpPr>
        <p:spPr/>
        <p:txBody>
          <a:bodyPr/>
          <a:lstStyle/>
          <a:p>
            <a:pPr rtl="0"/>
            <a:fld id="{F97DC217-DF71-1A49-B3EA-559F1F43B0FF}" type="slidenum">
              <a:rPr lang="id-ID" smtClean="0"/>
              <a:t>10</a:t>
            </a:fld>
            <a:endParaRPr lang="id-ID"/>
          </a:p>
        </p:txBody>
      </p:sp>
    </p:spTree>
    <p:extLst>
      <p:ext uri="{BB962C8B-B14F-4D97-AF65-F5344CB8AC3E}">
        <p14:creationId xmlns:p14="http://schemas.microsoft.com/office/powerpoint/2010/main" val="26650530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0952F6-071F-EBEB-F7D8-42CAA3E3F1C8}"/>
            </a:ext>
          </a:extLst>
        </p:cNvPr>
        <p:cNvGrpSpPr/>
        <p:nvPr/>
      </p:nvGrpSpPr>
      <p:grpSpPr>
        <a:xfrm>
          <a:off x="0" y="0"/>
          <a:ext cx="0" cy="0"/>
          <a:chOff x="0" y="0"/>
          <a:chExt cx="0" cy="0"/>
        </a:xfrm>
      </p:grpSpPr>
      <p:sp>
        <p:nvSpPr>
          <p:cNvPr id="2" name="Tampungan Gambar Slide 1">
            <a:extLst>
              <a:ext uri="{FF2B5EF4-FFF2-40B4-BE49-F238E27FC236}">
                <a16:creationId xmlns:a16="http://schemas.microsoft.com/office/drawing/2014/main" id="{793734EB-65B7-D233-340B-1392A5856889}"/>
              </a:ext>
            </a:extLst>
          </p:cNvPr>
          <p:cNvSpPr>
            <a:spLocks noGrp="1" noRot="1" noChangeAspect="1"/>
          </p:cNvSpPr>
          <p:nvPr>
            <p:ph type="sldImg"/>
          </p:nvPr>
        </p:nvSpPr>
        <p:spPr/>
        <p:txBody>
          <a:bodyPr/>
          <a:lstStyle/>
          <a:p>
            <a:endParaRPr lang="id-ID"/>
          </a:p>
        </p:txBody>
      </p:sp>
      <p:sp>
        <p:nvSpPr>
          <p:cNvPr id="3" name="Tampungan Catatan 2">
            <a:extLst>
              <a:ext uri="{FF2B5EF4-FFF2-40B4-BE49-F238E27FC236}">
                <a16:creationId xmlns:a16="http://schemas.microsoft.com/office/drawing/2014/main" id="{3E0B7071-472D-75CC-1783-E2855690DE26}"/>
              </a:ext>
            </a:extLst>
          </p:cNvPr>
          <p:cNvSpPr>
            <a:spLocks noGrp="1"/>
          </p:cNvSpPr>
          <p:nvPr>
            <p:ph type="body" idx="1"/>
          </p:nvPr>
        </p:nvSpPr>
        <p:spPr/>
        <p:txBody>
          <a:bodyPr/>
          <a:lstStyle/>
          <a:p>
            <a:endParaRPr lang="id-ID" noProof="0" dirty="0"/>
          </a:p>
        </p:txBody>
      </p:sp>
      <p:sp>
        <p:nvSpPr>
          <p:cNvPr id="4" name="Tampungan Nomor Slide 3">
            <a:extLst>
              <a:ext uri="{FF2B5EF4-FFF2-40B4-BE49-F238E27FC236}">
                <a16:creationId xmlns:a16="http://schemas.microsoft.com/office/drawing/2014/main" id="{D7970D08-5026-2285-0F94-03B663BF4427}"/>
              </a:ext>
            </a:extLst>
          </p:cNvPr>
          <p:cNvSpPr>
            <a:spLocks noGrp="1"/>
          </p:cNvSpPr>
          <p:nvPr>
            <p:ph type="sldNum" sz="quarter" idx="5"/>
          </p:nvPr>
        </p:nvSpPr>
        <p:spPr/>
        <p:txBody>
          <a:bodyPr/>
          <a:lstStyle/>
          <a:p>
            <a:pPr rtl="0"/>
            <a:fld id="{F97DC217-DF71-1A49-B3EA-559F1F43B0FF}" type="slidenum">
              <a:rPr lang="id-ID" smtClean="0"/>
              <a:t>11</a:t>
            </a:fld>
            <a:endParaRPr lang="id-ID"/>
          </a:p>
        </p:txBody>
      </p:sp>
    </p:spTree>
    <p:extLst>
      <p:ext uri="{BB962C8B-B14F-4D97-AF65-F5344CB8AC3E}">
        <p14:creationId xmlns:p14="http://schemas.microsoft.com/office/powerpoint/2010/main" val="282216226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ampungan Gambar Slide 1"/>
          <p:cNvSpPr>
            <a:spLocks noGrp="1" noRot="1" noChangeAspect="1"/>
          </p:cNvSpPr>
          <p:nvPr>
            <p:ph type="sldImg"/>
          </p:nvPr>
        </p:nvSpPr>
        <p:spPr/>
        <p:txBody>
          <a:bodyPr/>
          <a:lstStyle/>
          <a:p>
            <a:endParaRPr lang="id-ID"/>
          </a:p>
        </p:txBody>
      </p:sp>
      <p:sp>
        <p:nvSpPr>
          <p:cNvPr id="3" name="Tampungan Catatan 2"/>
          <p:cNvSpPr>
            <a:spLocks noGrp="1"/>
          </p:cNvSpPr>
          <p:nvPr>
            <p:ph type="body" idx="1"/>
          </p:nvPr>
        </p:nvSpPr>
        <p:spPr/>
        <p:txBody>
          <a:bodyPr/>
          <a:lstStyle/>
          <a:p>
            <a:endParaRPr lang="id-ID" noProof="0" dirty="0"/>
          </a:p>
        </p:txBody>
      </p:sp>
      <p:sp>
        <p:nvSpPr>
          <p:cNvPr id="4" name="Tampungan Nomor Slide 3"/>
          <p:cNvSpPr>
            <a:spLocks noGrp="1"/>
          </p:cNvSpPr>
          <p:nvPr>
            <p:ph type="sldNum" sz="quarter" idx="5"/>
          </p:nvPr>
        </p:nvSpPr>
        <p:spPr/>
        <p:txBody>
          <a:bodyPr/>
          <a:lstStyle/>
          <a:p>
            <a:pPr rtl="0"/>
            <a:fld id="{F97DC217-DF71-1A49-B3EA-559F1F43B0FF}" type="slidenum">
              <a:rPr lang="id-ID" smtClean="0"/>
              <a:t>12</a:t>
            </a:fld>
            <a:endParaRPr lang="id-ID"/>
          </a:p>
        </p:txBody>
      </p:sp>
    </p:spTree>
    <p:extLst>
      <p:ext uri="{BB962C8B-B14F-4D97-AF65-F5344CB8AC3E}">
        <p14:creationId xmlns:p14="http://schemas.microsoft.com/office/powerpoint/2010/main" val="103215798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3BAF9D-B7BD-4CC0-662F-4DCDFDA90920}"/>
            </a:ext>
          </a:extLst>
        </p:cNvPr>
        <p:cNvGrpSpPr/>
        <p:nvPr/>
      </p:nvGrpSpPr>
      <p:grpSpPr>
        <a:xfrm>
          <a:off x="0" y="0"/>
          <a:ext cx="0" cy="0"/>
          <a:chOff x="0" y="0"/>
          <a:chExt cx="0" cy="0"/>
        </a:xfrm>
      </p:grpSpPr>
      <p:sp>
        <p:nvSpPr>
          <p:cNvPr id="2" name="Tampungan Gambar Slide 1">
            <a:extLst>
              <a:ext uri="{FF2B5EF4-FFF2-40B4-BE49-F238E27FC236}">
                <a16:creationId xmlns:a16="http://schemas.microsoft.com/office/drawing/2014/main" id="{6B2189B4-0124-9E6E-EA0F-D124D9A29461}"/>
              </a:ext>
            </a:extLst>
          </p:cNvPr>
          <p:cNvSpPr>
            <a:spLocks noGrp="1" noRot="1" noChangeAspect="1"/>
          </p:cNvSpPr>
          <p:nvPr>
            <p:ph type="sldImg"/>
          </p:nvPr>
        </p:nvSpPr>
        <p:spPr/>
        <p:txBody>
          <a:bodyPr/>
          <a:lstStyle/>
          <a:p>
            <a:endParaRPr lang="id-ID"/>
          </a:p>
        </p:txBody>
      </p:sp>
      <p:sp>
        <p:nvSpPr>
          <p:cNvPr id="3" name="Tampungan Catatan 2">
            <a:extLst>
              <a:ext uri="{FF2B5EF4-FFF2-40B4-BE49-F238E27FC236}">
                <a16:creationId xmlns:a16="http://schemas.microsoft.com/office/drawing/2014/main" id="{5C45910D-1E06-D8C5-54A0-E243FCA9AEFE}"/>
              </a:ext>
            </a:extLst>
          </p:cNvPr>
          <p:cNvSpPr>
            <a:spLocks noGrp="1"/>
          </p:cNvSpPr>
          <p:nvPr>
            <p:ph type="body" idx="1"/>
          </p:nvPr>
        </p:nvSpPr>
        <p:spPr/>
        <p:txBody>
          <a:bodyPr/>
          <a:lstStyle/>
          <a:p>
            <a:endParaRPr lang="id-ID" noProof="0" dirty="0"/>
          </a:p>
        </p:txBody>
      </p:sp>
      <p:sp>
        <p:nvSpPr>
          <p:cNvPr id="4" name="Tampungan Nomor Slide 3">
            <a:extLst>
              <a:ext uri="{FF2B5EF4-FFF2-40B4-BE49-F238E27FC236}">
                <a16:creationId xmlns:a16="http://schemas.microsoft.com/office/drawing/2014/main" id="{0BEFA73B-42E6-8523-2F50-E273D63EC8C6}"/>
              </a:ext>
            </a:extLst>
          </p:cNvPr>
          <p:cNvSpPr>
            <a:spLocks noGrp="1"/>
          </p:cNvSpPr>
          <p:nvPr>
            <p:ph type="sldNum" sz="quarter" idx="5"/>
          </p:nvPr>
        </p:nvSpPr>
        <p:spPr/>
        <p:txBody>
          <a:bodyPr/>
          <a:lstStyle/>
          <a:p>
            <a:pPr rtl="0"/>
            <a:fld id="{F97DC217-DF71-1A49-B3EA-559F1F43B0FF}" type="slidenum">
              <a:rPr lang="id-ID" smtClean="0"/>
              <a:t>13</a:t>
            </a:fld>
            <a:endParaRPr lang="id-ID"/>
          </a:p>
        </p:txBody>
      </p:sp>
    </p:spTree>
    <p:extLst>
      <p:ext uri="{BB962C8B-B14F-4D97-AF65-F5344CB8AC3E}">
        <p14:creationId xmlns:p14="http://schemas.microsoft.com/office/powerpoint/2010/main" val="315799751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ampungan Gambar Slide 1"/>
          <p:cNvSpPr>
            <a:spLocks noGrp="1" noRot="1" noChangeAspect="1"/>
          </p:cNvSpPr>
          <p:nvPr>
            <p:ph type="sldImg"/>
          </p:nvPr>
        </p:nvSpPr>
        <p:spPr/>
        <p:txBody>
          <a:bodyPr/>
          <a:lstStyle/>
          <a:p>
            <a:endParaRPr lang="id-ID"/>
          </a:p>
        </p:txBody>
      </p:sp>
      <p:sp>
        <p:nvSpPr>
          <p:cNvPr id="3" name="Tampungan Catatan 2"/>
          <p:cNvSpPr>
            <a:spLocks noGrp="1"/>
          </p:cNvSpPr>
          <p:nvPr>
            <p:ph type="body" idx="1"/>
          </p:nvPr>
        </p:nvSpPr>
        <p:spPr/>
        <p:txBody>
          <a:bodyPr/>
          <a:lstStyle/>
          <a:p>
            <a:endParaRPr lang="id-ID" noProof="0" dirty="0"/>
          </a:p>
        </p:txBody>
      </p:sp>
      <p:sp>
        <p:nvSpPr>
          <p:cNvPr id="4" name="Tampungan Nomor Slide 3"/>
          <p:cNvSpPr>
            <a:spLocks noGrp="1"/>
          </p:cNvSpPr>
          <p:nvPr>
            <p:ph type="sldNum" sz="quarter" idx="5"/>
          </p:nvPr>
        </p:nvSpPr>
        <p:spPr/>
        <p:txBody>
          <a:bodyPr/>
          <a:lstStyle/>
          <a:p>
            <a:pPr rtl="0"/>
            <a:fld id="{F97DC217-DF71-1A49-B3EA-559F1F43B0FF}" type="slidenum">
              <a:rPr lang="id-ID" smtClean="0"/>
              <a:t>14</a:t>
            </a:fld>
            <a:endParaRPr lang="id-ID"/>
          </a:p>
        </p:txBody>
      </p:sp>
    </p:spTree>
    <p:extLst>
      <p:ext uri="{BB962C8B-B14F-4D97-AF65-F5344CB8AC3E}">
        <p14:creationId xmlns:p14="http://schemas.microsoft.com/office/powerpoint/2010/main" val="155515617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146C27-9900-570F-C1A6-7503492EEFF9}"/>
            </a:ext>
          </a:extLst>
        </p:cNvPr>
        <p:cNvGrpSpPr/>
        <p:nvPr/>
      </p:nvGrpSpPr>
      <p:grpSpPr>
        <a:xfrm>
          <a:off x="0" y="0"/>
          <a:ext cx="0" cy="0"/>
          <a:chOff x="0" y="0"/>
          <a:chExt cx="0" cy="0"/>
        </a:xfrm>
      </p:grpSpPr>
      <p:sp>
        <p:nvSpPr>
          <p:cNvPr id="2" name="Tampungan Gambar Slide 1">
            <a:extLst>
              <a:ext uri="{FF2B5EF4-FFF2-40B4-BE49-F238E27FC236}">
                <a16:creationId xmlns:a16="http://schemas.microsoft.com/office/drawing/2014/main" id="{52338D66-FE37-8BFA-1180-C49986299A31}"/>
              </a:ext>
            </a:extLst>
          </p:cNvPr>
          <p:cNvSpPr>
            <a:spLocks noGrp="1" noRot="1" noChangeAspect="1"/>
          </p:cNvSpPr>
          <p:nvPr>
            <p:ph type="sldImg"/>
          </p:nvPr>
        </p:nvSpPr>
        <p:spPr/>
        <p:txBody>
          <a:bodyPr/>
          <a:lstStyle/>
          <a:p>
            <a:endParaRPr lang="id-ID"/>
          </a:p>
        </p:txBody>
      </p:sp>
      <p:sp>
        <p:nvSpPr>
          <p:cNvPr id="3" name="Tampungan Catatan 2">
            <a:extLst>
              <a:ext uri="{FF2B5EF4-FFF2-40B4-BE49-F238E27FC236}">
                <a16:creationId xmlns:a16="http://schemas.microsoft.com/office/drawing/2014/main" id="{14CE8F49-D288-8316-13B9-6E7118DB5032}"/>
              </a:ext>
            </a:extLst>
          </p:cNvPr>
          <p:cNvSpPr>
            <a:spLocks noGrp="1"/>
          </p:cNvSpPr>
          <p:nvPr>
            <p:ph type="body" idx="1"/>
          </p:nvPr>
        </p:nvSpPr>
        <p:spPr/>
        <p:txBody>
          <a:bodyPr/>
          <a:lstStyle/>
          <a:p>
            <a:endParaRPr lang="id-ID" noProof="0" dirty="0"/>
          </a:p>
        </p:txBody>
      </p:sp>
      <p:sp>
        <p:nvSpPr>
          <p:cNvPr id="4" name="Tampungan Nomor Slide 3">
            <a:extLst>
              <a:ext uri="{FF2B5EF4-FFF2-40B4-BE49-F238E27FC236}">
                <a16:creationId xmlns:a16="http://schemas.microsoft.com/office/drawing/2014/main" id="{F35BDB4B-4D77-CA17-BEE6-F04FBA92EC5A}"/>
              </a:ext>
            </a:extLst>
          </p:cNvPr>
          <p:cNvSpPr>
            <a:spLocks noGrp="1"/>
          </p:cNvSpPr>
          <p:nvPr>
            <p:ph type="sldNum" sz="quarter" idx="5"/>
          </p:nvPr>
        </p:nvSpPr>
        <p:spPr/>
        <p:txBody>
          <a:bodyPr/>
          <a:lstStyle/>
          <a:p>
            <a:pPr rtl="0"/>
            <a:fld id="{F97DC217-DF71-1A49-B3EA-559F1F43B0FF}" type="slidenum">
              <a:rPr lang="id-ID" smtClean="0"/>
              <a:t>15</a:t>
            </a:fld>
            <a:endParaRPr lang="id-ID"/>
          </a:p>
        </p:txBody>
      </p:sp>
    </p:spTree>
    <p:extLst>
      <p:ext uri="{BB962C8B-B14F-4D97-AF65-F5344CB8AC3E}">
        <p14:creationId xmlns:p14="http://schemas.microsoft.com/office/powerpoint/2010/main" val="326051856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4C1739-7327-4D6A-9C04-8229D2BA4A78}"/>
            </a:ext>
          </a:extLst>
        </p:cNvPr>
        <p:cNvGrpSpPr/>
        <p:nvPr/>
      </p:nvGrpSpPr>
      <p:grpSpPr>
        <a:xfrm>
          <a:off x="0" y="0"/>
          <a:ext cx="0" cy="0"/>
          <a:chOff x="0" y="0"/>
          <a:chExt cx="0" cy="0"/>
        </a:xfrm>
      </p:grpSpPr>
      <p:sp>
        <p:nvSpPr>
          <p:cNvPr id="2" name="Tampungan Gambar Slide 1">
            <a:extLst>
              <a:ext uri="{FF2B5EF4-FFF2-40B4-BE49-F238E27FC236}">
                <a16:creationId xmlns:a16="http://schemas.microsoft.com/office/drawing/2014/main" id="{95FF5C8C-D840-879A-4F43-EF0CC8A58722}"/>
              </a:ext>
            </a:extLst>
          </p:cNvPr>
          <p:cNvSpPr>
            <a:spLocks noGrp="1" noRot="1" noChangeAspect="1"/>
          </p:cNvSpPr>
          <p:nvPr>
            <p:ph type="sldImg"/>
          </p:nvPr>
        </p:nvSpPr>
        <p:spPr/>
        <p:txBody>
          <a:bodyPr/>
          <a:lstStyle/>
          <a:p>
            <a:endParaRPr lang="id-ID"/>
          </a:p>
        </p:txBody>
      </p:sp>
      <p:sp>
        <p:nvSpPr>
          <p:cNvPr id="3" name="Tampungan Catatan 2">
            <a:extLst>
              <a:ext uri="{FF2B5EF4-FFF2-40B4-BE49-F238E27FC236}">
                <a16:creationId xmlns:a16="http://schemas.microsoft.com/office/drawing/2014/main" id="{78474726-8519-7287-5A8E-95E6F2507A38}"/>
              </a:ext>
            </a:extLst>
          </p:cNvPr>
          <p:cNvSpPr>
            <a:spLocks noGrp="1"/>
          </p:cNvSpPr>
          <p:nvPr>
            <p:ph type="body" idx="1"/>
          </p:nvPr>
        </p:nvSpPr>
        <p:spPr/>
        <p:txBody>
          <a:bodyPr/>
          <a:lstStyle/>
          <a:p>
            <a:endParaRPr lang="id-ID" noProof="0" dirty="0"/>
          </a:p>
        </p:txBody>
      </p:sp>
      <p:sp>
        <p:nvSpPr>
          <p:cNvPr id="4" name="Tampungan Nomor Slide 3">
            <a:extLst>
              <a:ext uri="{FF2B5EF4-FFF2-40B4-BE49-F238E27FC236}">
                <a16:creationId xmlns:a16="http://schemas.microsoft.com/office/drawing/2014/main" id="{44B8F09A-8D5E-7F24-2B96-C128257CFDE5}"/>
              </a:ext>
            </a:extLst>
          </p:cNvPr>
          <p:cNvSpPr>
            <a:spLocks noGrp="1"/>
          </p:cNvSpPr>
          <p:nvPr>
            <p:ph type="sldNum" sz="quarter" idx="5"/>
          </p:nvPr>
        </p:nvSpPr>
        <p:spPr/>
        <p:txBody>
          <a:bodyPr/>
          <a:lstStyle/>
          <a:p>
            <a:pPr rtl="0"/>
            <a:fld id="{F97DC217-DF71-1A49-B3EA-559F1F43B0FF}" type="slidenum">
              <a:rPr lang="id-ID" smtClean="0"/>
              <a:t>16</a:t>
            </a:fld>
            <a:endParaRPr lang="id-ID"/>
          </a:p>
        </p:txBody>
      </p:sp>
    </p:spTree>
    <p:extLst>
      <p:ext uri="{BB962C8B-B14F-4D97-AF65-F5344CB8AC3E}">
        <p14:creationId xmlns:p14="http://schemas.microsoft.com/office/powerpoint/2010/main" val="86363416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1B5454-F792-D960-93A0-15D7E2731A80}"/>
            </a:ext>
          </a:extLst>
        </p:cNvPr>
        <p:cNvGrpSpPr/>
        <p:nvPr/>
      </p:nvGrpSpPr>
      <p:grpSpPr>
        <a:xfrm>
          <a:off x="0" y="0"/>
          <a:ext cx="0" cy="0"/>
          <a:chOff x="0" y="0"/>
          <a:chExt cx="0" cy="0"/>
        </a:xfrm>
      </p:grpSpPr>
      <p:sp>
        <p:nvSpPr>
          <p:cNvPr id="2" name="Tampungan Gambar Slide 1">
            <a:extLst>
              <a:ext uri="{FF2B5EF4-FFF2-40B4-BE49-F238E27FC236}">
                <a16:creationId xmlns:a16="http://schemas.microsoft.com/office/drawing/2014/main" id="{5F61475A-80D3-6193-CE91-DCC60E636078}"/>
              </a:ext>
            </a:extLst>
          </p:cNvPr>
          <p:cNvSpPr>
            <a:spLocks noGrp="1" noRot="1" noChangeAspect="1"/>
          </p:cNvSpPr>
          <p:nvPr>
            <p:ph type="sldImg"/>
          </p:nvPr>
        </p:nvSpPr>
        <p:spPr/>
        <p:txBody>
          <a:bodyPr/>
          <a:lstStyle/>
          <a:p>
            <a:endParaRPr lang="id-ID"/>
          </a:p>
        </p:txBody>
      </p:sp>
      <p:sp>
        <p:nvSpPr>
          <p:cNvPr id="3" name="Tampungan Catatan 2">
            <a:extLst>
              <a:ext uri="{FF2B5EF4-FFF2-40B4-BE49-F238E27FC236}">
                <a16:creationId xmlns:a16="http://schemas.microsoft.com/office/drawing/2014/main" id="{9F158CAC-35A0-83B8-1F42-FE3490FD1F1F}"/>
              </a:ext>
            </a:extLst>
          </p:cNvPr>
          <p:cNvSpPr>
            <a:spLocks noGrp="1"/>
          </p:cNvSpPr>
          <p:nvPr>
            <p:ph type="body" idx="1"/>
          </p:nvPr>
        </p:nvSpPr>
        <p:spPr/>
        <p:txBody>
          <a:bodyPr/>
          <a:lstStyle/>
          <a:p>
            <a:endParaRPr lang="id-ID" noProof="0" dirty="0"/>
          </a:p>
        </p:txBody>
      </p:sp>
      <p:sp>
        <p:nvSpPr>
          <p:cNvPr id="4" name="Tampungan Nomor Slide 3">
            <a:extLst>
              <a:ext uri="{FF2B5EF4-FFF2-40B4-BE49-F238E27FC236}">
                <a16:creationId xmlns:a16="http://schemas.microsoft.com/office/drawing/2014/main" id="{53CBDC9E-1077-C446-B1C6-A1F607428E46}"/>
              </a:ext>
            </a:extLst>
          </p:cNvPr>
          <p:cNvSpPr>
            <a:spLocks noGrp="1"/>
          </p:cNvSpPr>
          <p:nvPr>
            <p:ph type="sldNum" sz="quarter" idx="5"/>
          </p:nvPr>
        </p:nvSpPr>
        <p:spPr/>
        <p:txBody>
          <a:bodyPr/>
          <a:lstStyle/>
          <a:p>
            <a:pPr rtl="0"/>
            <a:fld id="{F97DC217-DF71-1A49-B3EA-559F1F43B0FF}" type="slidenum">
              <a:rPr lang="id-ID" smtClean="0"/>
              <a:t>17</a:t>
            </a:fld>
            <a:endParaRPr lang="id-ID"/>
          </a:p>
        </p:txBody>
      </p:sp>
    </p:spTree>
    <p:extLst>
      <p:ext uri="{BB962C8B-B14F-4D97-AF65-F5344CB8AC3E}">
        <p14:creationId xmlns:p14="http://schemas.microsoft.com/office/powerpoint/2010/main" val="319729757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81BF22-1BB9-D048-1CFB-3C1DF02758D7}"/>
            </a:ext>
          </a:extLst>
        </p:cNvPr>
        <p:cNvGrpSpPr/>
        <p:nvPr/>
      </p:nvGrpSpPr>
      <p:grpSpPr>
        <a:xfrm>
          <a:off x="0" y="0"/>
          <a:ext cx="0" cy="0"/>
          <a:chOff x="0" y="0"/>
          <a:chExt cx="0" cy="0"/>
        </a:xfrm>
      </p:grpSpPr>
      <p:sp>
        <p:nvSpPr>
          <p:cNvPr id="2" name="Tampungan Gambar Slide 1">
            <a:extLst>
              <a:ext uri="{FF2B5EF4-FFF2-40B4-BE49-F238E27FC236}">
                <a16:creationId xmlns:a16="http://schemas.microsoft.com/office/drawing/2014/main" id="{9256DC50-EC76-B917-E3B3-3FAAD82BD9D4}"/>
              </a:ext>
            </a:extLst>
          </p:cNvPr>
          <p:cNvSpPr>
            <a:spLocks noGrp="1" noRot="1" noChangeAspect="1"/>
          </p:cNvSpPr>
          <p:nvPr>
            <p:ph type="sldImg"/>
          </p:nvPr>
        </p:nvSpPr>
        <p:spPr/>
        <p:txBody>
          <a:bodyPr/>
          <a:lstStyle/>
          <a:p>
            <a:endParaRPr lang="id-ID"/>
          </a:p>
        </p:txBody>
      </p:sp>
      <p:sp>
        <p:nvSpPr>
          <p:cNvPr id="3" name="Tampungan Catatan 2">
            <a:extLst>
              <a:ext uri="{FF2B5EF4-FFF2-40B4-BE49-F238E27FC236}">
                <a16:creationId xmlns:a16="http://schemas.microsoft.com/office/drawing/2014/main" id="{C39FD7C8-C3D3-B8D0-81C6-D3ECF4FBAE14}"/>
              </a:ext>
            </a:extLst>
          </p:cNvPr>
          <p:cNvSpPr>
            <a:spLocks noGrp="1"/>
          </p:cNvSpPr>
          <p:nvPr>
            <p:ph type="body" idx="1"/>
          </p:nvPr>
        </p:nvSpPr>
        <p:spPr/>
        <p:txBody>
          <a:bodyPr/>
          <a:lstStyle/>
          <a:p>
            <a:endParaRPr lang="id-ID" noProof="0" dirty="0"/>
          </a:p>
        </p:txBody>
      </p:sp>
      <p:sp>
        <p:nvSpPr>
          <p:cNvPr id="4" name="Tampungan Nomor Slide 3">
            <a:extLst>
              <a:ext uri="{FF2B5EF4-FFF2-40B4-BE49-F238E27FC236}">
                <a16:creationId xmlns:a16="http://schemas.microsoft.com/office/drawing/2014/main" id="{35E08082-2FC5-A1EF-C69E-7059E3797046}"/>
              </a:ext>
            </a:extLst>
          </p:cNvPr>
          <p:cNvSpPr>
            <a:spLocks noGrp="1"/>
          </p:cNvSpPr>
          <p:nvPr>
            <p:ph type="sldNum" sz="quarter" idx="5"/>
          </p:nvPr>
        </p:nvSpPr>
        <p:spPr/>
        <p:txBody>
          <a:bodyPr/>
          <a:lstStyle/>
          <a:p>
            <a:pPr rtl="0"/>
            <a:fld id="{F97DC217-DF71-1A49-B3EA-559F1F43B0FF}" type="slidenum">
              <a:rPr lang="id-ID" smtClean="0"/>
              <a:t>18</a:t>
            </a:fld>
            <a:endParaRPr lang="id-ID"/>
          </a:p>
        </p:txBody>
      </p:sp>
    </p:spTree>
    <p:extLst>
      <p:ext uri="{BB962C8B-B14F-4D97-AF65-F5344CB8AC3E}">
        <p14:creationId xmlns:p14="http://schemas.microsoft.com/office/powerpoint/2010/main" val="367145705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FDED19-6554-6E0B-5B51-1450829882A0}"/>
            </a:ext>
          </a:extLst>
        </p:cNvPr>
        <p:cNvGrpSpPr/>
        <p:nvPr/>
      </p:nvGrpSpPr>
      <p:grpSpPr>
        <a:xfrm>
          <a:off x="0" y="0"/>
          <a:ext cx="0" cy="0"/>
          <a:chOff x="0" y="0"/>
          <a:chExt cx="0" cy="0"/>
        </a:xfrm>
      </p:grpSpPr>
      <p:sp>
        <p:nvSpPr>
          <p:cNvPr id="2" name="Tampungan Gambar Slide 1">
            <a:extLst>
              <a:ext uri="{FF2B5EF4-FFF2-40B4-BE49-F238E27FC236}">
                <a16:creationId xmlns:a16="http://schemas.microsoft.com/office/drawing/2014/main" id="{4F5C460D-6A70-534A-DD3D-E2670BBE3762}"/>
              </a:ext>
            </a:extLst>
          </p:cNvPr>
          <p:cNvSpPr>
            <a:spLocks noGrp="1" noRot="1" noChangeAspect="1"/>
          </p:cNvSpPr>
          <p:nvPr>
            <p:ph type="sldImg"/>
          </p:nvPr>
        </p:nvSpPr>
        <p:spPr/>
        <p:txBody>
          <a:bodyPr/>
          <a:lstStyle/>
          <a:p>
            <a:endParaRPr lang="id-ID"/>
          </a:p>
        </p:txBody>
      </p:sp>
      <p:sp>
        <p:nvSpPr>
          <p:cNvPr id="3" name="Tampungan Catatan 2">
            <a:extLst>
              <a:ext uri="{FF2B5EF4-FFF2-40B4-BE49-F238E27FC236}">
                <a16:creationId xmlns:a16="http://schemas.microsoft.com/office/drawing/2014/main" id="{1EB904C7-47F1-2AC0-C97B-73C72738AB07}"/>
              </a:ext>
            </a:extLst>
          </p:cNvPr>
          <p:cNvSpPr>
            <a:spLocks noGrp="1"/>
          </p:cNvSpPr>
          <p:nvPr>
            <p:ph type="body" idx="1"/>
          </p:nvPr>
        </p:nvSpPr>
        <p:spPr/>
        <p:txBody>
          <a:bodyPr/>
          <a:lstStyle/>
          <a:p>
            <a:endParaRPr lang="id-ID" noProof="0" dirty="0"/>
          </a:p>
        </p:txBody>
      </p:sp>
      <p:sp>
        <p:nvSpPr>
          <p:cNvPr id="4" name="Tampungan Nomor Slide 3">
            <a:extLst>
              <a:ext uri="{FF2B5EF4-FFF2-40B4-BE49-F238E27FC236}">
                <a16:creationId xmlns:a16="http://schemas.microsoft.com/office/drawing/2014/main" id="{A7E69038-FF26-A1BD-2214-951ACFB26ECA}"/>
              </a:ext>
            </a:extLst>
          </p:cNvPr>
          <p:cNvSpPr>
            <a:spLocks noGrp="1"/>
          </p:cNvSpPr>
          <p:nvPr>
            <p:ph type="sldNum" sz="quarter" idx="5"/>
          </p:nvPr>
        </p:nvSpPr>
        <p:spPr/>
        <p:txBody>
          <a:bodyPr/>
          <a:lstStyle/>
          <a:p>
            <a:pPr rtl="0"/>
            <a:fld id="{F97DC217-DF71-1A49-B3EA-559F1F43B0FF}" type="slidenum">
              <a:rPr lang="id-ID" smtClean="0"/>
              <a:t>19</a:t>
            </a:fld>
            <a:endParaRPr lang="id-ID"/>
          </a:p>
        </p:txBody>
      </p:sp>
    </p:spTree>
    <p:extLst>
      <p:ext uri="{BB962C8B-B14F-4D97-AF65-F5344CB8AC3E}">
        <p14:creationId xmlns:p14="http://schemas.microsoft.com/office/powerpoint/2010/main" val="101874662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ampungan Gambar Slide 1"/>
          <p:cNvSpPr>
            <a:spLocks noGrp="1" noRot="1" noChangeAspect="1"/>
          </p:cNvSpPr>
          <p:nvPr>
            <p:ph type="sldImg"/>
          </p:nvPr>
        </p:nvSpPr>
        <p:spPr/>
        <p:txBody>
          <a:bodyPr/>
          <a:lstStyle/>
          <a:p>
            <a:endParaRPr lang="id-ID"/>
          </a:p>
        </p:txBody>
      </p:sp>
      <p:sp>
        <p:nvSpPr>
          <p:cNvPr id="3" name="Tampungan Catatan 2"/>
          <p:cNvSpPr>
            <a:spLocks noGrp="1"/>
          </p:cNvSpPr>
          <p:nvPr>
            <p:ph type="body" idx="1"/>
          </p:nvPr>
        </p:nvSpPr>
        <p:spPr/>
        <p:txBody>
          <a:bodyPr/>
          <a:lstStyle/>
          <a:p>
            <a:endParaRPr lang="id-ID" noProof="0" dirty="0"/>
          </a:p>
        </p:txBody>
      </p:sp>
      <p:sp>
        <p:nvSpPr>
          <p:cNvPr id="4" name="Tampungan Nomor Slide 3"/>
          <p:cNvSpPr>
            <a:spLocks noGrp="1"/>
          </p:cNvSpPr>
          <p:nvPr>
            <p:ph type="sldNum" sz="quarter" idx="5"/>
          </p:nvPr>
        </p:nvSpPr>
        <p:spPr/>
        <p:txBody>
          <a:bodyPr/>
          <a:lstStyle/>
          <a:p>
            <a:pPr rtl="0"/>
            <a:fld id="{F97DC217-DF71-1A49-B3EA-559F1F43B0FF}" type="slidenum">
              <a:rPr lang="id-ID" smtClean="0"/>
              <a:t>20</a:t>
            </a:fld>
            <a:endParaRPr lang="id-ID"/>
          </a:p>
        </p:txBody>
      </p:sp>
    </p:spTree>
    <p:extLst>
      <p:ext uri="{BB962C8B-B14F-4D97-AF65-F5344CB8AC3E}">
        <p14:creationId xmlns:p14="http://schemas.microsoft.com/office/powerpoint/2010/main" val="426633834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ampungan Gambar Slide 1"/>
          <p:cNvSpPr>
            <a:spLocks noGrp="1" noRot="1" noChangeAspect="1"/>
          </p:cNvSpPr>
          <p:nvPr>
            <p:ph type="sldImg"/>
          </p:nvPr>
        </p:nvSpPr>
        <p:spPr/>
        <p:txBody>
          <a:bodyPr/>
          <a:lstStyle/>
          <a:p>
            <a:endParaRPr lang="id-ID"/>
          </a:p>
        </p:txBody>
      </p:sp>
      <p:sp>
        <p:nvSpPr>
          <p:cNvPr id="3" name="Tampungan Catatan 2"/>
          <p:cNvSpPr>
            <a:spLocks noGrp="1"/>
          </p:cNvSpPr>
          <p:nvPr>
            <p:ph type="body" idx="1"/>
          </p:nvPr>
        </p:nvSpPr>
        <p:spPr/>
        <p:txBody>
          <a:bodyPr/>
          <a:lstStyle/>
          <a:p>
            <a:endParaRPr lang="id-ID" noProof="0" dirty="0"/>
          </a:p>
        </p:txBody>
      </p:sp>
      <p:sp>
        <p:nvSpPr>
          <p:cNvPr id="4" name="Tampungan Nomor Slide 3"/>
          <p:cNvSpPr>
            <a:spLocks noGrp="1"/>
          </p:cNvSpPr>
          <p:nvPr>
            <p:ph type="sldNum" sz="quarter" idx="5"/>
          </p:nvPr>
        </p:nvSpPr>
        <p:spPr/>
        <p:txBody>
          <a:bodyPr/>
          <a:lstStyle/>
          <a:p>
            <a:pPr rtl="0"/>
            <a:fld id="{F97DC217-DF71-1A49-B3EA-559F1F43B0FF}" type="slidenum">
              <a:rPr lang="id-ID" smtClean="0"/>
              <a:t>21</a:t>
            </a:fld>
            <a:endParaRPr lang="id-ID"/>
          </a:p>
        </p:txBody>
      </p:sp>
    </p:spTree>
    <p:extLst>
      <p:ext uri="{BB962C8B-B14F-4D97-AF65-F5344CB8AC3E}">
        <p14:creationId xmlns:p14="http://schemas.microsoft.com/office/powerpoint/2010/main" val="79585572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ampungan Gambar Slide 1"/>
          <p:cNvSpPr>
            <a:spLocks noGrp="1" noRot="1" noChangeAspect="1"/>
          </p:cNvSpPr>
          <p:nvPr>
            <p:ph type="sldImg"/>
          </p:nvPr>
        </p:nvSpPr>
        <p:spPr/>
        <p:txBody>
          <a:bodyPr/>
          <a:lstStyle/>
          <a:p>
            <a:endParaRPr lang="id-ID"/>
          </a:p>
        </p:txBody>
      </p:sp>
      <p:sp>
        <p:nvSpPr>
          <p:cNvPr id="3" name="Tampungan Catatan 2"/>
          <p:cNvSpPr>
            <a:spLocks noGrp="1"/>
          </p:cNvSpPr>
          <p:nvPr>
            <p:ph type="body" idx="1"/>
          </p:nvPr>
        </p:nvSpPr>
        <p:spPr/>
        <p:txBody>
          <a:bodyPr/>
          <a:lstStyle/>
          <a:p>
            <a:endParaRPr lang="id-ID" noProof="0" dirty="0"/>
          </a:p>
        </p:txBody>
      </p:sp>
      <p:sp>
        <p:nvSpPr>
          <p:cNvPr id="4" name="Tampungan Nomor Slide 3"/>
          <p:cNvSpPr>
            <a:spLocks noGrp="1"/>
          </p:cNvSpPr>
          <p:nvPr>
            <p:ph type="sldNum" sz="quarter" idx="5"/>
          </p:nvPr>
        </p:nvSpPr>
        <p:spPr/>
        <p:txBody>
          <a:bodyPr/>
          <a:lstStyle/>
          <a:p>
            <a:pPr rtl="0"/>
            <a:fld id="{F97DC217-DF71-1A49-B3EA-559F1F43B0FF}" type="slidenum">
              <a:rPr lang="id-ID" smtClean="0"/>
              <a:t>22</a:t>
            </a:fld>
            <a:endParaRPr lang="id-ID"/>
          </a:p>
        </p:txBody>
      </p:sp>
    </p:spTree>
    <p:extLst>
      <p:ext uri="{BB962C8B-B14F-4D97-AF65-F5344CB8AC3E}">
        <p14:creationId xmlns:p14="http://schemas.microsoft.com/office/powerpoint/2010/main" val="150301709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ampungan Gambar Slide 1"/>
          <p:cNvSpPr>
            <a:spLocks noGrp="1" noRot="1" noChangeAspect="1"/>
          </p:cNvSpPr>
          <p:nvPr>
            <p:ph type="sldImg"/>
          </p:nvPr>
        </p:nvSpPr>
        <p:spPr/>
        <p:txBody>
          <a:bodyPr/>
          <a:lstStyle/>
          <a:p>
            <a:endParaRPr lang="id-ID"/>
          </a:p>
        </p:txBody>
      </p:sp>
      <p:sp>
        <p:nvSpPr>
          <p:cNvPr id="3" name="Tampungan Catatan 2"/>
          <p:cNvSpPr>
            <a:spLocks noGrp="1"/>
          </p:cNvSpPr>
          <p:nvPr>
            <p:ph type="body" idx="1"/>
          </p:nvPr>
        </p:nvSpPr>
        <p:spPr/>
        <p:txBody>
          <a:bodyPr/>
          <a:lstStyle/>
          <a:p>
            <a:endParaRPr lang="id-ID" noProof="0" dirty="0"/>
          </a:p>
        </p:txBody>
      </p:sp>
      <p:sp>
        <p:nvSpPr>
          <p:cNvPr id="4" name="Tampungan Nomor Slide 3"/>
          <p:cNvSpPr>
            <a:spLocks noGrp="1"/>
          </p:cNvSpPr>
          <p:nvPr>
            <p:ph type="sldNum" sz="quarter" idx="5"/>
          </p:nvPr>
        </p:nvSpPr>
        <p:spPr/>
        <p:txBody>
          <a:bodyPr/>
          <a:lstStyle/>
          <a:p>
            <a:pPr rtl="0"/>
            <a:fld id="{F97DC217-DF71-1A49-B3EA-559F1F43B0FF}" type="slidenum">
              <a:rPr lang="id-ID" smtClean="0"/>
              <a:t>23</a:t>
            </a:fld>
            <a:endParaRPr lang="id-ID"/>
          </a:p>
        </p:txBody>
      </p:sp>
    </p:spTree>
    <p:extLst>
      <p:ext uri="{BB962C8B-B14F-4D97-AF65-F5344CB8AC3E}">
        <p14:creationId xmlns:p14="http://schemas.microsoft.com/office/powerpoint/2010/main" val="347768125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ampungan Gambar Slide 1"/>
          <p:cNvSpPr>
            <a:spLocks noGrp="1" noRot="1" noChangeAspect="1"/>
          </p:cNvSpPr>
          <p:nvPr>
            <p:ph type="sldImg"/>
          </p:nvPr>
        </p:nvSpPr>
        <p:spPr/>
        <p:txBody>
          <a:bodyPr/>
          <a:lstStyle/>
          <a:p>
            <a:endParaRPr lang="id-ID"/>
          </a:p>
        </p:txBody>
      </p:sp>
      <p:sp>
        <p:nvSpPr>
          <p:cNvPr id="3" name="Tampungan Catatan 2"/>
          <p:cNvSpPr>
            <a:spLocks noGrp="1"/>
          </p:cNvSpPr>
          <p:nvPr>
            <p:ph type="body" idx="1"/>
          </p:nvPr>
        </p:nvSpPr>
        <p:spPr/>
        <p:txBody>
          <a:bodyPr/>
          <a:lstStyle/>
          <a:p>
            <a:endParaRPr lang="id-ID" noProof="0" dirty="0"/>
          </a:p>
        </p:txBody>
      </p:sp>
      <p:sp>
        <p:nvSpPr>
          <p:cNvPr id="4" name="Tampungan Nomor Slide 3"/>
          <p:cNvSpPr>
            <a:spLocks noGrp="1"/>
          </p:cNvSpPr>
          <p:nvPr>
            <p:ph type="sldNum" sz="quarter" idx="5"/>
          </p:nvPr>
        </p:nvSpPr>
        <p:spPr/>
        <p:txBody>
          <a:bodyPr/>
          <a:lstStyle/>
          <a:p>
            <a:pPr rtl="0"/>
            <a:fld id="{F97DC217-DF71-1A49-B3EA-559F1F43B0FF}" type="slidenum">
              <a:rPr lang="id-ID" smtClean="0"/>
              <a:t>24</a:t>
            </a:fld>
            <a:endParaRPr lang="id-ID"/>
          </a:p>
        </p:txBody>
      </p:sp>
    </p:spTree>
    <p:extLst>
      <p:ext uri="{BB962C8B-B14F-4D97-AF65-F5344CB8AC3E}">
        <p14:creationId xmlns:p14="http://schemas.microsoft.com/office/powerpoint/2010/main" val="63768827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468BB2-C2E2-5CDD-02ED-807960964D8E}"/>
            </a:ext>
          </a:extLst>
        </p:cNvPr>
        <p:cNvGrpSpPr/>
        <p:nvPr/>
      </p:nvGrpSpPr>
      <p:grpSpPr>
        <a:xfrm>
          <a:off x="0" y="0"/>
          <a:ext cx="0" cy="0"/>
          <a:chOff x="0" y="0"/>
          <a:chExt cx="0" cy="0"/>
        </a:xfrm>
      </p:grpSpPr>
      <p:sp>
        <p:nvSpPr>
          <p:cNvPr id="2" name="Tampungan Gambar Slide 1">
            <a:extLst>
              <a:ext uri="{FF2B5EF4-FFF2-40B4-BE49-F238E27FC236}">
                <a16:creationId xmlns:a16="http://schemas.microsoft.com/office/drawing/2014/main" id="{F5CDB08F-4333-D090-A782-54EECD1EAD9F}"/>
              </a:ext>
            </a:extLst>
          </p:cNvPr>
          <p:cNvSpPr>
            <a:spLocks noGrp="1" noRot="1" noChangeAspect="1"/>
          </p:cNvSpPr>
          <p:nvPr>
            <p:ph type="sldImg"/>
          </p:nvPr>
        </p:nvSpPr>
        <p:spPr/>
        <p:txBody>
          <a:bodyPr/>
          <a:lstStyle/>
          <a:p>
            <a:endParaRPr lang="id-ID"/>
          </a:p>
        </p:txBody>
      </p:sp>
      <p:sp>
        <p:nvSpPr>
          <p:cNvPr id="3" name="Tampungan Catatan 2">
            <a:extLst>
              <a:ext uri="{FF2B5EF4-FFF2-40B4-BE49-F238E27FC236}">
                <a16:creationId xmlns:a16="http://schemas.microsoft.com/office/drawing/2014/main" id="{12AB3753-3793-7CB2-896B-6B56E84C6477}"/>
              </a:ext>
            </a:extLst>
          </p:cNvPr>
          <p:cNvSpPr>
            <a:spLocks noGrp="1"/>
          </p:cNvSpPr>
          <p:nvPr>
            <p:ph type="body" idx="1"/>
          </p:nvPr>
        </p:nvSpPr>
        <p:spPr/>
        <p:txBody>
          <a:bodyPr/>
          <a:lstStyle/>
          <a:p>
            <a:r>
              <a:rPr lang="id-ID" dirty="0"/>
              <a:t>Artinya, ia secara cerdas hanya fokus mengembangkan bagian dari pohon keputusan yang paling menjanjikan untuk meningkatkan akurasi, sehingga proses pelatihan menjadi jauh lebih cepat. </a:t>
            </a:r>
            <a:endParaRPr lang="en-GB" dirty="0"/>
          </a:p>
          <a:p>
            <a:endParaRPr lang="en-GB" noProof="0" dirty="0"/>
          </a:p>
          <a:p>
            <a:pPr marL="0" lvl="0" indent="0">
              <a:buFont typeface="Arial" panose="020B0604020202020204" pitchFamily="34" charset="0"/>
              <a:buNone/>
            </a:pPr>
            <a:r>
              <a:rPr lang="id-ID" sz="2400" b="1" dirty="0"/>
              <a:t>GOSS (</a:t>
            </a:r>
            <a:r>
              <a:rPr lang="id-ID" sz="2400" b="1" dirty="0" err="1"/>
              <a:t>Gradient-based</a:t>
            </a:r>
            <a:r>
              <a:rPr lang="id-ID" sz="2400" b="1" dirty="0"/>
              <a:t> One-</a:t>
            </a:r>
            <a:r>
              <a:rPr lang="id-ID" sz="2400" b="1" dirty="0" err="1"/>
              <a:t>Side</a:t>
            </a:r>
            <a:r>
              <a:rPr lang="id-ID" sz="2400" b="1" dirty="0"/>
              <a:t> Sampling):</a:t>
            </a:r>
            <a:r>
              <a:rPr lang="id-ID" sz="2400" dirty="0"/>
              <a:t> Memprioritaskan data yang "sulit" diprediksi, sehingga proses belajar lebih efisien.</a:t>
            </a:r>
            <a:endParaRPr lang="en-GB" sz="2400" dirty="0"/>
          </a:p>
          <a:p>
            <a:pPr marL="0" lvl="0" indent="0">
              <a:buFont typeface="Arial" panose="020B0604020202020204" pitchFamily="34" charset="0"/>
              <a:buNone/>
            </a:pPr>
            <a:r>
              <a:rPr lang="id-ID" sz="2400" b="1" dirty="0"/>
              <a:t>EFB (</a:t>
            </a:r>
            <a:r>
              <a:rPr lang="id-ID" sz="2400" b="1" dirty="0" err="1"/>
              <a:t>Exclusive</a:t>
            </a:r>
            <a:r>
              <a:rPr lang="id-ID" sz="2400" b="1" dirty="0"/>
              <a:t> </a:t>
            </a:r>
            <a:r>
              <a:rPr lang="id-ID" sz="2400" b="1" dirty="0" err="1"/>
              <a:t>Feature</a:t>
            </a:r>
            <a:r>
              <a:rPr lang="id-ID" sz="2400" b="1" dirty="0"/>
              <a:t> </a:t>
            </a:r>
            <a:r>
              <a:rPr lang="id-ID" sz="2400" b="1" dirty="0" err="1"/>
              <a:t>Bundling</a:t>
            </a:r>
            <a:r>
              <a:rPr lang="id-ID" sz="2400" b="1" dirty="0"/>
              <a:t>):</a:t>
            </a:r>
            <a:r>
              <a:rPr lang="id-ID" sz="2400" dirty="0"/>
              <a:t> Menggabungkan banyak fitur menjadi satu untuk menyederhanakan data tanpa kehilangan informasi penting. (Ke </a:t>
            </a:r>
            <a:r>
              <a:rPr lang="id-ID" sz="2400" dirty="0" err="1"/>
              <a:t>et</a:t>
            </a:r>
            <a:r>
              <a:rPr lang="id-ID" sz="2400" dirty="0"/>
              <a:t> </a:t>
            </a:r>
            <a:r>
              <a:rPr lang="id-ID" sz="2400" dirty="0" err="1"/>
              <a:t>al.</a:t>
            </a:r>
            <a:r>
              <a:rPr lang="id-ID" sz="2400" dirty="0"/>
              <a:t>, 2017).</a:t>
            </a:r>
          </a:p>
          <a:p>
            <a:endParaRPr lang="id-ID" noProof="0" dirty="0"/>
          </a:p>
        </p:txBody>
      </p:sp>
      <p:sp>
        <p:nvSpPr>
          <p:cNvPr id="4" name="Tampungan Nomor Slide 3">
            <a:extLst>
              <a:ext uri="{FF2B5EF4-FFF2-40B4-BE49-F238E27FC236}">
                <a16:creationId xmlns:a16="http://schemas.microsoft.com/office/drawing/2014/main" id="{B8EE5080-9A1B-4540-8099-FDB6E7D61EE7}"/>
              </a:ext>
            </a:extLst>
          </p:cNvPr>
          <p:cNvSpPr>
            <a:spLocks noGrp="1"/>
          </p:cNvSpPr>
          <p:nvPr>
            <p:ph type="sldNum" sz="quarter" idx="5"/>
          </p:nvPr>
        </p:nvSpPr>
        <p:spPr/>
        <p:txBody>
          <a:bodyPr/>
          <a:lstStyle/>
          <a:p>
            <a:pPr rtl="0"/>
            <a:fld id="{F97DC217-DF71-1A49-B3EA-559F1F43B0FF}" type="slidenum">
              <a:rPr lang="id-ID" smtClean="0"/>
              <a:t>25</a:t>
            </a:fld>
            <a:endParaRPr lang="id-ID"/>
          </a:p>
        </p:txBody>
      </p:sp>
    </p:spTree>
    <p:extLst>
      <p:ext uri="{BB962C8B-B14F-4D97-AF65-F5344CB8AC3E}">
        <p14:creationId xmlns:p14="http://schemas.microsoft.com/office/powerpoint/2010/main" val="319947789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68E10A-D9DE-1F42-5CD1-AAF1B62C63F3}"/>
            </a:ext>
          </a:extLst>
        </p:cNvPr>
        <p:cNvGrpSpPr/>
        <p:nvPr/>
      </p:nvGrpSpPr>
      <p:grpSpPr>
        <a:xfrm>
          <a:off x="0" y="0"/>
          <a:ext cx="0" cy="0"/>
          <a:chOff x="0" y="0"/>
          <a:chExt cx="0" cy="0"/>
        </a:xfrm>
      </p:grpSpPr>
      <p:sp>
        <p:nvSpPr>
          <p:cNvPr id="2" name="Tampungan Gambar Slide 1">
            <a:extLst>
              <a:ext uri="{FF2B5EF4-FFF2-40B4-BE49-F238E27FC236}">
                <a16:creationId xmlns:a16="http://schemas.microsoft.com/office/drawing/2014/main" id="{F11FA61E-FF40-AD8A-ADF1-8CE545F89C42}"/>
              </a:ext>
            </a:extLst>
          </p:cNvPr>
          <p:cNvSpPr>
            <a:spLocks noGrp="1" noRot="1" noChangeAspect="1"/>
          </p:cNvSpPr>
          <p:nvPr>
            <p:ph type="sldImg"/>
          </p:nvPr>
        </p:nvSpPr>
        <p:spPr/>
        <p:txBody>
          <a:bodyPr/>
          <a:lstStyle/>
          <a:p>
            <a:endParaRPr lang="id-ID"/>
          </a:p>
        </p:txBody>
      </p:sp>
      <p:sp>
        <p:nvSpPr>
          <p:cNvPr id="3" name="Tampungan Catatan 2">
            <a:extLst>
              <a:ext uri="{FF2B5EF4-FFF2-40B4-BE49-F238E27FC236}">
                <a16:creationId xmlns:a16="http://schemas.microsoft.com/office/drawing/2014/main" id="{2526FEA2-4605-B3E4-9D8E-78B57CF51445}"/>
              </a:ext>
            </a:extLst>
          </p:cNvPr>
          <p:cNvSpPr>
            <a:spLocks noGrp="1"/>
          </p:cNvSpPr>
          <p:nvPr>
            <p:ph type="body" idx="1"/>
          </p:nvPr>
        </p:nvSpPr>
        <p:spPr/>
        <p:txBody>
          <a:bodyPr/>
          <a:lstStyle/>
          <a:p>
            <a:r>
              <a:rPr lang="id-ID" dirty="0"/>
              <a:t>Artinya, ia secara cerdas hanya fokus mengembangkan bagian dari pohon keputusan yang paling menjanjikan untuk meningkatkan akurasi, sehingga proses pelatihan menjadi jauh lebih cepat. </a:t>
            </a:r>
            <a:endParaRPr lang="en-GB" dirty="0"/>
          </a:p>
          <a:p>
            <a:endParaRPr lang="en-GB" noProof="0" dirty="0"/>
          </a:p>
          <a:p>
            <a:pPr marL="0" lvl="0" indent="0">
              <a:buFont typeface="Arial" panose="020B0604020202020204" pitchFamily="34" charset="0"/>
              <a:buNone/>
            </a:pPr>
            <a:r>
              <a:rPr lang="id-ID" sz="2400" b="1" dirty="0"/>
              <a:t>GOSS (</a:t>
            </a:r>
            <a:r>
              <a:rPr lang="id-ID" sz="2400" b="1" dirty="0" err="1"/>
              <a:t>Gradient-based</a:t>
            </a:r>
            <a:r>
              <a:rPr lang="id-ID" sz="2400" b="1" dirty="0"/>
              <a:t> One-</a:t>
            </a:r>
            <a:r>
              <a:rPr lang="id-ID" sz="2400" b="1" dirty="0" err="1"/>
              <a:t>Side</a:t>
            </a:r>
            <a:r>
              <a:rPr lang="id-ID" sz="2400" b="1" dirty="0"/>
              <a:t> Sampling):</a:t>
            </a:r>
            <a:r>
              <a:rPr lang="id-ID" sz="2400" dirty="0"/>
              <a:t> Memprioritaskan data yang "sulit" diprediksi, sehingga proses belajar lebih efisien.</a:t>
            </a:r>
            <a:endParaRPr lang="en-GB" sz="2400" dirty="0"/>
          </a:p>
          <a:p>
            <a:pPr marL="0" lvl="0" indent="0">
              <a:buFont typeface="Arial" panose="020B0604020202020204" pitchFamily="34" charset="0"/>
              <a:buNone/>
            </a:pPr>
            <a:r>
              <a:rPr lang="id-ID" sz="2400" b="1" dirty="0"/>
              <a:t>EFB (</a:t>
            </a:r>
            <a:r>
              <a:rPr lang="id-ID" sz="2400" b="1" dirty="0" err="1"/>
              <a:t>Exclusive</a:t>
            </a:r>
            <a:r>
              <a:rPr lang="id-ID" sz="2400" b="1" dirty="0"/>
              <a:t> </a:t>
            </a:r>
            <a:r>
              <a:rPr lang="id-ID" sz="2400" b="1" dirty="0" err="1"/>
              <a:t>Feature</a:t>
            </a:r>
            <a:r>
              <a:rPr lang="id-ID" sz="2400" b="1" dirty="0"/>
              <a:t> </a:t>
            </a:r>
            <a:r>
              <a:rPr lang="id-ID" sz="2400" b="1" dirty="0" err="1"/>
              <a:t>Bundling</a:t>
            </a:r>
            <a:r>
              <a:rPr lang="id-ID" sz="2400" b="1" dirty="0"/>
              <a:t>):</a:t>
            </a:r>
            <a:r>
              <a:rPr lang="id-ID" sz="2400" dirty="0"/>
              <a:t> Menggabungkan banyak fitur menjadi satu untuk menyederhanakan data tanpa kehilangan informasi penting. (Ke </a:t>
            </a:r>
            <a:r>
              <a:rPr lang="id-ID" sz="2400" dirty="0" err="1"/>
              <a:t>et</a:t>
            </a:r>
            <a:r>
              <a:rPr lang="id-ID" sz="2400" dirty="0"/>
              <a:t> </a:t>
            </a:r>
            <a:r>
              <a:rPr lang="id-ID" sz="2400" dirty="0" err="1"/>
              <a:t>al.</a:t>
            </a:r>
            <a:r>
              <a:rPr lang="id-ID" sz="2400" dirty="0"/>
              <a:t>, 2017).</a:t>
            </a:r>
          </a:p>
          <a:p>
            <a:endParaRPr lang="id-ID" noProof="0" dirty="0"/>
          </a:p>
        </p:txBody>
      </p:sp>
      <p:sp>
        <p:nvSpPr>
          <p:cNvPr id="4" name="Tampungan Nomor Slide 3">
            <a:extLst>
              <a:ext uri="{FF2B5EF4-FFF2-40B4-BE49-F238E27FC236}">
                <a16:creationId xmlns:a16="http://schemas.microsoft.com/office/drawing/2014/main" id="{59A48127-2F40-D31E-410E-4F32DE2E329D}"/>
              </a:ext>
            </a:extLst>
          </p:cNvPr>
          <p:cNvSpPr>
            <a:spLocks noGrp="1"/>
          </p:cNvSpPr>
          <p:nvPr>
            <p:ph type="sldNum" sz="quarter" idx="5"/>
          </p:nvPr>
        </p:nvSpPr>
        <p:spPr/>
        <p:txBody>
          <a:bodyPr/>
          <a:lstStyle/>
          <a:p>
            <a:pPr rtl="0"/>
            <a:fld id="{F97DC217-DF71-1A49-B3EA-559F1F43B0FF}" type="slidenum">
              <a:rPr lang="id-ID" smtClean="0"/>
              <a:t>26</a:t>
            </a:fld>
            <a:endParaRPr lang="id-ID"/>
          </a:p>
        </p:txBody>
      </p:sp>
    </p:spTree>
    <p:extLst>
      <p:ext uri="{BB962C8B-B14F-4D97-AF65-F5344CB8AC3E}">
        <p14:creationId xmlns:p14="http://schemas.microsoft.com/office/powerpoint/2010/main" val="145556287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C671EB-875A-F063-F774-09FC42A23742}"/>
            </a:ext>
          </a:extLst>
        </p:cNvPr>
        <p:cNvGrpSpPr/>
        <p:nvPr/>
      </p:nvGrpSpPr>
      <p:grpSpPr>
        <a:xfrm>
          <a:off x="0" y="0"/>
          <a:ext cx="0" cy="0"/>
          <a:chOff x="0" y="0"/>
          <a:chExt cx="0" cy="0"/>
        </a:xfrm>
      </p:grpSpPr>
      <p:sp>
        <p:nvSpPr>
          <p:cNvPr id="2" name="Tampungan Gambar Slide 1">
            <a:extLst>
              <a:ext uri="{FF2B5EF4-FFF2-40B4-BE49-F238E27FC236}">
                <a16:creationId xmlns:a16="http://schemas.microsoft.com/office/drawing/2014/main" id="{E32B96E3-4D4D-0114-B6E8-9202F095A4B9}"/>
              </a:ext>
            </a:extLst>
          </p:cNvPr>
          <p:cNvSpPr>
            <a:spLocks noGrp="1" noRot="1" noChangeAspect="1"/>
          </p:cNvSpPr>
          <p:nvPr>
            <p:ph type="sldImg"/>
          </p:nvPr>
        </p:nvSpPr>
        <p:spPr/>
        <p:txBody>
          <a:bodyPr/>
          <a:lstStyle/>
          <a:p>
            <a:endParaRPr lang="id-ID"/>
          </a:p>
        </p:txBody>
      </p:sp>
      <p:sp>
        <p:nvSpPr>
          <p:cNvPr id="3" name="Tampungan Catatan 2">
            <a:extLst>
              <a:ext uri="{FF2B5EF4-FFF2-40B4-BE49-F238E27FC236}">
                <a16:creationId xmlns:a16="http://schemas.microsoft.com/office/drawing/2014/main" id="{2BC45242-28F4-D9AF-D0D0-4C96B6F2B5E2}"/>
              </a:ext>
            </a:extLst>
          </p:cNvPr>
          <p:cNvSpPr>
            <a:spLocks noGrp="1"/>
          </p:cNvSpPr>
          <p:nvPr>
            <p:ph type="body" idx="1"/>
          </p:nvPr>
        </p:nvSpPr>
        <p:spPr/>
        <p:txBody>
          <a:bodyPr/>
          <a:lstStyle/>
          <a:p>
            <a:r>
              <a:rPr lang="id-ID" dirty="0"/>
              <a:t>Artinya, ia secara cerdas hanya fokus mengembangkan bagian dari pohon keputusan yang paling menjanjikan untuk meningkatkan akurasi, sehingga proses pelatihan menjadi jauh lebih cepat. </a:t>
            </a:r>
            <a:endParaRPr lang="en-GB" dirty="0"/>
          </a:p>
          <a:p>
            <a:endParaRPr lang="en-GB" noProof="0" dirty="0"/>
          </a:p>
          <a:p>
            <a:pPr marL="0" lvl="0" indent="0">
              <a:buFont typeface="Arial" panose="020B0604020202020204" pitchFamily="34" charset="0"/>
              <a:buNone/>
            </a:pPr>
            <a:r>
              <a:rPr lang="id-ID" sz="2400" b="1" dirty="0"/>
              <a:t>GOSS (</a:t>
            </a:r>
            <a:r>
              <a:rPr lang="id-ID" sz="2400" b="1" dirty="0" err="1"/>
              <a:t>Gradient-based</a:t>
            </a:r>
            <a:r>
              <a:rPr lang="id-ID" sz="2400" b="1" dirty="0"/>
              <a:t> One-</a:t>
            </a:r>
            <a:r>
              <a:rPr lang="id-ID" sz="2400" b="1" dirty="0" err="1"/>
              <a:t>Side</a:t>
            </a:r>
            <a:r>
              <a:rPr lang="id-ID" sz="2400" b="1" dirty="0"/>
              <a:t> Sampling):</a:t>
            </a:r>
            <a:r>
              <a:rPr lang="id-ID" sz="2400" dirty="0"/>
              <a:t> Memprioritaskan data yang "sulit" diprediksi, sehingga proses belajar lebih efisien.</a:t>
            </a:r>
            <a:endParaRPr lang="en-GB" sz="2400" dirty="0"/>
          </a:p>
          <a:p>
            <a:pPr marL="0" lvl="0" indent="0">
              <a:buFont typeface="Arial" panose="020B0604020202020204" pitchFamily="34" charset="0"/>
              <a:buNone/>
            </a:pPr>
            <a:r>
              <a:rPr lang="id-ID" sz="2400" b="1" dirty="0"/>
              <a:t>EFB (</a:t>
            </a:r>
            <a:r>
              <a:rPr lang="id-ID" sz="2400" b="1" dirty="0" err="1"/>
              <a:t>Exclusive</a:t>
            </a:r>
            <a:r>
              <a:rPr lang="id-ID" sz="2400" b="1" dirty="0"/>
              <a:t> </a:t>
            </a:r>
            <a:r>
              <a:rPr lang="id-ID" sz="2400" b="1" dirty="0" err="1"/>
              <a:t>Feature</a:t>
            </a:r>
            <a:r>
              <a:rPr lang="id-ID" sz="2400" b="1" dirty="0"/>
              <a:t> </a:t>
            </a:r>
            <a:r>
              <a:rPr lang="id-ID" sz="2400" b="1" dirty="0" err="1"/>
              <a:t>Bundling</a:t>
            </a:r>
            <a:r>
              <a:rPr lang="id-ID" sz="2400" b="1" dirty="0"/>
              <a:t>):</a:t>
            </a:r>
            <a:r>
              <a:rPr lang="id-ID" sz="2400" dirty="0"/>
              <a:t> Menggabungkan banyak fitur menjadi satu untuk menyederhanakan data tanpa kehilangan informasi penting. (Ke </a:t>
            </a:r>
            <a:r>
              <a:rPr lang="id-ID" sz="2400" dirty="0" err="1"/>
              <a:t>et</a:t>
            </a:r>
            <a:r>
              <a:rPr lang="id-ID" sz="2400" dirty="0"/>
              <a:t> </a:t>
            </a:r>
            <a:r>
              <a:rPr lang="id-ID" sz="2400" dirty="0" err="1"/>
              <a:t>al.</a:t>
            </a:r>
            <a:r>
              <a:rPr lang="id-ID" sz="2400" dirty="0"/>
              <a:t>, 2017).</a:t>
            </a:r>
          </a:p>
          <a:p>
            <a:endParaRPr lang="id-ID" noProof="0" dirty="0"/>
          </a:p>
        </p:txBody>
      </p:sp>
      <p:sp>
        <p:nvSpPr>
          <p:cNvPr id="4" name="Tampungan Nomor Slide 3">
            <a:extLst>
              <a:ext uri="{FF2B5EF4-FFF2-40B4-BE49-F238E27FC236}">
                <a16:creationId xmlns:a16="http://schemas.microsoft.com/office/drawing/2014/main" id="{D453B810-CE5C-6B0E-C2DC-0D02C14D1A6E}"/>
              </a:ext>
            </a:extLst>
          </p:cNvPr>
          <p:cNvSpPr>
            <a:spLocks noGrp="1"/>
          </p:cNvSpPr>
          <p:nvPr>
            <p:ph type="sldNum" sz="quarter" idx="5"/>
          </p:nvPr>
        </p:nvSpPr>
        <p:spPr/>
        <p:txBody>
          <a:bodyPr/>
          <a:lstStyle/>
          <a:p>
            <a:pPr rtl="0"/>
            <a:fld id="{F97DC217-DF71-1A49-B3EA-559F1F43B0FF}" type="slidenum">
              <a:rPr lang="id-ID" smtClean="0"/>
              <a:t>27</a:t>
            </a:fld>
            <a:endParaRPr lang="id-ID"/>
          </a:p>
        </p:txBody>
      </p:sp>
    </p:spTree>
    <p:extLst>
      <p:ext uri="{BB962C8B-B14F-4D97-AF65-F5344CB8AC3E}">
        <p14:creationId xmlns:p14="http://schemas.microsoft.com/office/powerpoint/2010/main" val="7569243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0CE7C0-8485-8FB6-E5B2-19CC6B45686B}"/>
            </a:ext>
          </a:extLst>
        </p:cNvPr>
        <p:cNvGrpSpPr/>
        <p:nvPr/>
      </p:nvGrpSpPr>
      <p:grpSpPr>
        <a:xfrm>
          <a:off x="0" y="0"/>
          <a:ext cx="0" cy="0"/>
          <a:chOff x="0" y="0"/>
          <a:chExt cx="0" cy="0"/>
        </a:xfrm>
      </p:grpSpPr>
      <p:sp>
        <p:nvSpPr>
          <p:cNvPr id="2" name="Tampungan Gambar Slide 1">
            <a:extLst>
              <a:ext uri="{FF2B5EF4-FFF2-40B4-BE49-F238E27FC236}">
                <a16:creationId xmlns:a16="http://schemas.microsoft.com/office/drawing/2014/main" id="{E19CFBF1-15A7-5650-F008-D8C9767CB23A}"/>
              </a:ext>
            </a:extLst>
          </p:cNvPr>
          <p:cNvSpPr>
            <a:spLocks noGrp="1" noRot="1" noChangeAspect="1"/>
          </p:cNvSpPr>
          <p:nvPr>
            <p:ph type="sldImg"/>
          </p:nvPr>
        </p:nvSpPr>
        <p:spPr/>
        <p:txBody>
          <a:bodyPr/>
          <a:lstStyle/>
          <a:p>
            <a:endParaRPr lang="id-ID"/>
          </a:p>
        </p:txBody>
      </p:sp>
      <p:sp>
        <p:nvSpPr>
          <p:cNvPr id="3" name="Tampungan Catatan 2">
            <a:extLst>
              <a:ext uri="{FF2B5EF4-FFF2-40B4-BE49-F238E27FC236}">
                <a16:creationId xmlns:a16="http://schemas.microsoft.com/office/drawing/2014/main" id="{31A8D515-7FEB-4CB3-92A8-ABE517A49D2E}"/>
              </a:ext>
            </a:extLst>
          </p:cNvPr>
          <p:cNvSpPr>
            <a:spLocks noGrp="1"/>
          </p:cNvSpPr>
          <p:nvPr>
            <p:ph type="body" idx="1"/>
          </p:nvPr>
        </p:nvSpPr>
        <p:spPr/>
        <p:txBody>
          <a:bodyPr/>
          <a:lstStyle/>
          <a:p>
            <a:endParaRPr lang="id-ID" noProof="0" dirty="0"/>
          </a:p>
        </p:txBody>
      </p:sp>
      <p:sp>
        <p:nvSpPr>
          <p:cNvPr id="4" name="Tampungan Nomor Slide 3">
            <a:extLst>
              <a:ext uri="{FF2B5EF4-FFF2-40B4-BE49-F238E27FC236}">
                <a16:creationId xmlns:a16="http://schemas.microsoft.com/office/drawing/2014/main" id="{42551A57-F930-238C-7531-04329F3790D1}"/>
              </a:ext>
            </a:extLst>
          </p:cNvPr>
          <p:cNvSpPr>
            <a:spLocks noGrp="1"/>
          </p:cNvSpPr>
          <p:nvPr>
            <p:ph type="sldNum" sz="quarter" idx="5"/>
          </p:nvPr>
        </p:nvSpPr>
        <p:spPr/>
        <p:txBody>
          <a:bodyPr/>
          <a:lstStyle/>
          <a:p>
            <a:pPr rtl="0"/>
            <a:fld id="{F97DC217-DF71-1A49-B3EA-559F1F43B0FF}" type="slidenum">
              <a:rPr lang="id-ID" smtClean="0"/>
              <a:t>28</a:t>
            </a:fld>
            <a:endParaRPr lang="id-ID"/>
          </a:p>
        </p:txBody>
      </p:sp>
    </p:spTree>
    <p:extLst>
      <p:ext uri="{BB962C8B-B14F-4D97-AF65-F5344CB8AC3E}">
        <p14:creationId xmlns:p14="http://schemas.microsoft.com/office/powerpoint/2010/main" val="319203020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4C3610-AE0C-E7E8-6875-AE49D5F06AEF}"/>
            </a:ext>
          </a:extLst>
        </p:cNvPr>
        <p:cNvGrpSpPr/>
        <p:nvPr/>
      </p:nvGrpSpPr>
      <p:grpSpPr>
        <a:xfrm>
          <a:off x="0" y="0"/>
          <a:ext cx="0" cy="0"/>
          <a:chOff x="0" y="0"/>
          <a:chExt cx="0" cy="0"/>
        </a:xfrm>
      </p:grpSpPr>
      <p:sp>
        <p:nvSpPr>
          <p:cNvPr id="2" name="Tampungan Gambar Slide 1">
            <a:extLst>
              <a:ext uri="{FF2B5EF4-FFF2-40B4-BE49-F238E27FC236}">
                <a16:creationId xmlns:a16="http://schemas.microsoft.com/office/drawing/2014/main" id="{7C4FAC29-166F-B881-F2B5-5CCA2D892024}"/>
              </a:ext>
            </a:extLst>
          </p:cNvPr>
          <p:cNvSpPr>
            <a:spLocks noGrp="1" noRot="1" noChangeAspect="1"/>
          </p:cNvSpPr>
          <p:nvPr>
            <p:ph type="sldImg"/>
          </p:nvPr>
        </p:nvSpPr>
        <p:spPr/>
        <p:txBody>
          <a:bodyPr/>
          <a:lstStyle/>
          <a:p>
            <a:endParaRPr lang="id-ID"/>
          </a:p>
        </p:txBody>
      </p:sp>
      <p:sp>
        <p:nvSpPr>
          <p:cNvPr id="3" name="Tampungan Catatan 2">
            <a:extLst>
              <a:ext uri="{FF2B5EF4-FFF2-40B4-BE49-F238E27FC236}">
                <a16:creationId xmlns:a16="http://schemas.microsoft.com/office/drawing/2014/main" id="{1B758528-43E1-EE64-53B8-A4CB3F638399}"/>
              </a:ext>
            </a:extLst>
          </p:cNvPr>
          <p:cNvSpPr>
            <a:spLocks noGrp="1"/>
          </p:cNvSpPr>
          <p:nvPr>
            <p:ph type="body" idx="1"/>
          </p:nvPr>
        </p:nvSpPr>
        <p:spPr/>
        <p:txBody>
          <a:bodyPr/>
          <a:lstStyle/>
          <a:p>
            <a:endParaRPr lang="id-ID" noProof="0" dirty="0"/>
          </a:p>
        </p:txBody>
      </p:sp>
      <p:sp>
        <p:nvSpPr>
          <p:cNvPr id="4" name="Tampungan Nomor Slide 3">
            <a:extLst>
              <a:ext uri="{FF2B5EF4-FFF2-40B4-BE49-F238E27FC236}">
                <a16:creationId xmlns:a16="http://schemas.microsoft.com/office/drawing/2014/main" id="{840B2A00-D867-5F54-D38D-3D9AEE1426CB}"/>
              </a:ext>
            </a:extLst>
          </p:cNvPr>
          <p:cNvSpPr>
            <a:spLocks noGrp="1"/>
          </p:cNvSpPr>
          <p:nvPr>
            <p:ph type="sldNum" sz="quarter" idx="5"/>
          </p:nvPr>
        </p:nvSpPr>
        <p:spPr/>
        <p:txBody>
          <a:bodyPr/>
          <a:lstStyle/>
          <a:p>
            <a:pPr rtl="0"/>
            <a:fld id="{F97DC217-DF71-1A49-B3EA-559F1F43B0FF}" type="slidenum">
              <a:rPr lang="id-ID" smtClean="0"/>
              <a:t>29</a:t>
            </a:fld>
            <a:endParaRPr lang="id-ID"/>
          </a:p>
        </p:txBody>
      </p:sp>
    </p:spTree>
    <p:extLst>
      <p:ext uri="{BB962C8B-B14F-4D97-AF65-F5344CB8AC3E}">
        <p14:creationId xmlns:p14="http://schemas.microsoft.com/office/powerpoint/2010/main" val="197012122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68EA77-2F60-976B-ACAD-D5EF9D54B5D5}"/>
            </a:ext>
          </a:extLst>
        </p:cNvPr>
        <p:cNvGrpSpPr/>
        <p:nvPr/>
      </p:nvGrpSpPr>
      <p:grpSpPr>
        <a:xfrm>
          <a:off x="0" y="0"/>
          <a:ext cx="0" cy="0"/>
          <a:chOff x="0" y="0"/>
          <a:chExt cx="0" cy="0"/>
        </a:xfrm>
      </p:grpSpPr>
      <p:sp>
        <p:nvSpPr>
          <p:cNvPr id="2" name="Tampungan Gambar Slide 1">
            <a:extLst>
              <a:ext uri="{FF2B5EF4-FFF2-40B4-BE49-F238E27FC236}">
                <a16:creationId xmlns:a16="http://schemas.microsoft.com/office/drawing/2014/main" id="{0ED64EE7-8518-DB82-4A7A-B06B6A85307B}"/>
              </a:ext>
            </a:extLst>
          </p:cNvPr>
          <p:cNvSpPr>
            <a:spLocks noGrp="1" noRot="1" noChangeAspect="1"/>
          </p:cNvSpPr>
          <p:nvPr>
            <p:ph type="sldImg"/>
          </p:nvPr>
        </p:nvSpPr>
        <p:spPr/>
        <p:txBody>
          <a:bodyPr/>
          <a:lstStyle/>
          <a:p>
            <a:endParaRPr lang="id-ID"/>
          </a:p>
        </p:txBody>
      </p:sp>
      <p:sp>
        <p:nvSpPr>
          <p:cNvPr id="3" name="Tampungan Catatan 2">
            <a:extLst>
              <a:ext uri="{FF2B5EF4-FFF2-40B4-BE49-F238E27FC236}">
                <a16:creationId xmlns:a16="http://schemas.microsoft.com/office/drawing/2014/main" id="{5393FF8F-C076-8D67-3614-7590A6C72C05}"/>
              </a:ext>
            </a:extLst>
          </p:cNvPr>
          <p:cNvSpPr>
            <a:spLocks noGrp="1"/>
          </p:cNvSpPr>
          <p:nvPr>
            <p:ph type="body" idx="1"/>
          </p:nvPr>
        </p:nvSpPr>
        <p:spPr/>
        <p:txBody>
          <a:bodyPr/>
          <a:lstStyle/>
          <a:p>
            <a:endParaRPr lang="id-ID" noProof="0" dirty="0"/>
          </a:p>
        </p:txBody>
      </p:sp>
      <p:sp>
        <p:nvSpPr>
          <p:cNvPr id="4" name="Tampungan Nomor Slide 3">
            <a:extLst>
              <a:ext uri="{FF2B5EF4-FFF2-40B4-BE49-F238E27FC236}">
                <a16:creationId xmlns:a16="http://schemas.microsoft.com/office/drawing/2014/main" id="{8BE0CFD0-C02E-8406-6302-8DB3114444E4}"/>
              </a:ext>
            </a:extLst>
          </p:cNvPr>
          <p:cNvSpPr>
            <a:spLocks noGrp="1"/>
          </p:cNvSpPr>
          <p:nvPr>
            <p:ph type="sldNum" sz="quarter" idx="5"/>
          </p:nvPr>
        </p:nvSpPr>
        <p:spPr/>
        <p:txBody>
          <a:bodyPr/>
          <a:lstStyle/>
          <a:p>
            <a:pPr rtl="0"/>
            <a:fld id="{F97DC217-DF71-1A49-B3EA-559F1F43B0FF}" type="slidenum">
              <a:rPr lang="id-ID" smtClean="0"/>
              <a:t>30</a:t>
            </a:fld>
            <a:endParaRPr lang="id-ID"/>
          </a:p>
        </p:txBody>
      </p:sp>
    </p:spTree>
    <p:extLst>
      <p:ext uri="{BB962C8B-B14F-4D97-AF65-F5344CB8AC3E}">
        <p14:creationId xmlns:p14="http://schemas.microsoft.com/office/powerpoint/2010/main" val="356159100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74CDD3-D619-3003-737A-208C29D20E3B}"/>
            </a:ext>
          </a:extLst>
        </p:cNvPr>
        <p:cNvGrpSpPr/>
        <p:nvPr/>
      </p:nvGrpSpPr>
      <p:grpSpPr>
        <a:xfrm>
          <a:off x="0" y="0"/>
          <a:ext cx="0" cy="0"/>
          <a:chOff x="0" y="0"/>
          <a:chExt cx="0" cy="0"/>
        </a:xfrm>
      </p:grpSpPr>
      <p:sp>
        <p:nvSpPr>
          <p:cNvPr id="2" name="Tampungan Gambar Slide 1">
            <a:extLst>
              <a:ext uri="{FF2B5EF4-FFF2-40B4-BE49-F238E27FC236}">
                <a16:creationId xmlns:a16="http://schemas.microsoft.com/office/drawing/2014/main" id="{28815292-BE2F-B556-3E72-C8F09921B6CD}"/>
              </a:ext>
            </a:extLst>
          </p:cNvPr>
          <p:cNvSpPr>
            <a:spLocks noGrp="1" noRot="1" noChangeAspect="1"/>
          </p:cNvSpPr>
          <p:nvPr>
            <p:ph type="sldImg"/>
          </p:nvPr>
        </p:nvSpPr>
        <p:spPr/>
        <p:txBody>
          <a:bodyPr/>
          <a:lstStyle/>
          <a:p>
            <a:endParaRPr lang="id-ID"/>
          </a:p>
        </p:txBody>
      </p:sp>
      <p:sp>
        <p:nvSpPr>
          <p:cNvPr id="3" name="Tampungan Catatan 2">
            <a:extLst>
              <a:ext uri="{FF2B5EF4-FFF2-40B4-BE49-F238E27FC236}">
                <a16:creationId xmlns:a16="http://schemas.microsoft.com/office/drawing/2014/main" id="{C8E3ECB8-9217-22FC-BCBA-69F1959117A9}"/>
              </a:ext>
            </a:extLst>
          </p:cNvPr>
          <p:cNvSpPr>
            <a:spLocks noGrp="1"/>
          </p:cNvSpPr>
          <p:nvPr>
            <p:ph type="body" idx="1"/>
          </p:nvPr>
        </p:nvSpPr>
        <p:spPr/>
        <p:txBody>
          <a:bodyPr/>
          <a:lstStyle/>
          <a:p>
            <a:endParaRPr lang="id-ID" noProof="0" dirty="0"/>
          </a:p>
        </p:txBody>
      </p:sp>
      <p:sp>
        <p:nvSpPr>
          <p:cNvPr id="4" name="Tampungan Nomor Slide 3">
            <a:extLst>
              <a:ext uri="{FF2B5EF4-FFF2-40B4-BE49-F238E27FC236}">
                <a16:creationId xmlns:a16="http://schemas.microsoft.com/office/drawing/2014/main" id="{565297C8-0039-112C-41E4-91778F40B8BA}"/>
              </a:ext>
            </a:extLst>
          </p:cNvPr>
          <p:cNvSpPr>
            <a:spLocks noGrp="1"/>
          </p:cNvSpPr>
          <p:nvPr>
            <p:ph type="sldNum" sz="quarter" idx="5"/>
          </p:nvPr>
        </p:nvSpPr>
        <p:spPr/>
        <p:txBody>
          <a:bodyPr/>
          <a:lstStyle/>
          <a:p>
            <a:pPr rtl="0"/>
            <a:fld id="{F97DC217-DF71-1A49-B3EA-559F1F43B0FF}" type="slidenum">
              <a:rPr lang="id-ID" smtClean="0"/>
              <a:t>31</a:t>
            </a:fld>
            <a:endParaRPr lang="id-ID"/>
          </a:p>
        </p:txBody>
      </p:sp>
    </p:spTree>
    <p:extLst>
      <p:ext uri="{BB962C8B-B14F-4D97-AF65-F5344CB8AC3E}">
        <p14:creationId xmlns:p14="http://schemas.microsoft.com/office/powerpoint/2010/main" val="102637267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ampungan Gambar Slide 1"/>
          <p:cNvSpPr>
            <a:spLocks noGrp="1" noRot="1" noChangeAspect="1"/>
          </p:cNvSpPr>
          <p:nvPr>
            <p:ph type="sldImg"/>
          </p:nvPr>
        </p:nvSpPr>
        <p:spPr/>
        <p:txBody>
          <a:bodyPr/>
          <a:lstStyle/>
          <a:p>
            <a:endParaRPr lang="id-ID"/>
          </a:p>
        </p:txBody>
      </p:sp>
      <p:sp>
        <p:nvSpPr>
          <p:cNvPr id="3" name="Tampungan Catatan 2"/>
          <p:cNvSpPr>
            <a:spLocks noGrp="1"/>
          </p:cNvSpPr>
          <p:nvPr>
            <p:ph type="body" idx="1"/>
          </p:nvPr>
        </p:nvSpPr>
        <p:spPr/>
        <p:txBody>
          <a:bodyPr/>
          <a:lstStyle/>
          <a:p>
            <a:endParaRPr lang="id-ID" noProof="0" dirty="0"/>
          </a:p>
        </p:txBody>
      </p:sp>
      <p:sp>
        <p:nvSpPr>
          <p:cNvPr id="4" name="Tampungan Nomor Slide 3"/>
          <p:cNvSpPr>
            <a:spLocks noGrp="1"/>
          </p:cNvSpPr>
          <p:nvPr>
            <p:ph type="sldNum" sz="quarter" idx="5"/>
          </p:nvPr>
        </p:nvSpPr>
        <p:spPr/>
        <p:txBody>
          <a:bodyPr/>
          <a:lstStyle/>
          <a:p>
            <a:pPr rtl="0"/>
            <a:fld id="{F97DC217-DF71-1A49-B3EA-559F1F43B0FF}" type="slidenum">
              <a:rPr lang="id-ID" smtClean="0"/>
              <a:t>32</a:t>
            </a:fld>
            <a:endParaRPr lang="id-ID"/>
          </a:p>
        </p:txBody>
      </p:sp>
    </p:spTree>
    <p:extLst>
      <p:ext uri="{BB962C8B-B14F-4D97-AF65-F5344CB8AC3E}">
        <p14:creationId xmlns:p14="http://schemas.microsoft.com/office/powerpoint/2010/main" val="147076766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4D1D70-0EE9-9C20-B06A-E91ABA709CA2}"/>
            </a:ext>
          </a:extLst>
        </p:cNvPr>
        <p:cNvGrpSpPr/>
        <p:nvPr/>
      </p:nvGrpSpPr>
      <p:grpSpPr>
        <a:xfrm>
          <a:off x="0" y="0"/>
          <a:ext cx="0" cy="0"/>
          <a:chOff x="0" y="0"/>
          <a:chExt cx="0" cy="0"/>
        </a:xfrm>
      </p:grpSpPr>
      <p:sp>
        <p:nvSpPr>
          <p:cNvPr id="2" name="Tampungan Gambar Slide 1">
            <a:extLst>
              <a:ext uri="{FF2B5EF4-FFF2-40B4-BE49-F238E27FC236}">
                <a16:creationId xmlns:a16="http://schemas.microsoft.com/office/drawing/2014/main" id="{808DCA60-BA37-5704-C129-92DE099A28CC}"/>
              </a:ext>
            </a:extLst>
          </p:cNvPr>
          <p:cNvSpPr>
            <a:spLocks noGrp="1" noRot="1" noChangeAspect="1"/>
          </p:cNvSpPr>
          <p:nvPr>
            <p:ph type="sldImg"/>
          </p:nvPr>
        </p:nvSpPr>
        <p:spPr/>
        <p:txBody>
          <a:bodyPr/>
          <a:lstStyle/>
          <a:p>
            <a:endParaRPr lang="id-ID"/>
          </a:p>
        </p:txBody>
      </p:sp>
      <p:sp>
        <p:nvSpPr>
          <p:cNvPr id="3" name="Tampungan Catatan 2">
            <a:extLst>
              <a:ext uri="{FF2B5EF4-FFF2-40B4-BE49-F238E27FC236}">
                <a16:creationId xmlns:a16="http://schemas.microsoft.com/office/drawing/2014/main" id="{A219A069-7CD1-AAA2-17D9-25CDF032D637}"/>
              </a:ext>
            </a:extLst>
          </p:cNvPr>
          <p:cNvSpPr>
            <a:spLocks noGrp="1"/>
          </p:cNvSpPr>
          <p:nvPr>
            <p:ph type="body" idx="1"/>
          </p:nvPr>
        </p:nvSpPr>
        <p:spPr/>
        <p:txBody>
          <a:bodyPr/>
          <a:lstStyle/>
          <a:p>
            <a:endParaRPr lang="id-ID" noProof="0" dirty="0"/>
          </a:p>
        </p:txBody>
      </p:sp>
      <p:sp>
        <p:nvSpPr>
          <p:cNvPr id="4" name="Tampungan Nomor Slide 3">
            <a:extLst>
              <a:ext uri="{FF2B5EF4-FFF2-40B4-BE49-F238E27FC236}">
                <a16:creationId xmlns:a16="http://schemas.microsoft.com/office/drawing/2014/main" id="{326697DF-CCC5-BF8A-43FC-7446083B5373}"/>
              </a:ext>
            </a:extLst>
          </p:cNvPr>
          <p:cNvSpPr>
            <a:spLocks noGrp="1"/>
          </p:cNvSpPr>
          <p:nvPr>
            <p:ph type="sldNum" sz="quarter" idx="5"/>
          </p:nvPr>
        </p:nvSpPr>
        <p:spPr/>
        <p:txBody>
          <a:bodyPr/>
          <a:lstStyle/>
          <a:p>
            <a:pPr rtl="0"/>
            <a:fld id="{F97DC217-DF71-1A49-B3EA-559F1F43B0FF}" type="slidenum">
              <a:rPr lang="id-ID" smtClean="0"/>
              <a:t>33</a:t>
            </a:fld>
            <a:endParaRPr lang="id-ID"/>
          </a:p>
        </p:txBody>
      </p:sp>
    </p:spTree>
    <p:extLst>
      <p:ext uri="{BB962C8B-B14F-4D97-AF65-F5344CB8AC3E}">
        <p14:creationId xmlns:p14="http://schemas.microsoft.com/office/powerpoint/2010/main" val="216492447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ampungan Gambar Slide 1"/>
          <p:cNvSpPr>
            <a:spLocks noGrp="1" noRot="1" noChangeAspect="1"/>
          </p:cNvSpPr>
          <p:nvPr>
            <p:ph type="sldImg"/>
          </p:nvPr>
        </p:nvSpPr>
        <p:spPr/>
        <p:txBody>
          <a:bodyPr/>
          <a:lstStyle/>
          <a:p>
            <a:endParaRPr lang="id-ID"/>
          </a:p>
        </p:txBody>
      </p:sp>
      <p:sp>
        <p:nvSpPr>
          <p:cNvPr id="3" name="Tampungan Catatan 2"/>
          <p:cNvSpPr>
            <a:spLocks noGrp="1"/>
          </p:cNvSpPr>
          <p:nvPr>
            <p:ph type="body" idx="1"/>
          </p:nvPr>
        </p:nvSpPr>
        <p:spPr/>
        <p:txBody>
          <a:bodyPr/>
          <a:lstStyle/>
          <a:p>
            <a:endParaRPr lang="id-ID" noProof="0" dirty="0"/>
          </a:p>
        </p:txBody>
      </p:sp>
      <p:sp>
        <p:nvSpPr>
          <p:cNvPr id="4" name="Tampungan Nomor Slide 3"/>
          <p:cNvSpPr>
            <a:spLocks noGrp="1"/>
          </p:cNvSpPr>
          <p:nvPr>
            <p:ph type="sldNum" sz="quarter" idx="5"/>
          </p:nvPr>
        </p:nvSpPr>
        <p:spPr/>
        <p:txBody>
          <a:bodyPr/>
          <a:lstStyle/>
          <a:p>
            <a:pPr rtl="0"/>
            <a:fld id="{F97DC217-DF71-1A49-B3EA-559F1F43B0FF}" type="slidenum">
              <a:rPr lang="id-ID" smtClean="0"/>
              <a:t>34</a:t>
            </a:fld>
            <a:endParaRPr lang="id-ID"/>
          </a:p>
        </p:txBody>
      </p:sp>
    </p:spTree>
    <p:extLst>
      <p:ext uri="{BB962C8B-B14F-4D97-AF65-F5344CB8AC3E}">
        <p14:creationId xmlns:p14="http://schemas.microsoft.com/office/powerpoint/2010/main" val="703596108"/>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ampungan Gambar Slide 1"/>
          <p:cNvSpPr>
            <a:spLocks noGrp="1" noRot="1" noChangeAspect="1"/>
          </p:cNvSpPr>
          <p:nvPr>
            <p:ph type="sldImg"/>
          </p:nvPr>
        </p:nvSpPr>
        <p:spPr/>
        <p:txBody>
          <a:bodyPr/>
          <a:lstStyle/>
          <a:p>
            <a:endParaRPr lang="id-ID"/>
          </a:p>
        </p:txBody>
      </p:sp>
      <p:sp>
        <p:nvSpPr>
          <p:cNvPr id="3" name="Tampungan Catatan 2"/>
          <p:cNvSpPr>
            <a:spLocks noGrp="1"/>
          </p:cNvSpPr>
          <p:nvPr>
            <p:ph type="body" idx="1"/>
          </p:nvPr>
        </p:nvSpPr>
        <p:spPr/>
        <p:txBody>
          <a:bodyPr/>
          <a:lstStyle/>
          <a:p>
            <a:endParaRPr lang="id-ID" noProof="0" dirty="0"/>
          </a:p>
        </p:txBody>
      </p:sp>
      <p:sp>
        <p:nvSpPr>
          <p:cNvPr id="4" name="Tampungan Nomor Slide 3"/>
          <p:cNvSpPr>
            <a:spLocks noGrp="1"/>
          </p:cNvSpPr>
          <p:nvPr>
            <p:ph type="sldNum" sz="quarter" idx="5"/>
          </p:nvPr>
        </p:nvSpPr>
        <p:spPr/>
        <p:txBody>
          <a:bodyPr/>
          <a:lstStyle/>
          <a:p>
            <a:pPr rtl="0"/>
            <a:fld id="{F97DC217-DF71-1A49-B3EA-559F1F43B0FF}" type="slidenum">
              <a:rPr lang="id-ID" smtClean="0"/>
              <a:t>35</a:t>
            </a:fld>
            <a:endParaRPr lang="id-ID"/>
          </a:p>
        </p:txBody>
      </p:sp>
    </p:spTree>
    <p:extLst>
      <p:ext uri="{BB962C8B-B14F-4D97-AF65-F5344CB8AC3E}">
        <p14:creationId xmlns:p14="http://schemas.microsoft.com/office/powerpoint/2010/main" val="489342786"/>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F85439-F528-C9F8-617A-3E7C9C1C2DC4}"/>
            </a:ext>
          </a:extLst>
        </p:cNvPr>
        <p:cNvGrpSpPr/>
        <p:nvPr/>
      </p:nvGrpSpPr>
      <p:grpSpPr>
        <a:xfrm>
          <a:off x="0" y="0"/>
          <a:ext cx="0" cy="0"/>
          <a:chOff x="0" y="0"/>
          <a:chExt cx="0" cy="0"/>
        </a:xfrm>
      </p:grpSpPr>
      <p:sp>
        <p:nvSpPr>
          <p:cNvPr id="2" name="Tampungan Gambar Slide 1">
            <a:extLst>
              <a:ext uri="{FF2B5EF4-FFF2-40B4-BE49-F238E27FC236}">
                <a16:creationId xmlns:a16="http://schemas.microsoft.com/office/drawing/2014/main" id="{BA294DF9-E5FF-4D74-7B2E-C7982680D599}"/>
              </a:ext>
            </a:extLst>
          </p:cNvPr>
          <p:cNvSpPr>
            <a:spLocks noGrp="1" noRot="1" noChangeAspect="1"/>
          </p:cNvSpPr>
          <p:nvPr>
            <p:ph type="sldImg"/>
          </p:nvPr>
        </p:nvSpPr>
        <p:spPr/>
        <p:txBody>
          <a:bodyPr/>
          <a:lstStyle/>
          <a:p>
            <a:endParaRPr lang="id-ID"/>
          </a:p>
        </p:txBody>
      </p:sp>
      <p:sp>
        <p:nvSpPr>
          <p:cNvPr id="3" name="Tampungan Catatan 2">
            <a:extLst>
              <a:ext uri="{FF2B5EF4-FFF2-40B4-BE49-F238E27FC236}">
                <a16:creationId xmlns:a16="http://schemas.microsoft.com/office/drawing/2014/main" id="{94526192-A667-2915-69F7-819675CE4A93}"/>
              </a:ext>
            </a:extLst>
          </p:cNvPr>
          <p:cNvSpPr>
            <a:spLocks noGrp="1"/>
          </p:cNvSpPr>
          <p:nvPr>
            <p:ph type="body" idx="1"/>
          </p:nvPr>
        </p:nvSpPr>
        <p:spPr/>
        <p:txBody>
          <a:bodyPr/>
          <a:lstStyle/>
          <a:p>
            <a:endParaRPr lang="id-ID" noProof="0" dirty="0"/>
          </a:p>
        </p:txBody>
      </p:sp>
      <p:sp>
        <p:nvSpPr>
          <p:cNvPr id="4" name="Tampungan Nomor Slide 3">
            <a:extLst>
              <a:ext uri="{FF2B5EF4-FFF2-40B4-BE49-F238E27FC236}">
                <a16:creationId xmlns:a16="http://schemas.microsoft.com/office/drawing/2014/main" id="{852B468E-851E-6FE0-22FF-1C0E0CED9651}"/>
              </a:ext>
            </a:extLst>
          </p:cNvPr>
          <p:cNvSpPr>
            <a:spLocks noGrp="1"/>
          </p:cNvSpPr>
          <p:nvPr>
            <p:ph type="sldNum" sz="quarter" idx="5"/>
          </p:nvPr>
        </p:nvSpPr>
        <p:spPr/>
        <p:txBody>
          <a:bodyPr/>
          <a:lstStyle/>
          <a:p>
            <a:pPr rtl="0"/>
            <a:fld id="{F97DC217-DF71-1A49-B3EA-559F1F43B0FF}" type="slidenum">
              <a:rPr lang="id-ID" smtClean="0"/>
              <a:t>36</a:t>
            </a:fld>
            <a:endParaRPr lang="id-ID"/>
          </a:p>
        </p:txBody>
      </p:sp>
    </p:spTree>
    <p:extLst>
      <p:ext uri="{BB962C8B-B14F-4D97-AF65-F5344CB8AC3E}">
        <p14:creationId xmlns:p14="http://schemas.microsoft.com/office/powerpoint/2010/main" val="260306882"/>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93D89C-B690-A796-4E3C-6079A0FE00C4}"/>
            </a:ext>
          </a:extLst>
        </p:cNvPr>
        <p:cNvGrpSpPr/>
        <p:nvPr/>
      </p:nvGrpSpPr>
      <p:grpSpPr>
        <a:xfrm>
          <a:off x="0" y="0"/>
          <a:ext cx="0" cy="0"/>
          <a:chOff x="0" y="0"/>
          <a:chExt cx="0" cy="0"/>
        </a:xfrm>
      </p:grpSpPr>
      <p:sp>
        <p:nvSpPr>
          <p:cNvPr id="2" name="Tampungan Gambar Slide 1">
            <a:extLst>
              <a:ext uri="{FF2B5EF4-FFF2-40B4-BE49-F238E27FC236}">
                <a16:creationId xmlns:a16="http://schemas.microsoft.com/office/drawing/2014/main" id="{F6B5E138-7104-B3DC-CAF2-E87F915CAC8A}"/>
              </a:ext>
            </a:extLst>
          </p:cNvPr>
          <p:cNvSpPr>
            <a:spLocks noGrp="1" noRot="1" noChangeAspect="1"/>
          </p:cNvSpPr>
          <p:nvPr>
            <p:ph type="sldImg"/>
          </p:nvPr>
        </p:nvSpPr>
        <p:spPr/>
        <p:txBody>
          <a:bodyPr/>
          <a:lstStyle/>
          <a:p>
            <a:endParaRPr lang="id-ID"/>
          </a:p>
        </p:txBody>
      </p:sp>
      <p:sp>
        <p:nvSpPr>
          <p:cNvPr id="3" name="Tampungan Catatan 2">
            <a:extLst>
              <a:ext uri="{FF2B5EF4-FFF2-40B4-BE49-F238E27FC236}">
                <a16:creationId xmlns:a16="http://schemas.microsoft.com/office/drawing/2014/main" id="{DEB677B7-B677-C40C-6ADB-7A65369B7128}"/>
              </a:ext>
            </a:extLst>
          </p:cNvPr>
          <p:cNvSpPr>
            <a:spLocks noGrp="1"/>
          </p:cNvSpPr>
          <p:nvPr>
            <p:ph type="body" idx="1"/>
          </p:nvPr>
        </p:nvSpPr>
        <p:spPr/>
        <p:txBody>
          <a:bodyPr/>
          <a:lstStyle/>
          <a:p>
            <a:endParaRPr lang="id-ID" noProof="0" dirty="0"/>
          </a:p>
        </p:txBody>
      </p:sp>
      <p:sp>
        <p:nvSpPr>
          <p:cNvPr id="4" name="Tampungan Nomor Slide 3">
            <a:extLst>
              <a:ext uri="{FF2B5EF4-FFF2-40B4-BE49-F238E27FC236}">
                <a16:creationId xmlns:a16="http://schemas.microsoft.com/office/drawing/2014/main" id="{A8ADE3DD-9DE8-53F4-24CF-C5A7C66E968C}"/>
              </a:ext>
            </a:extLst>
          </p:cNvPr>
          <p:cNvSpPr>
            <a:spLocks noGrp="1"/>
          </p:cNvSpPr>
          <p:nvPr>
            <p:ph type="sldNum" sz="quarter" idx="5"/>
          </p:nvPr>
        </p:nvSpPr>
        <p:spPr/>
        <p:txBody>
          <a:bodyPr/>
          <a:lstStyle/>
          <a:p>
            <a:pPr rtl="0"/>
            <a:fld id="{F97DC217-DF71-1A49-B3EA-559F1F43B0FF}" type="slidenum">
              <a:rPr lang="id-ID" smtClean="0"/>
              <a:t>37</a:t>
            </a:fld>
            <a:endParaRPr lang="id-ID"/>
          </a:p>
        </p:txBody>
      </p:sp>
    </p:spTree>
    <p:extLst>
      <p:ext uri="{BB962C8B-B14F-4D97-AF65-F5344CB8AC3E}">
        <p14:creationId xmlns:p14="http://schemas.microsoft.com/office/powerpoint/2010/main" val="2634928866"/>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F89BF6-173C-4119-9E6F-559BEB6ADF3A}"/>
            </a:ext>
          </a:extLst>
        </p:cNvPr>
        <p:cNvGrpSpPr/>
        <p:nvPr/>
      </p:nvGrpSpPr>
      <p:grpSpPr>
        <a:xfrm>
          <a:off x="0" y="0"/>
          <a:ext cx="0" cy="0"/>
          <a:chOff x="0" y="0"/>
          <a:chExt cx="0" cy="0"/>
        </a:xfrm>
      </p:grpSpPr>
      <p:sp>
        <p:nvSpPr>
          <p:cNvPr id="2" name="Tampungan Gambar Slide 1">
            <a:extLst>
              <a:ext uri="{FF2B5EF4-FFF2-40B4-BE49-F238E27FC236}">
                <a16:creationId xmlns:a16="http://schemas.microsoft.com/office/drawing/2014/main" id="{1DACD9C1-0552-D67F-7002-42B945A8A8BE}"/>
              </a:ext>
            </a:extLst>
          </p:cNvPr>
          <p:cNvSpPr>
            <a:spLocks noGrp="1" noRot="1" noChangeAspect="1"/>
          </p:cNvSpPr>
          <p:nvPr>
            <p:ph type="sldImg"/>
          </p:nvPr>
        </p:nvSpPr>
        <p:spPr/>
        <p:txBody>
          <a:bodyPr/>
          <a:lstStyle/>
          <a:p>
            <a:endParaRPr lang="id-ID"/>
          </a:p>
        </p:txBody>
      </p:sp>
      <p:sp>
        <p:nvSpPr>
          <p:cNvPr id="3" name="Tampungan Catatan 2">
            <a:extLst>
              <a:ext uri="{FF2B5EF4-FFF2-40B4-BE49-F238E27FC236}">
                <a16:creationId xmlns:a16="http://schemas.microsoft.com/office/drawing/2014/main" id="{7630D6A0-3391-CE39-C430-F1FA75411BB1}"/>
              </a:ext>
            </a:extLst>
          </p:cNvPr>
          <p:cNvSpPr>
            <a:spLocks noGrp="1"/>
          </p:cNvSpPr>
          <p:nvPr>
            <p:ph type="body" idx="1"/>
          </p:nvPr>
        </p:nvSpPr>
        <p:spPr/>
        <p:txBody>
          <a:bodyPr/>
          <a:lstStyle/>
          <a:p>
            <a:endParaRPr lang="id-ID" noProof="0" dirty="0"/>
          </a:p>
        </p:txBody>
      </p:sp>
      <p:sp>
        <p:nvSpPr>
          <p:cNvPr id="4" name="Tampungan Nomor Slide 3">
            <a:extLst>
              <a:ext uri="{FF2B5EF4-FFF2-40B4-BE49-F238E27FC236}">
                <a16:creationId xmlns:a16="http://schemas.microsoft.com/office/drawing/2014/main" id="{D36C1609-1AF0-2655-4A55-3BBFE1529350}"/>
              </a:ext>
            </a:extLst>
          </p:cNvPr>
          <p:cNvSpPr>
            <a:spLocks noGrp="1"/>
          </p:cNvSpPr>
          <p:nvPr>
            <p:ph type="sldNum" sz="quarter" idx="5"/>
          </p:nvPr>
        </p:nvSpPr>
        <p:spPr/>
        <p:txBody>
          <a:bodyPr/>
          <a:lstStyle/>
          <a:p>
            <a:pPr rtl="0"/>
            <a:fld id="{F97DC217-DF71-1A49-B3EA-559F1F43B0FF}" type="slidenum">
              <a:rPr lang="id-ID" smtClean="0"/>
              <a:t>38</a:t>
            </a:fld>
            <a:endParaRPr lang="id-ID"/>
          </a:p>
        </p:txBody>
      </p:sp>
    </p:spTree>
    <p:extLst>
      <p:ext uri="{BB962C8B-B14F-4D97-AF65-F5344CB8AC3E}">
        <p14:creationId xmlns:p14="http://schemas.microsoft.com/office/powerpoint/2010/main" val="1879943172"/>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F90211-764B-4EAC-FF47-6516B1CC9551}"/>
            </a:ext>
          </a:extLst>
        </p:cNvPr>
        <p:cNvGrpSpPr/>
        <p:nvPr/>
      </p:nvGrpSpPr>
      <p:grpSpPr>
        <a:xfrm>
          <a:off x="0" y="0"/>
          <a:ext cx="0" cy="0"/>
          <a:chOff x="0" y="0"/>
          <a:chExt cx="0" cy="0"/>
        </a:xfrm>
      </p:grpSpPr>
      <p:sp>
        <p:nvSpPr>
          <p:cNvPr id="2" name="Tampungan Gambar Slide 1">
            <a:extLst>
              <a:ext uri="{FF2B5EF4-FFF2-40B4-BE49-F238E27FC236}">
                <a16:creationId xmlns:a16="http://schemas.microsoft.com/office/drawing/2014/main" id="{76F14309-87D3-0121-9556-F254FC28ED5C}"/>
              </a:ext>
            </a:extLst>
          </p:cNvPr>
          <p:cNvSpPr>
            <a:spLocks noGrp="1" noRot="1" noChangeAspect="1"/>
          </p:cNvSpPr>
          <p:nvPr>
            <p:ph type="sldImg"/>
          </p:nvPr>
        </p:nvSpPr>
        <p:spPr/>
        <p:txBody>
          <a:bodyPr/>
          <a:lstStyle/>
          <a:p>
            <a:endParaRPr lang="id-ID"/>
          </a:p>
        </p:txBody>
      </p:sp>
      <p:sp>
        <p:nvSpPr>
          <p:cNvPr id="3" name="Tampungan Catatan 2">
            <a:extLst>
              <a:ext uri="{FF2B5EF4-FFF2-40B4-BE49-F238E27FC236}">
                <a16:creationId xmlns:a16="http://schemas.microsoft.com/office/drawing/2014/main" id="{8CD41A5C-D351-E5B7-C753-5C1B42BEA782}"/>
              </a:ext>
            </a:extLst>
          </p:cNvPr>
          <p:cNvSpPr>
            <a:spLocks noGrp="1"/>
          </p:cNvSpPr>
          <p:nvPr>
            <p:ph type="body" idx="1"/>
          </p:nvPr>
        </p:nvSpPr>
        <p:spPr/>
        <p:txBody>
          <a:bodyPr/>
          <a:lstStyle/>
          <a:p>
            <a:endParaRPr lang="id-ID" noProof="0" dirty="0"/>
          </a:p>
        </p:txBody>
      </p:sp>
      <p:sp>
        <p:nvSpPr>
          <p:cNvPr id="4" name="Tampungan Nomor Slide 3">
            <a:extLst>
              <a:ext uri="{FF2B5EF4-FFF2-40B4-BE49-F238E27FC236}">
                <a16:creationId xmlns:a16="http://schemas.microsoft.com/office/drawing/2014/main" id="{627DFFD7-B7D3-61EF-4338-FB4B7891A8E2}"/>
              </a:ext>
            </a:extLst>
          </p:cNvPr>
          <p:cNvSpPr>
            <a:spLocks noGrp="1"/>
          </p:cNvSpPr>
          <p:nvPr>
            <p:ph type="sldNum" sz="quarter" idx="5"/>
          </p:nvPr>
        </p:nvSpPr>
        <p:spPr/>
        <p:txBody>
          <a:bodyPr/>
          <a:lstStyle/>
          <a:p>
            <a:pPr rtl="0"/>
            <a:fld id="{F97DC217-DF71-1A49-B3EA-559F1F43B0FF}" type="slidenum">
              <a:rPr lang="id-ID" smtClean="0"/>
              <a:t>39</a:t>
            </a:fld>
            <a:endParaRPr lang="id-ID"/>
          </a:p>
        </p:txBody>
      </p:sp>
    </p:spTree>
    <p:extLst>
      <p:ext uri="{BB962C8B-B14F-4D97-AF65-F5344CB8AC3E}">
        <p14:creationId xmlns:p14="http://schemas.microsoft.com/office/powerpoint/2010/main" val="399273693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C30B8A-E3C8-693D-2F7D-02D4DD23779A}"/>
            </a:ext>
          </a:extLst>
        </p:cNvPr>
        <p:cNvGrpSpPr/>
        <p:nvPr/>
      </p:nvGrpSpPr>
      <p:grpSpPr>
        <a:xfrm>
          <a:off x="0" y="0"/>
          <a:ext cx="0" cy="0"/>
          <a:chOff x="0" y="0"/>
          <a:chExt cx="0" cy="0"/>
        </a:xfrm>
      </p:grpSpPr>
      <p:sp>
        <p:nvSpPr>
          <p:cNvPr id="2" name="Tampungan Gambar Slide 1">
            <a:extLst>
              <a:ext uri="{FF2B5EF4-FFF2-40B4-BE49-F238E27FC236}">
                <a16:creationId xmlns:a16="http://schemas.microsoft.com/office/drawing/2014/main" id="{7F68C7D3-C7CD-FC4F-5122-21778311D15D}"/>
              </a:ext>
            </a:extLst>
          </p:cNvPr>
          <p:cNvSpPr>
            <a:spLocks noGrp="1" noRot="1" noChangeAspect="1"/>
          </p:cNvSpPr>
          <p:nvPr>
            <p:ph type="sldImg"/>
          </p:nvPr>
        </p:nvSpPr>
        <p:spPr/>
        <p:txBody>
          <a:bodyPr/>
          <a:lstStyle/>
          <a:p>
            <a:endParaRPr lang="id-ID"/>
          </a:p>
        </p:txBody>
      </p:sp>
      <p:sp>
        <p:nvSpPr>
          <p:cNvPr id="3" name="Tampungan Catatan 2">
            <a:extLst>
              <a:ext uri="{FF2B5EF4-FFF2-40B4-BE49-F238E27FC236}">
                <a16:creationId xmlns:a16="http://schemas.microsoft.com/office/drawing/2014/main" id="{F66AEE6A-E429-4C68-FE6D-EEEBED640100}"/>
              </a:ext>
            </a:extLst>
          </p:cNvPr>
          <p:cNvSpPr>
            <a:spLocks noGrp="1"/>
          </p:cNvSpPr>
          <p:nvPr>
            <p:ph type="body" idx="1"/>
          </p:nvPr>
        </p:nvSpPr>
        <p:spPr/>
        <p:txBody>
          <a:bodyPr/>
          <a:lstStyle/>
          <a:p>
            <a:endParaRPr lang="id-ID" noProof="0" dirty="0"/>
          </a:p>
        </p:txBody>
      </p:sp>
      <p:sp>
        <p:nvSpPr>
          <p:cNvPr id="4" name="Tampungan Nomor Slide 3">
            <a:extLst>
              <a:ext uri="{FF2B5EF4-FFF2-40B4-BE49-F238E27FC236}">
                <a16:creationId xmlns:a16="http://schemas.microsoft.com/office/drawing/2014/main" id="{C1F3A422-00CB-9802-5023-75B70847BC28}"/>
              </a:ext>
            </a:extLst>
          </p:cNvPr>
          <p:cNvSpPr>
            <a:spLocks noGrp="1"/>
          </p:cNvSpPr>
          <p:nvPr>
            <p:ph type="sldNum" sz="quarter" idx="5"/>
          </p:nvPr>
        </p:nvSpPr>
        <p:spPr/>
        <p:txBody>
          <a:bodyPr/>
          <a:lstStyle/>
          <a:p>
            <a:pPr rtl="0"/>
            <a:fld id="{F97DC217-DF71-1A49-B3EA-559F1F43B0FF}" type="slidenum">
              <a:rPr lang="id-ID" smtClean="0"/>
              <a:t>40</a:t>
            </a:fld>
            <a:endParaRPr lang="id-ID"/>
          </a:p>
        </p:txBody>
      </p:sp>
    </p:spTree>
    <p:extLst>
      <p:ext uri="{BB962C8B-B14F-4D97-AF65-F5344CB8AC3E}">
        <p14:creationId xmlns:p14="http://schemas.microsoft.com/office/powerpoint/2010/main" val="1367075930"/>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5026B2-7D35-4187-D6A4-11EA61008E9B}"/>
            </a:ext>
          </a:extLst>
        </p:cNvPr>
        <p:cNvGrpSpPr/>
        <p:nvPr/>
      </p:nvGrpSpPr>
      <p:grpSpPr>
        <a:xfrm>
          <a:off x="0" y="0"/>
          <a:ext cx="0" cy="0"/>
          <a:chOff x="0" y="0"/>
          <a:chExt cx="0" cy="0"/>
        </a:xfrm>
      </p:grpSpPr>
      <p:sp>
        <p:nvSpPr>
          <p:cNvPr id="2" name="Tampungan Gambar Slide 1">
            <a:extLst>
              <a:ext uri="{FF2B5EF4-FFF2-40B4-BE49-F238E27FC236}">
                <a16:creationId xmlns:a16="http://schemas.microsoft.com/office/drawing/2014/main" id="{39542706-850B-C309-F096-11B7481D0CE2}"/>
              </a:ext>
            </a:extLst>
          </p:cNvPr>
          <p:cNvSpPr>
            <a:spLocks noGrp="1" noRot="1" noChangeAspect="1"/>
          </p:cNvSpPr>
          <p:nvPr>
            <p:ph type="sldImg"/>
          </p:nvPr>
        </p:nvSpPr>
        <p:spPr/>
        <p:txBody>
          <a:bodyPr/>
          <a:lstStyle/>
          <a:p>
            <a:endParaRPr lang="id-ID"/>
          </a:p>
        </p:txBody>
      </p:sp>
      <p:sp>
        <p:nvSpPr>
          <p:cNvPr id="3" name="Tampungan Catatan 2">
            <a:extLst>
              <a:ext uri="{FF2B5EF4-FFF2-40B4-BE49-F238E27FC236}">
                <a16:creationId xmlns:a16="http://schemas.microsoft.com/office/drawing/2014/main" id="{30ABC13F-A9A7-C674-9F3F-D1EA80208A77}"/>
              </a:ext>
            </a:extLst>
          </p:cNvPr>
          <p:cNvSpPr>
            <a:spLocks noGrp="1"/>
          </p:cNvSpPr>
          <p:nvPr>
            <p:ph type="body" idx="1"/>
          </p:nvPr>
        </p:nvSpPr>
        <p:spPr/>
        <p:txBody>
          <a:bodyPr/>
          <a:lstStyle/>
          <a:p>
            <a:endParaRPr lang="id-ID" noProof="0" dirty="0"/>
          </a:p>
        </p:txBody>
      </p:sp>
      <p:sp>
        <p:nvSpPr>
          <p:cNvPr id="4" name="Tampungan Nomor Slide 3">
            <a:extLst>
              <a:ext uri="{FF2B5EF4-FFF2-40B4-BE49-F238E27FC236}">
                <a16:creationId xmlns:a16="http://schemas.microsoft.com/office/drawing/2014/main" id="{D07C0CB0-D22E-9CC7-54D8-BE63AE435803}"/>
              </a:ext>
            </a:extLst>
          </p:cNvPr>
          <p:cNvSpPr>
            <a:spLocks noGrp="1"/>
          </p:cNvSpPr>
          <p:nvPr>
            <p:ph type="sldNum" sz="quarter" idx="5"/>
          </p:nvPr>
        </p:nvSpPr>
        <p:spPr/>
        <p:txBody>
          <a:bodyPr/>
          <a:lstStyle/>
          <a:p>
            <a:pPr rtl="0"/>
            <a:fld id="{F97DC217-DF71-1A49-B3EA-559F1F43B0FF}" type="slidenum">
              <a:rPr lang="id-ID" smtClean="0"/>
              <a:t>41</a:t>
            </a:fld>
            <a:endParaRPr lang="id-ID"/>
          </a:p>
        </p:txBody>
      </p:sp>
    </p:spTree>
    <p:extLst>
      <p:ext uri="{BB962C8B-B14F-4D97-AF65-F5344CB8AC3E}">
        <p14:creationId xmlns:p14="http://schemas.microsoft.com/office/powerpoint/2010/main" val="251535820"/>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1A8F3B-B192-3C4D-F79F-C78A5BBB132B}"/>
            </a:ext>
          </a:extLst>
        </p:cNvPr>
        <p:cNvGrpSpPr/>
        <p:nvPr/>
      </p:nvGrpSpPr>
      <p:grpSpPr>
        <a:xfrm>
          <a:off x="0" y="0"/>
          <a:ext cx="0" cy="0"/>
          <a:chOff x="0" y="0"/>
          <a:chExt cx="0" cy="0"/>
        </a:xfrm>
      </p:grpSpPr>
      <p:sp>
        <p:nvSpPr>
          <p:cNvPr id="2" name="Tampungan Gambar Slide 1">
            <a:extLst>
              <a:ext uri="{FF2B5EF4-FFF2-40B4-BE49-F238E27FC236}">
                <a16:creationId xmlns:a16="http://schemas.microsoft.com/office/drawing/2014/main" id="{E3B4B7E7-875D-2A66-8167-CFA46CB1E1CE}"/>
              </a:ext>
            </a:extLst>
          </p:cNvPr>
          <p:cNvSpPr>
            <a:spLocks noGrp="1" noRot="1" noChangeAspect="1"/>
          </p:cNvSpPr>
          <p:nvPr>
            <p:ph type="sldImg"/>
          </p:nvPr>
        </p:nvSpPr>
        <p:spPr/>
        <p:txBody>
          <a:bodyPr/>
          <a:lstStyle/>
          <a:p>
            <a:endParaRPr lang="id-ID"/>
          </a:p>
        </p:txBody>
      </p:sp>
      <p:sp>
        <p:nvSpPr>
          <p:cNvPr id="3" name="Tampungan Catatan 2">
            <a:extLst>
              <a:ext uri="{FF2B5EF4-FFF2-40B4-BE49-F238E27FC236}">
                <a16:creationId xmlns:a16="http://schemas.microsoft.com/office/drawing/2014/main" id="{E0AEFB2A-8D7A-5755-EA28-E5F07B766A7E}"/>
              </a:ext>
            </a:extLst>
          </p:cNvPr>
          <p:cNvSpPr>
            <a:spLocks noGrp="1"/>
          </p:cNvSpPr>
          <p:nvPr>
            <p:ph type="body" idx="1"/>
          </p:nvPr>
        </p:nvSpPr>
        <p:spPr/>
        <p:txBody>
          <a:bodyPr/>
          <a:lstStyle/>
          <a:p>
            <a:endParaRPr lang="id-ID" noProof="0" dirty="0"/>
          </a:p>
        </p:txBody>
      </p:sp>
      <p:sp>
        <p:nvSpPr>
          <p:cNvPr id="4" name="Tampungan Nomor Slide 3">
            <a:extLst>
              <a:ext uri="{FF2B5EF4-FFF2-40B4-BE49-F238E27FC236}">
                <a16:creationId xmlns:a16="http://schemas.microsoft.com/office/drawing/2014/main" id="{8D92E261-FA1B-9591-84CC-17EA0FD66F6D}"/>
              </a:ext>
            </a:extLst>
          </p:cNvPr>
          <p:cNvSpPr>
            <a:spLocks noGrp="1"/>
          </p:cNvSpPr>
          <p:nvPr>
            <p:ph type="sldNum" sz="quarter" idx="5"/>
          </p:nvPr>
        </p:nvSpPr>
        <p:spPr/>
        <p:txBody>
          <a:bodyPr/>
          <a:lstStyle/>
          <a:p>
            <a:pPr rtl="0"/>
            <a:fld id="{F97DC217-DF71-1A49-B3EA-559F1F43B0FF}" type="slidenum">
              <a:rPr lang="id-ID" smtClean="0"/>
              <a:t>42</a:t>
            </a:fld>
            <a:endParaRPr lang="id-ID"/>
          </a:p>
        </p:txBody>
      </p:sp>
    </p:spTree>
    <p:extLst>
      <p:ext uri="{BB962C8B-B14F-4D97-AF65-F5344CB8AC3E}">
        <p14:creationId xmlns:p14="http://schemas.microsoft.com/office/powerpoint/2010/main" val="3169711992"/>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3D74E4-D0D4-F49D-5E07-6643B1067A0D}"/>
            </a:ext>
          </a:extLst>
        </p:cNvPr>
        <p:cNvGrpSpPr/>
        <p:nvPr/>
      </p:nvGrpSpPr>
      <p:grpSpPr>
        <a:xfrm>
          <a:off x="0" y="0"/>
          <a:ext cx="0" cy="0"/>
          <a:chOff x="0" y="0"/>
          <a:chExt cx="0" cy="0"/>
        </a:xfrm>
      </p:grpSpPr>
      <p:sp>
        <p:nvSpPr>
          <p:cNvPr id="2" name="Tampungan Gambar Slide 1">
            <a:extLst>
              <a:ext uri="{FF2B5EF4-FFF2-40B4-BE49-F238E27FC236}">
                <a16:creationId xmlns:a16="http://schemas.microsoft.com/office/drawing/2014/main" id="{FBE10B21-90C0-EA79-0394-0F42D4EBDAC3}"/>
              </a:ext>
            </a:extLst>
          </p:cNvPr>
          <p:cNvSpPr>
            <a:spLocks noGrp="1" noRot="1" noChangeAspect="1"/>
          </p:cNvSpPr>
          <p:nvPr>
            <p:ph type="sldImg"/>
          </p:nvPr>
        </p:nvSpPr>
        <p:spPr/>
        <p:txBody>
          <a:bodyPr/>
          <a:lstStyle/>
          <a:p>
            <a:endParaRPr lang="id-ID"/>
          </a:p>
        </p:txBody>
      </p:sp>
      <p:sp>
        <p:nvSpPr>
          <p:cNvPr id="3" name="Tampungan Catatan 2">
            <a:extLst>
              <a:ext uri="{FF2B5EF4-FFF2-40B4-BE49-F238E27FC236}">
                <a16:creationId xmlns:a16="http://schemas.microsoft.com/office/drawing/2014/main" id="{8EE0E419-45BB-F323-E341-43D61F63C5F0}"/>
              </a:ext>
            </a:extLst>
          </p:cNvPr>
          <p:cNvSpPr>
            <a:spLocks noGrp="1"/>
          </p:cNvSpPr>
          <p:nvPr>
            <p:ph type="body" idx="1"/>
          </p:nvPr>
        </p:nvSpPr>
        <p:spPr/>
        <p:txBody>
          <a:bodyPr/>
          <a:lstStyle/>
          <a:p>
            <a:endParaRPr lang="id-ID" noProof="0" dirty="0"/>
          </a:p>
        </p:txBody>
      </p:sp>
      <p:sp>
        <p:nvSpPr>
          <p:cNvPr id="4" name="Tampungan Nomor Slide 3">
            <a:extLst>
              <a:ext uri="{FF2B5EF4-FFF2-40B4-BE49-F238E27FC236}">
                <a16:creationId xmlns:a16="http://schemas.microsoft.com/office/drawing/2014/main" id="{DED0AA87-3E34-DCC1-04E2-28614DC2188A}"/>
              </a:ext>
            </a:extLst>
          </p:cNvPr>
          <p:cNvSpPr>
            <a:spLocks noGrp="1"/>
          </p:cNvSpPr>
          <p:nvPr>
            <p:ph type="sldNum" sz="quarter" idx="5"/>
          </p:nvPr>
        </p:nvSpPr>
        <p:spPr/>
        <p:txBody>
          <a:bodyPr/>
          <a:lstStyle/>
          <a:p>
            <a:pPr rtl="0"/>
            <a:fld id="{F97DC217-DF71-1A49-B3EA-559F1F43B0FF}" type="slidenum">
              <a:rPr lang="id-ID" smtClean="0"/>
              <a:t>43</a:t>
            </a:fld>
            <a:endParaRPr lang="id-ID"/>
          </a:p>
        </p:txBody>
      </p:sp>
    </p:spTree>
    <p:extLst>
      <p:ext uri="{BB962C8B-B14F-4D97-AF65-F5344CB8AC3E}">
        <p14:creationId xmlns:p14="http://schemas.microsoft.com/office/powerpoint/2010/main" val="4081035843"/>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E9BCE0-D336-47AD-F7C0-374032E4468E}"/>
            </a:ext>
          </a:extLst>
        </p:cNvPr>
        <p:cNvGrpSpPr/>
        <p:nvPr/>
      </p:nvGrpSpPr>
      <p:grpSpPr>
        <a:xfrm>
          <a:off x="0" y="0"/>
          <a:ext cx="0" cy="0"/>
          <a:chOff x="0" y="0"/>
          <a:chExt cx="0" cy="0"/>
        </a:xfrm>
      </p:grpSpPr>
      <p:sp>
        <p:nvSpPr>
          <p:cNvPr id="2" name="Tampungan Gambar Slide 1">
            <a:extLst>
              <a:ext uri="{FF2B5EF4-FFF2-40B4-BE49-F238E27FC236}">
                <a16:creationId xmlns:a16="http://schemas.microsoft.com/office/drawing/2014/main" id="{C341FEB5-7B8B-71A9-8DE5-B86C4681D45B}"/>
              </a:ext>
            </a:extLst>
          </p:cNvPr>
          <p:cNvSpPr>
            <a:spLocks noGrp="1" noRot="1" noChangeAspect="1"/>
          </p:cNvSpPr>
          <p:nvPr>
            <p:ph type="sldImg"/>
          </p:nvPr>
        </p:nvSpPr>
        <p:spPr/>
        <p:txBody>
          <a:bodyPr/>
          <a:lstStyle/>
          <a:p>
            <a:endParaRPr lang="id-ID"/>
          </a:p>
        </p:txBody>
      </p:sp>
      <p:sp>
        <p:nvSpPr>
          <p:cNvPr id="3" name="Tampungan Catatan 2">
            <a:extLst>
              <a:ext uri="{FF2B5EF4-FFF2-40B4-BE49-F238E27FC236}">
                <a16:creationId xmlns:a16="http://schemas.microsoft.com/office/drawing/2014/main" id="{98F0F74F-26DB-6779-D7EC-36ED761761E1}"/>
              </a:ext>
            </a:extLst>
          </p:cNvPr>
          <p:cNvSpPr>
            <a:spLocks noGrp="1"/>
          </p:cNvSpPr>
          <p:nvPr>
            <p:ph type="body" idx="1"/>
          </p:nvPr>
        </p:nvSpPr>
        <p:spPr/>
        <p:txBody>
          <a:bodyPr/>
          <a:lstStyle/>
          <a:p>
            <a:endParaRPr lang="id-ID" noProof="0" dirty="0"/>
          </a:p>
        </p:txBody>
      </p:sp>
      <p:sp>
        <p:nvSpPr>
          <p:cNvPr id="4" name="Tampungan Nomor Slide 3">
            <a:extLst>
              <a:ext uri="{FF2B5EF4-FFF2-40B4-BE49-F238E27FC236}">
                <a16:creationId xmlns:a16="http://schemas.microsoft.com/office/drawing/2014/main" id="{28C77B3E-837A-BE78-4F82-A56D9E632FEF}"/>
              </a:ext>
            </a:extLst>
          </p:cNvPr>
          <p:cNvSpPr>
            <a:spLocks noGrp="1"/>
          </p:cNvSpPr>
          <p:nvPr>
            <p:ph type="sldNum" sz="quarter" idx="5"/>
          </p:nvPr>
        </p:nvSpPr>
        <p:spPr/>
        <p:txBody>
          <a:bodyPr/>
          <a:lstStyle/>
          <a:p>
            <a:pPr rtl="0"/>
            <a:fld id="{F97DC217-DF71-1A49-B3EA-559F1F43B0FF}" type="slidenum">
              <a:rPr lang="id-ID" smtClean="0"/>
              <a:t>44</a:t>
            </a:fld>
            <a:endParaRPr lang="id-ID"/>
          </a:p>
        </p:txBody>
      </p:sp>
    </p:spTree>
    <p:extLst>
      <p:ext uri="{BB962C8B-B14F-4D97-AF65-F5344CB8AC3E}">
        <p14:creationId xmlns:p14="http://schemas.microsoft.com/office/powerpoint/2010/main" val="3917528626"/>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69F0D8-3230-D186-F2F6-93BA65BA39F7}"/>
            </a:ext>
          </a:extLst>
        </p:cNvPr>
        <p:cNvGrpSpPr/>
        <p:nvPr/>
      </p:nvGrpSpPr>
      <p:grpSpPr>
        <a:xfrm>
          <a:off x="0" y="0"/>
          <a:ext cx="0" cy="0"/>
          <a:chOff x="0" y="0"/>
          <a:chExt cx="0" cy="0"/>
        </a:xfrm>
      </p:grpSpPr>
      <p:sp>
        <p:nvSpPr>
          <p:cNvPr id="2" name="Tampungan Gambar Slide 1">
            <a:extLst>
              <a:ext uri="{FF2B5EF4-FFF2-40B4-BE49-F238E27FC236}">
                <a16:creationId xmlns:a16="http://schemas.microsoft.com/office/drawing/2014/main" id="{14F0A185-4FD6-E266-CF4F-623D5EE25749}"/>
              </a:ext>
            </a:extLst>
          </p:cNvPr>
          <p:cNvSpPr>
            <a:spLocks noGrp="1" noRot="1" noChangeAspect="1"/>
          </p:cNvSpPr>
          <p:nvPr>
            <p:ph type="sldImg"/>
          </p:nvPr>
        </p:nvSpPr>
        <p:spPr/>
        <p:txBody>
          <a:bodyPr/>
          <a:lstStyle/>
          <a:p>
            <a:endParaRPr lang="id-ID"/>
          </a:p>
        </p:txBody>
      </p:sp>
      <p:sp>
        <p:nvSpPr>
          <p:cNvPr id="3" name="Tampungan Catatan 2">
            <a:extLst>
              <a:ext uri="{FF2B5EF4-FFF2-40B4-BE49-F238E27FC236}">
                <a16:creationId xmlns:a16="http://schemas.microsoft.com/office/drawing/2014/main" id="{5FDBE4AB-B724-99FD-51FB-7739C068E015}"/>
              </a:ext>
            </a:extLst>
          </p:cNvPr>
          <p:cNvSpPr>
            <a:spLocks noGrp="1"/>
          </p:cNvSpPr>
          <p:nvPr>
            <p:ph type="body" idx="1"/>
          </p:nvPr>
        </p:nvSpPr>
        <p:spPr/>
        <p:txBody>
          <a:bodyPr/>
          <a:lstStyle/>
          <a:p>
            <a:endParaRPr lang="id-ID" noProof="0" dirty="0"/>
          </a:p>
        </p:txBody>
      </p:sp>
      <p:sp>
        <p:nvSpPr>
          <p:cNvPr id="4" name="Tampungan Nomor Slide 3">
            <a:extLst>
              <a:ext uri="{FF2B5EF4-FFF2-40B4-BE49-F238E27FC236}">
                <a16:creationId xmlns:a16="http://schemas.microsoft.com/office/drawing/2014/main" id="{1E35C3C8-7D19-70B8-EDC2-CCA1F7B329E2}"/>
              </a:ext>
            </a:extLst>
          </p:cNvPr>
          <p:cNvSpPr>
            <a:spLocks noGrp="1"/>
          </p:cNvSpPr>
          <p:nvPr>
            <p:ph type="sldNum" sz="quarter" idx="5"/>
          </p:nvPr>
        </p:nvSpPr>
        <p:spPr/>
        <p:txBody>
          <a:bodyPr/>
          <a:lstStyle/>
          <a:p>
            <a:pPr rtl="0"/>
            <a:fld id="{F97DC217-DF71-1A49-B3EA-559F1F43B0FF}" type="slidenum">
              <a:rPr lang="id-ID" smtClean="0"/>
              <a:t>45</a:t>
            </a:fld>
            <a:endParaRPr lang="id-ID"/>
          </a:p>
        </p:txBody>
      </p:sp>
    </p:spTree>
    <p:extLst>
      <p:ext uri="{BB962C8B-B14F-4D97-AF65-F5344CB8AC3E}">
        <p14:creationId xmlns:p14="http://schemas.microsoft.com/office/powerpoint/2010/main" val="22173752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7369DE-DAF3-2BB6-4DDF-21CD63C2769E}"/>
            </a:ext>
          </a:extLst>
        </p:cNvPr>
        <p:cNvGrpSpPr/>
        <p:nvPr/>
      </p:nvGrpSpPr>
      <p:grpSpPr>
        <a:xfrm>
          <a:off x="0" y="0"/>
          <a:ext cx="0" cy="0"/>
          <a:chOff x="0" y="0"/>
          <a:chExt cx="0" cy="0"/>
        </a:xfrm>
      </p:grpSpPr>
      <p:sp>
        <p:nvSpPr>
          <p:cNvPr id="2" name="Tampungan Gambar Slide 1">
            <a:extLst>
              <a:ext uri="{FF2B5EF4-FFF2-40B4-BE49-F238E27FC236}">
                <a16:creationId xmlns:a16="http://schemas.microsoft.com/office/drawing/2014/main" id="{B690B314-3067-EF9C-775E-DB5F991A2142}"/>
              </a:ext>
            </a:extLst>
          </p:cNvPr>
          <p:cNvSpPr>
            <a:spLocks noGrp="1" noRot="1" noChangeAspect="1"/>
          </p:cNvSpPr>
          <p:nvPr>
            <p:ph type="sldImg"/>
          </p:nvPr>
        </p:nvSpPr>
        <p:spPr/>
        <p:txBody>
          <a:bodyPr/>
          <a:lstStyle/>
          <a:p>
            <a:endParaRPr lang="id-ID"/>
          </a:p>
        </p:txBody>
      </p:sp>
      <p:sp>
        <p:nvSpPr>
          <p:cNvPr id="3" name="Tampungan Catatan 2">
            <a:extLst>
              <a:ext uri="{FF2B5EF4-FFF2-40B4-BE49-F238E27FC236}">
                <a16:creationId xmlns:a16="http://schemas.microsoft.com/office/drawing/2014/main" id="{E1738358-57F3-4E3A-B402-A15A3247E951}"/>
              </a:ext>
            </a:extLst>
          </p:cNvPr>
          <p:cNvSpPr>
            <a:spLocks noGrp="1"/>
          </p:cNvSpPr>
          <p:nvPr>
            <p:ph type="body" idx="1"/>
          </p:nvPr>
        </p:nvSpPr>
        <p:spPr/>
        <p:txBody>
          <a:bodyPr/>
          <a:lstStyle/>
          <a:p>
            <a:endParaRPr lang="id-ID" noProof="0" dirty="0"/>
          </a:p>
        </p:txBody>
      </p:sp>
      <p:sp>
        <p:nvSpPr>
          <p:cNvPr id="4" name="Tampungan Nomor Slide 3">
            <a:extLst>
              <a:ext uri="{FF2B5EF4-FFF2-40B4-BE49-F238E27FC236}">
                <a16:creationId xmlns:a16="http://schemas.microsoft.com/office/drawing/2014/main" id="{FAB787A0-A59A-81BB-9A23-1601E4B34D6F}"/>
              </a:ext>
            </a:extLst>
          </p:cNvPr>
          <p:cNvSpPr>
            <a:spLocks noGrp="1"/>
          </p:cNvSpPr>
          <p:nvPr>
            <p:ph type="sldNum" sz="quarter" idx="5"/>
          </p:nvPr>
        </p:nvSpPr>
        <p:spPr/>
        <p:txBody>
          <a:bodyPr/>
          <a:lstStyle/>
          <a:p>
            <a:pPr rtl="0"/>
            <a:fld id="{F97DC217-DF71-1A49-B3EA-559F1F43B0FF}" type="slidenum">
              <a:rPr lang="id-ID" smtClean="0"/>
              <a:t>46</a:t>
            </a:fld>
            <a:endParaRPr lang="id-ID"/>
          </a:p>
        </p:txBody>
      </p:sp>
    </p:spTree>
    <p:extLst>
      <p:ext uri="{BB962C8B-B14F-4D97-AF65-F5344CB8AC3E}">
        <p14:creationId xmlns:p14="http://schemas.microsoft.com/office/powerpoint/2010/main" val="2381010463"/>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FA5941-93D6-22D7-778A-7F9020D2F746}"/>
            </a:ext>
          </a:extLst>
        </p:cNvPr>
        <p:cNvGrpSpPr/>
        <p:nvPr/>
      </p:nvGrpSpPr>
      <p:grpSpPr>
        <a:xfrm>
          <a:off x="0" y="0"/>
          <a:ext cx="0" cy="0"/>
          <a:chOff x="0" y="0"/>
          <a:chExt cx="0" cy="0"/>
        </a:xfrm>
      </p:grpSpPr>
      <p:sp>
        <p:nvSpPr>
          <p:cNvPr id="2" name="Tampungan Gambar Slide 1">
            <a:extLst>
              <a:ext uri="{FF2B5EF4-FFF2-40B4-BE49-F238E27FC236}">
                <a16:creationId xmlns:a16="http://schemas.microsoft.com/office/drawing/2014/main" id="{313BDA59-7232-7AF6-E107-73EDDCD14DA6}"/>
              </a:ext>
            </a:extLst>
          </p:cNvPr>
          <p:cNvSpPr>
            <a:spLocks noGrp="1" noRot="1" noChangeAspect="1"/>
          </p:cNvSpPr>
          <p:nvPr>
            <p:ph type="sldImg"/>
          </p:nvPr>
        </p:nvSpPr>
        <p:spPr/>
        <p:txBody>
          <a:bodyPr/>
          <a:lstStyle/>
          <a:p>
            <a:endParaRPr lang="id-ID"/>
          </a:p>
        </p:txBody>
      </p:sp>
      <p:sp>
        <p:nvSpPr>
          <p:cNvPr id="3" name="Tampungan Catatan 2">
            <a:extLst>
              <a:ext uri="{FF2B5EF4-FFF2-40B4-BE49-F238E27FC236}">
                <a16:creationId xmlns:a16="http://schemas.microsoft.com/office/drawing/2014/main" id="{0D87C007-E26F-30E0-7EA1-992951E44108}"/>
              </a:ext>
            </a:extLst>
          </p:cNvPr>
          <p:cNvSpPr>
            <a:spLocks noGrp="1"/>
          </p:cNvSpPr>
          <p:nvPr>
            <p:ph type="body" idx="1"/>
          </p:nvPr>
        </p:nvSpPr>
        <p:spPr/>
        <p:txBody>
          <a:bodyPr/>
          <a:lstStyle/>
          <a:p>
            <a:endParaRPr lang="id-ID" noProof="0" dirty="0"/>
          </a:p>
        </p:txBody>
      </p:sp>
      <p:sp>
        <p:nvSpPr>
          <p:cNvPr id="4" name="Tampungan Nomor Slide 3">
            <a:extLst>
              <a:ext uri="{FF2B5EF4-FFF2-40B4-BE49-F238E27FC236}">
                <a16:creationId xmlns:a16="http://schemas.microsoft.com/office/drawing/2014/main" id="{FCD7F52F-D68F-53CA-3834-6153DA965CA0}"/>
              </a:ext>
            </a:extLst>
          </p:cNvPr>
          <p:cNvSpPr>
            <a:spLocks noGrp="1"/>
          </p:cNvSpPr>
          <p:nvPr>
            <p:ph type="sldNum" sz="quarter" idx="5"/>
          </p:nvPr>
        </p:nvSpPr>
        <p:spPr/>
        <p:txBody>
          <a:bodyPr/>
          <a:lstStyle/>
          <a:p>
            <a:pPr rtl="0"/>
            <a:fld id="{F97DC217-DF71-1A49-B3EA-559F1F43B0FF}" type="slidenum">
              <a:rPr lang="id-ID" smtClean="0"/>
              <a:t>47</a:t>
            </a:fld>
            <a:endParaRPr lang="id-ID"/>
          </a:p>
        </p:txBody>
      </p:sp>
    </p:spTree>
    <p:extLst>
      <p:ext uri="{BB962C8B-B14F-4D97-AF65-F5344CB8AC3E}">
        <p14:creationId xmlns:p14="http://schemas.microsoft.com/office/powerpoint/2010/main" val="3719019856"/>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A831FF-A0F3-C9F4-B301-9DB321FB3C9C}"/>
            </a:ext>
          </a:extLst>
        </p:cNvPr>
        <p:cNvGrpSpPr/>
        <p:nvPr/>
      </p:nvGrpSpPr>
      <p:grpSpPr>
        <a:xfrm>
          <a:off x="0" y="0"/>
          <a:ext cx="0" cy="0"/>
          <a:chOff x="0" y="0"/>
          <a:chExt cx="0" cy="0"/>
        </a:xfrm>
      </p:grpSpPr>
      <p:sp>
        <p:nvSpPr>
          <p:cNvPr id="2" name="Tampungan Gambar Slide 1">
            <a:extLst>
              <a:ext uri="{FF2B5EF4-FFF2-40B4-BE49-F238E27FC236}">
                <a16:creationId xmlns:a16="http://schemas.microsoft.com/office/drawing/2014/main" id="{FE8705FB-C235-E633-1791-9607ABA7D0E7}"/>
              </a:ext>
            </a:extLst>
          </p:cNvPr>
          <p:cNvSpPr>
            <a:spLocks noGrp="1" noRot="1" noChangeAspect="1"/>
          </p:cNvSpPr>
          <p:nvPr>
            <p:ph type="sldImg"/>
          </p:nvPr>
        </p:nvSpPr>
        <p:spPr/>
        <p:txBody>
          <a:bodyPr/>
          <a:lstStyle/>
          <a:p>
            <a:endParaRPr lang="id-ID"/>
          </a:p>
        </p:txBody>
      </p:sp>
      <p:sp>
        <p:nvSpPr>
          <p:cNvPr id="3" name="Tampungan Catatan 2">
            <a:extLst>
              <a:ext uri="{FF2B5EF4-FFF2-40B4-BE49-F238E27FC236}">
                <a16:creationId xmlns:a16="http://schemas.microsoft.com/office/drawing/2014/main" id="{9CB9EF26-D7DE-B32C-D26F-090BC3650C12}"/>
              </a:ext>
            </a:extLst>
          </p:cNvPr>
          <p:cNvSpPr>
            <a:spLocks noGrp="1"/>
          </p:cNvSpPr>
          <p:nvPr>
            <p:ph type="body" idx="1"/>
          </p:nvPr>
        </p:nvSpPr>
        <p:spPr/>
        <p:txBody>
          <a:bodyPr/>
          <a:lstStyle/>
          <a:p>
            <a:endParaRPr lang="id-ID" noProof="0" dirty="0"/>
          </a:p>
        </p:txBody>
      </p:sp>
      <p:sp>
        <p:nvSpPr>
          <p:cNvPr id="4" name="Tampungan Nomor Slide 3">
            <a:extLst>
              <a:ext uri="{FF2B5EF4-FFF2-40B4-BE49-F238E27FC236}">
                <a16:creationId xmlns:a16="http://schemas.microsoft.com/office/drawing/2014/main" id="{8765C268-D9DA-1E0F-DCA2-84E30CCB9DB6}"/>
              </a:ext>
            </a:extLst>
          </p:cNvPr>
          <p:cNvSpPr>
            <a:spLocks noGrp="1"/>
          </p:cNvSpPr>
          <p:nvPr>
            <p:ph type="sldNum" sz="quarter" idx="5"/>
          </p:nvPr>
        </p:nvSpPr>
        <p:spPr/>
        <p:txBody>
          <a:bodyPr/>
          <a:lstStyle/>
          <a:p>
            <a:pPr rtl="0"/>
            <a:fld id="{F97DC217-DF71-1A49-B3EA-559F1F43B0FF}" type="slidenum">
              <a:rPr lang="id-ID" smtClean="0"/>
              <a:t>48</a:t>
            </a:fld>
            <a:endParaRPr lang="id-ID"/>
          </a:p>
        </p:txBody>
      </p:sp>
    </p:spTree>
    <p:extLst>
      <p:ext uri="{BB962C8B-B14F-4D97-AF65-F5344CB8AC3E}">
        <p14:creationId xmlns:p14="http://schemas.microsoft.com/office/powerpoint/2010/main" val="2472139539"/>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337C3D-57AA-A890-6505-8B0652E2E218}"/>
            </a:ext>
          </a:extLst>
        </p:cNvPr>
        <p:cNvGrpSpPr/>
        <p:nvPr/>
      </p:nvGrpSpPr>
      <p:grpSpPr>
        <a:xfrm>
          <a:off x="0" y="0"/>
          <a:ext cx="0" cy="0"/>
          <a:chOff x="0" y="0"/>
          <a:chExt cx="0" cy="0"/>
        </a:xfrm>
      </p:grpSpPr>
      <p:sp>
        <p:nvSpPr>
          <p:cNvPr id="2" name="Tampungan Gambar Slide 1">
            <a:extLst>
              <a:ext uri="{FF2B5EF4-FFF2-40B4-BE49-F238E27FC236}">
                <a16:creationId xmlns:a16="http://schemas.microsoft.com/office/drawing/2014/main" id="{93BADA26-DA48-E0EA-44E0-084360710169}"/>
              </a:ext>
            </a:extLst>
          </p:cNvPr>
          <p:cNvSpPr>
            <a:spLocks noGrp="1" noRot="1" noChangeAspect="1"/>
          </p:cNvSpPr>
          <p:nvPr>
            <p:ph type="sldImg"/>
          </p:nvPr>
        </p:nvSpPr>
        <p:spPr/>
        <p:txBody>
          <a:bodyPr/>
          <a:lstStyle/>
          <a:p>
            <a:endParaRPr lang="id-ID"/>
          </a:p>
        </p:txBody>
      </p:sp>
      <p:sp>
        <p:nvSpPr>
          <p:cNvPr id="3" name="Tampungan Catatan 2">
            <a:extLst>
              <a:ext uri="{FF2B5EF4-FFF2-40B4-BE49-F238E27FC236}">
                <a16:creationId xmlns:a16="http://schemas.microsoft.com/office/drawing/2014/main" id="{18F964EF-7D95-0888-7F3C-F708AB6EC2FB}"/>
              </a:ext>
            </a:extLst>
          </p:cNvPr>
          <p:cNvSpPr>
            <a:spLocks noGrp="1"/>
          </p:cNvSpPr>
          <p:nvPr>
            <p:ph type="body" idx="1"/>
          </p:nvPr>
        </p:nvSpPr>
        <p:spPr/>
        <p:txBody>
          <a:bodyPr/>
          <a:lstStyle/>
          <a:p>
            <a:endParaRPr lang="id-ID" noProof="0" dirty="0"/>
          </a:p>
        </p:txBody>
      </p:sp>
      <p:sp>
        <p:nvSpPr>
          <p:cNvPr id="4" name="Tampungan Nomor Slide 3">
            <a:extLst>
              <a:ext uri="{FF2B5EF4-FFF2-40B4-BE49-F238E27FC236}">
                <a16:creationId xmlns:a16="http://schemas.microsoft.com/office/drawing/2014/main" id="{1A4C108F-44E4-9B66-4732-FCD8055F9350}"/>
              </a:ext>
            </a:extLst>
          </p:cNvPr>
          <p:cNvSpPr>
            <a:spLocks noGrp="1"/>
          </p:cNvSpPr>
          <p:nvPr>
            <p:ph type="sldNum" sz="quarter" idx="5"/>
          </p:nvPr>
        </p:nvSpPr>
        <p:spPr/>
        <p:txBody>
          <a:bodyPr/>
          <a:lstStyle/>
          <a:p>
            <a:pPr rtl="0"/>
            <a:fld id="{F97DC217-DF71-1A49-B3EA-559F1F43B0FF}" type="slidenum">
              <a:rPr lang="id-ID" smtClean="0"/>
              <a:t>49</a:t>
            </a:fld>
            <a:endParaRPr lang="id-ID"/>
          </a:p>
        </p:txBody>
      </p:sp>
    </p:spTree>
    <p:extLst>
      <p:ext uri="{BB962C8B-B14F-4D97-AF65-F5344CB8AC3E}">
        <p14:creationId xmlns:p14="http://schemas.microsoft.com/office/powerpoint/2010/main" val="1653838632"/>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F72E0A-B47E-ADA2-7092-A7D88F03EAFD}"/>
            </a:ext>
          </a:extLst>
        </p:cNvPr>
        <p:cNvGrpSpPr/>
        <p:nvPr/>
      </p:nvGrpSpPr>
      <p:grpSpPr>
        <a:xfrm>
          <a:off x="0" y="0"/>
          <a:ext cx="0" cy="0"/>
          <a:chOff x="0" y="0"/>
          <a:chExt cx="0" cy="0"/>
        </a:xfrm>
      </p:grpSpPr>
      <p:sp>
        <p:nvSpPr>
          <p:cNvPr id="2" name="Tampungan Gambar Slide 1">
            <a:extLst>
              <a:ext uri="{FF2B5EF4-FFF2-40B4-BE49-F238E27FC236}">
                <a16:creationId xmlns:a16="http://schemas.microsoft.com/office/drawing/2014/main" id="{1D33C963-3E42-4629-051A-091E21641120}"/>
              </a:ext>
            </a:extLst>
          </p:cNvPr>
          <p:cNvSpPr>
            <a:spLocks noGrp="1" noRot="1" noChangeAspect="1"/>
          </p:cNvSpPr>
          <p:nvPr>
            <p:ph type="sldImg"/>
          </p:nvPr>
        </p:nvSpPr>
        <p:spPr/>
        <p:txBody>
          <a:bodyPr/>
          <a:lstStyle/>
          <a:p>
            <a:endParaRPr lang="id-ID"/>
          </a:p>
        </p:txBody>
      </p:sp>
      <p:sp>
        <p:nvSpPr>
          <p:cNvPr id="3" name="Tampungan Catatan 2">
            <a:extLst>
              <a:ext uri="{FF2B5EF4-FFF2-40B4-BE49-F238E27FC236}">
                <a16:creationId xmlns:a16="http://schemas.microsoft.com/office/drawing/2014/main" id="{52EEF541-9E86-4263-8966-E19C1D4C9FC0}"/>
              </a:ext>
            </a:extLst>
          </p:cNvPr>
          <p:cNvSpPr>
            <a:spLocks noGrp="1"/>
          </p:cNvSpPr>
          <p:nvPr>
            <p:ph type="body" idx="1"/>
          </p:nvPr>
        </p:nvSpPr>
        <p:spPr/>
        <p:txBody>
          <a:bodyPr/>
          <a:lstStyle/>
          <a:p>
            <a:endParaRPr lang="id-ID" noProof="0" dirty="0"/>
          </a:p>
        </p:txBody>
      </p:sp>
      <p:sp>
        <p:nvSpPr>
          <p:cNvPr id="4" name="Tampungan Nomor Slide 3">
            <a:extLst>
              <a:ext uri="{FF2B5EF4-FFF2-40B4-BE49-F238E27FC236}">
                <a16:creationId xmlns:a16="http://schemas.microsoft.com/office/drawing/2014/main" id="{2B9A8D8E-00C7-910D-0880-AABDD79E4AF3}"/>
              </a:ext>
            </a:extLst>
          </p:cNvPr>
          <p:cNvSpPr>
            <a:spLocks noGrp="1"/>
          </p:cNvSpPr>
          <p:nvPr>
            <p:ph type="sldNum" sz="quarter" idx="5"/>
          </p:nvPr>
        </p:nvSpPr>
        <p:spPr/>
        <p:txBody>
          <a:bodyPr/>
          <a:lstStyle/>
          <a:p>
            <a:pPr rtl="0"/>
            <a:fld id="{F97DC217-DF71-1A49-B3EA-559F1F43B0FF}" type="slidenum">
              <a:rPr lang="id-ID" smtClean="0"/>
              <a:t>50</a:t>
            </a:fld>
            <a:endParaRPr lang="id-ID"/>
          </a:p>
        </p:txBody>
      </p:sp>
    </p:spTree>
    <p:extLst>
      <p:ext uri="{BB962C8B-B14F-4D97-AF65-F5344CB8AC3E}">
        <p14:creationId xmlns:p14="http://schemas.microsoft.com/office/powerpoint/2010/main" val="78606562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F2528E-01A3-8932-F7D1-5561586E1D31}"/>
            </a:ext>
          </a:extLst>
        </p:cNvPr>
        <p:cNvGrpSpPr/>
        <p:nvPr/>
      </p:nvGrpSpPr>
      <p:grpSpPr>
        <a:xfrm>
          <a:off x="0" y="0"/>
          <a:ext cx="0" cy="0"/>
          <a:chOff x="0" y="0"/>
          <a:chExt cx="0" cy="0"/>
        </a:xfrm>
      </p:grpSpPr>
      <p:sp>
        <p:nvSpPr>
          <p:cNvPr id="2" name="Tampungan Gambar Slide 1">
            <a:extLst>
              <a:ext uri="{FF2B5EF4-FFF2-40B4-BE49-F238E27FC236}">
                <a16:creationId xmlns:a16="http://schemas.microsoft.com/office/drawing/2014/main" id="{AD7C0F25-0882-5417-F0A3-1884916465C6}"/>
              </a:ext>
            </a:extLst>
          </p:cNvPr>
          <p:cNvSpPr>
            <a:spLocks noGrp="1" noRot="1" noChangeAspect="1"/>
          </p:cNvSpPr>
          <p:nvPr>
            <p:ph type="sldImg"/>
          </p:nvPr>
        </p:nvSpPr>
        <p:spPr/>
        <p:txBody>
          <a:bodyPr/>
          <a:lstStyle/>
          <a:p>
            <a:endParaRPr lang="id-ID"/>
          </a:p>
        </p:txBody>
      </p:sp>
      <p:sp>
        <p:nvSpPr>
          <p:cNvPr id="3" name="Tampungan Catatan 2">
            <a:extLst>
              <a:ext uri="{FF2B5EF4-FFF2-40B4-BE49-F238E27FC236}">
                <a16:creationId xmlns:a16="http://schemas.microsoft.com/office/drawing/2014/main" id="{ACB3AAC4-B4C4-9F75-7545-66FF2AA70C5C}"/>
              </a:ext>
            </a:extLst>
          </p:cNvPr>
          <p:cNvSpPr>
            <a:spLocks noGrp="1"/>
          </p:cNvSpPr>
          <p:nvPr>
            <p:ph type="body" idx="1"/>
          </p:nvPr>
        </p:nvSpPr>
        <p:spPr/>
        <p:txBody>
          <a:bodyPr/>
          <a:lstStyle/>
          <a:p>
            <a:endParaRPr lang="id-ID" noProof="0" dirty="0"/>
          </a:p>
        </p:txBody>
      </p:sp>
      <p:sp>
        <p:nvSpPr>
          <p:cNvPr id="4" name="Tampungan Nomor Slide 3">
            <a:extLst>
              <a:ext uri="{FF2B5EF4-FFF2-40B4-BE49-F238E27FC236}">
                <a16:creationId xmlns:a16="http://schemas.microsoft.com/office/drawing/2014/main" id="{91AC4680-DE4E-5A73-AFB9-69DC21430456}"/>
              </a:ext>
            </a:extLst>
          </p:cNvPr>
          <p:cNvSpPr>
            <a:spLocks noGrp="1"/>
          </p:cNvSpPr>
          <p:nvPr>
            <p:ph type="sldNum" sz="quarter" idx="5"/>
          </p:nvPr>
        </p:nvSpPr>
        <p:spPr/>
        <p:txBody>
          <a:bodyPr/>
          <a:lstStyle/>
          <a:p>
            <a:pPr rtl="0"/>
            <a:fld id="{F97DC217-DF71-1A49-B3EA-559F1F43B0FF}" type="slidenum">
              <a:rPr lang="id-ID" smtClean="0"/>
              <a:t>51</a:t>
            </a:fld>
            <a:endParaRPr lang="id-ID"/>
          </a:p>
        </p:txBody>
      </p:sp>
    </p:spTree>
    <p:extLst>
      <p:ext uri="{BB962C8B-B14F-4D97-AF65-F5344CB8AC3E}">
        <p14:creationId xmlns:p14="http://schemas.microsoft.com/office/powerpoint/2010/main" val="1044268890"/>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1C1263-A6D1-9C81-7960-2CF20919E440}"/>
            </a:ext>
          </a:extLst>
        </p:cNvPr>
        <p:cNvGrpSpPr/>
        <p:nvPr/>
      </p:nvGrpSpPr>
      <p:grpSpPr>
        <a:xfrm>
          <a:off x="0" y="0"/>
          <a:ext cx="0" cy="0"/>
          <a:chOff x="0" y="0"/>
          <a:chExt cx="0" cy="0"/>
        </a:xfrm>
      </p:grpSpPr>
      <p:sp>
        <p:nvSpPr>
          <p:cNvPr id="2" name="Tampungan Gambar Slide 1">
            <a:extLst>
              <a:ext uri="{FF2B5EF4-FFF2-40B4-BE49-F238E27FC236}">
                <a16:creationId xmlns:a16="http://schemas.microsoft.com/office/drawing/2014/main" id="{BDC717AA-0B21-705D-90CB-91A428A97723}"/>
              </a:ext>
            </a:extLst>
          </p:cNvPr>
          <p:cNvSpPr>
            <a:spLocks noGrp="1" noRot="1" noChangeAspect="1"/>
          </p:cNvSpPr>
          <p:nvPr>
            <p:ph type="sldImg"/>
          </p:nvPr>
        </p:nvSpPr>
        <p:spPr/>
        <p:txBody>
          <a:bodyPr/>
          <a:lstStyle/>
          <a:p>
            <a:endParaRPr lang="id-ID"/>
          </a:p>
        </p:txBody>
      </p:sp>
      <p:sp>
        <p:nvSpPr>
          <p:cNvPr id="3" name="Tampungan Catatan 2">
            <a:extLst>
              <a:ext uri="{FF2B5EF4-FFF2-40B4-BE49-F238E27FC236}">
                <a16:creationId xmlns:a16="http://schemas.microsoft.com/office/drawing/2014/main" id="{2E76C3A5-A3FE-6672-4C28-1B6ADA895A36}"/>
              </a:ext>
            </a:extLst>
          </p:cNvPr>
          <p:cNvSpPr>
            <a:spLocks noGrp="1"/>
          </p:cNvSpPr>
          <p:nvPr>
            <p:ph type="body" idx="1"/>
          </p:nvPr>
        </p:nvSpPr>
        <p:spPr/>
        <p:txBody>
          <a:bodyPr/>
          <a:lstStyle/>
          <a:p>
            <a:endParaRPr lang="id-ID" noProof="0" dirty="0"/>
          </a:p>
        </p:txBody>
      </p:sp>
      <p:sp>
        <p:nvSpPr>
          <p:cNvPr id="4" name="Tampungan Nomor Slide 3">
            <a:extLst>
              <a:ext uri="{FF2B5EF4-FFF2-40B4-BE49-F238E27FC236}">
                <a16:creationId xmlns:a16="http://schemas.microsoft.com/office/drawing/2014/main" id="{AFB173A1-6399-371A-366E-1541B7BC9E8B}"/>
              </a:ext>
            </a:extLst>
          </p:cNvPr>
          <p:cNvSpPr>
            <a:spLocks noGrp="1"/>
          </p:cNvSpPr>
          <p:nvPr>
            <p:ph type="sldNum" sz="quarter" idx="5"/>
          </p:nvPr>
        </p:nvSpPr>
        <p:spPr/>
        <p:txBody>
          <a:bodyPr/>
          <a:lstStyle/>
          <a:p>
            <a:pPr rtl="0"/>
            <a:fld id="{F97DC217-DF71-1A49-B3EA-559F1F43B0FF}" type="slidenum">
              <a:rPr lang="id-ID" smtClean="0"/>
              <a:t>52</a:t>
            </a:fld>
            <a:endParaRPr lang="id-ID"/>
          </a:p>
        </p:txBody>
      </p:sp>
    </p:spTree>
    <p:extLst>
      <p:ext uri="{BB962C8B-B14F-4D97-AF65-F5344CB8AC3E}">
        <p14:creationId xmlns:p14="http://schemas.microsoft.com/office/powerpoint/2010/main" val="393605879"/>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A4FF47-C8E2-F193-1CDD-117C3EB50560}"/>
            </a:ext>
          </a:extLst>
        </p:cNvPr>
        <p:cNvGrpSpPr/>
        <p:nvPr/>
      </p:nvGrpSpPr>
      <p:grpSpPr>
        <a:xfrm>
          <a:off x="0" y="0"/>
          <a:ext cx="0" cy="0"/>
          <a:chOff x="0" y="0"/>
          <a:chExt cx="0" cy="0"/>
        </a:xfrm>
      </p:grpSpPr>
      <p:sp>
        <p:nvSpPr>
          <p:cNvPr id="2" name="Tampungan Gambar Slide 1">
            <a:extLst>
              <a:ext uri="{FF2B5EF4-FFF2-40B4-BE49-F238E27FC236}">
                <a16:creationId xmlns:a16="http://schemas.microsoft.com/office/drawing/2014/main" id="{E99BFC8C-90EA-0F00-FF30-75B56785CFD4}"/>
              </a:ext>
            </a:extLst>
          </p:cNvPr>
          <p:cNvSpPr>
            <a:spLocks noGrp="1" noRot="1" noChangeAspect="1"/>
          </p:cNvSpPr>
          <p:nvPr>
            <p:ph type="sldImg"/>
          </p:nvPr>
        </p:nvSpPr>
        <p:spPr/>
        <p:txBody>
          <a:bodyPr/>
          <a:lstStyle/>
          <a:p>
            <a:endParaRPr lang="id-ID"/>
          </a:p>
        </p:txBody>
      </p:sp>
      <p:sp>
        <p:nvSpPr>
          <p:cNvPr id="3" name="Tampungan Catatan 2">
            <a:extLst>
              <a:ext uri="{FF2B5EF4-FFF2-40B4-BE49-F238E27FC236}">
                <a16:creationId xmlns:a16="http://schemas.microsoft.com/office/drawing/2014/main" id="{945D7B99-7B47-8BDF-E370-CF33F4D90C7A}"/>
              </a:ext>
            </a:extLst>
          </p:cNvPr>
          <p:cNvSpPr>
            <a:spLocks noGrp="1"/>
          </p:cNvSpPr>
          <p:nvPr>
            <p:ph type="body" idx="1"/>
          </p:nvPr>
        </p:nvSpPr>
        <p:spPr/>
        <p:txBody>
          <a:bodyPr/>
          <a:lstStyle/>
          <a:p>
            <a:endParaRPr lang="id-ID" noProof="0" dirty="0"/>
          </a:p>
        </p:txBody>
      </p:sp>
      <p:sp>
        <p:nvSpPr>
          <p:cNvPr id="4" name="Tampungan Nomor Slide 3">
            <a:extLst>
              <a:ext uri="{FF2B5EF4-FFF2-40B4-BE49-F238E27FC236}">
                <a16:creationId xmlns:a16="http://schemas.microsoft.com/office/drawing/2014/main" id="{CADE09A8-D434-3292-EA6C-512FA659A6DC}"/>
              </a:ext>
            </a:extLst>
          </p:cNvPr>
          <p:cNvSpPr>
            <a:spLocks noGrp="1"/>
          </p:cNvSpPr>
          <p:nvPr>
            <p:ph type="sldNum" sz="quarter" idx="5"/>
          </p:nvPr>
        </p:nvSpPr>
        <p:spPr/>
        <p:txBody>
          <a:bodyPr/>
          <a:lstStyle/>
          <a:p>
            <a:pPr rtl="0"/>
            <a:fld id="{F97DC217-DF71-1A49-B3EA-559F1F43B0FF}" type="slidenum">
              <a:rPr lang="id-ID" smtClean="0"/>
              <a:t>53</a:t>
            </a:fld>
            <a:endParaRPr lang="id-ID"/>
          </a:p>
        </p:txBody>
      </p:sp>
    </p:spTree>
    <p:extLst>
      <p:ext uri="{BB962C8B-B14F-4D97-AF65-F5344CB8AC3E}">
        <p14:creationId xmlns:p14="http://schemas.microsoft.com/office/powerpoint/2010/main" val="3977238250"/>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1A1EF4-DAA9-49DC-5B85-5BD52FB6D349}"/>
            </a:ext>
          </a:extLst>
        </p:cNvPr>
        <p:cNvGrpSpPr/>
        <p:nvPr/>
      </p:nvGrpSpPr>
      <p:grpSpPr>
        <a:xfrm>
          <a:off x="0" y="0"/>
          <a:ext cx="0" cy="0"/>
          <a:chOff x="0" y="0"/>
          <a:chExt cx="0" cy="0"/>
        </a:xfrm>
      </p:grpSpPr>
      <p:sp>
        <p:nvSpPr>
          <p:cNvPr id="2" name="Tampungan Gambar Slide 1">
            <a:extLst>
              <a:ext uri="{FF2B5EF4-FFF2-40B4-BE49-F238E27FC236}">
                <a16:creationId xmlns:a16="http://schemas.microsoft.com/office/drawing/2014/main" id="{27F61794-595D-F0DD-EE9D-6B30C17D6719}"/>
              </a:ext>
            </a:extLst>
          </p:cNvPr>
          <p:cNvSpPr>
            <a:spLocks noGrp="1" noRot="1" noChangeAspect="1"/>
          </p:cNvSpPr>
          <p:nvPr>
            <p:ph type="sldImg"/>
          </p:nvPr>
        </p:nvSpPr>
        <p:spPr/>
        <p:txBody>
          <a:bodyPr/>
          <a:lstStyle/>
          <a:p>
            <a:endParaRPr lang="id-ID"/>
          </a:p>
        </p:txBody>
      </p:sp>
      <p:sp>
        <p:nvSpPr>
          <p:cNvPr id="3" name="Tampungan Catatan 2">
            <a:extLst>
              <a:ext uri="{FF2B5EF4-FFF2-40B4-BE49-F238E27FC236}">
                <a16:creationId xmlns:a16="http://schemas.microsoft.com/office/drawing/2014/main" id="{DCF20EDC-06A5-983C-12E2-46840205A722}"/>
              </a:ext>
            </a:extLst>
          </p:cNvPr>
          <p:cNvSpPr>
            <a:spLocks noGrp="1"/>
          </p:cNvSpPr>
          <p:nvPr>
            <p:ph type="body" idx="1"/>
          </p:nvPr>
        </p:nvSpPr>
        <p:spPr/>
        <p:txBody>
          <a:bodyPr/>
          <a:lstStyle/>
          <a:p>
            <a:endParaRPr lang="id-ID" noProof="0" dirty="0"/>
          </a:p>
        </p:txBody>
      </p:sp>
      <p:sp>
        <p:nvSpPr>
          <p:cNvPr id="4" name="Tampungan Nomor Slide 3">
            <a:extLst>
              <a:ext uri="{FF2B5EF4-FFF2-40B4-BE49-F238E27FC236}">
                <a16:creationId xmlns:a16="http://schemas.microsoft.com/office/drawing/2014/main" id="{9FA98194-BDFE-74CC-E37F-DF9D2F8FBC1F}"/>
              </a:ext>
            </a:extLst>
          </p:cNvPr>
          <p:cNvSpPr>
            <a:spLocks noGrp="1"/>
          </p:cNvSpPr>
          <p:nvPr>
            <p:ph type="sldNum" sz="quarter" idx="5"/>
          </p:nvPr>
        </p:nvSpPr>
        <p:spPr/>
        <p:txBody>
          <a:bodyPr/>
          <a:lstStyle/>
          <a:p>
            <a:pPr rtl="0"/>
            <a:fld id="{F97DC217-DF71-1A49-B3EA-559F1F43B0FF}" type="slidenum">
              <a:rPr lang="id-ID" smtClean="0"/>
              <a:t>54</a:t>
            </a:fld>
            <a:endParaRPr lang="id-ID"/>
          </a:p>
        </p:txBody>
      </p:sp>
    </p:spTree>
    <p:extLst>
      <p:ext uri="{BB962C8B-B14F-4D97-AF65-F5344CB8AC3E}">
        <p14:creationId xmlns:p14="http://schemas.microsoft.com/office/powerpoint/2010/main" val="3699996020"/>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F9111A-E08D-362D-400A-BA0542B5A548}"/>
            </a:ext>
          </a:extLst>
        </p:cNvPr>
        <p:cNvGrpSpPr/>
        <p:nvPr/>
      </p:nvGrpSpPr>
      <p:grpSpPr>
        <a:xfrm>
          <a:off x="0" y="0"/>
          <a:ext cx="0" cy="0"/>
          <a:chOff x="0" y="0"/>
          <a:chExt cx="0" cy="0"/>
        </a:xfrm>
      </p:grpSpPr>
      <p:sp>
        <p:nvSpPr>
          <p:cNvPr id="2" name="Tampungan Gambar Slide 1">
            <a:extLst>
              <a:ext uri="{FF2B5EF4-FFF2-40B4-BE49-F238E27FC236}">
                <a16:creationId xmlns:a16="http://schemas.microsoft.com/office/drawing/2014/main" id="{4AAD980F-F424-5EC6-229F-85031A45E9A8}"/>
              </a:ext>
            </a:extLst>
          </p:cNvPr>
          <p:cNvSpPr>
            <a:spLocks noGrp="1" noRot="1" noChangeAspect="1"/>
          </p:cNvSpPr>
          <p:nvPr>
            <p:ph type="sldImg"/>
          </p:nvPr>
        </p:nvSpPr>
        <p:spPr/>
        <p:txBody>
          <a:bodyPr/>
          <a:lstStyle/>
          <a:p>
            <a:endParaRPr lang="id-ID"/>
          </a:p>
        </p:txBody>
      </p:sp>
      <p:sp>
        <p:nvSpPr>
          <p:cNvPr id="3" name="Tampungan Catatan 2">
            <a:extLst>
              <a:ext uri="{FF2B5EF4-FFF2-40B4-BE49-F238E27FC236}">
                <a16:creationId xmlns:a16="http://schemas.microsoft.com/office/drawing/2014/main" id="{779986A1-4F22-799A-0EF9-471572A037A6}"/>
              </a:ext>
            </a:extLst>
          </p:cNvPr>
          <p:cNvSpPr>
            <a:spLocks noGrp="1"/>
          </p:cNvSpPr>
          <p:nvPr>
            <p:ph type="body" idx="1"/>
          </p:nvPr>
        </p:nvSpPr>
        <p:spPr/>
        <p:txBody>
          <a:bodyPr/>
          <a:lstStyle/>
          <a:p>
            <a:endParaRPr lang="id-ID" noProof="0" dirty="0"/>
          </a:p>
        </p:txBody>
      </p:sp>
      <p:sp>
        <p:nvSpPr>
          <p:cNvPr id="4" name="Tampungan Nomor Slide 3">
            <a:extLst>
              <a:ext uri="{FF2B5EF4-FFF2-40B4-BE49-F238E27FC236}">
                <a16:creationId xmlns:a16="http://schemas.microsoft.com/office/drawing/2014/main" id="{643F5FD4-EFAA-29B2-0EF0-E987A982C1D4}"/>
              </a:ext>
            </a:extLst>
          </p:cNvPr>
          <p:cNvSpPr>
            <a:spLocks noGrp="1"/>
          </p:cNvSpPr>
          <p:nvPr>
            <p:ph type="sldNum" sz="quarter" idx="5"/>
          </p:nvPr>
        </p:nvSpPr>
        <p:spPr/>
        <p:txBody>
          <a:bodyPr/>
          <a:lstStyle/>
          <a:p>
            <a:pPr rtl="0"/>
            <a:fld id="{F97DC217-DF71-1A49-B3EA-559F1F43B0FF}" type="slidenum">
              <a:rPr lang="id-ID" smtClean="0"/>
              <a:t>55</a:t>
            </a:fld>
            <a:endParaRPr lang="id-ID"/>
          </a:p>
        </p:txBody>
      </p:sp>
    </p:spTree>
    <p:extLst>
      <p:ext uri="{BB962C8B-B14F-4D97-AF65-F5344CB8AC3E}">
        <p14:creationId xmlns:p14="http://schemas.microsoft.com/office/powerpoint/2010/main" val="1061974262"/>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8BC116-66E9-A2CC-49FB-DFDEB5976A23}"/>
            </a:ext>
          </a:extLst>
        </p:cNvPr>
        <p:cNvGrpSpPr/>
        <p:nvPr/>
      </p:nvGrpSpPr>
      <p:grpSpPr>
        <a:xfrm>
          <a:off x="0" y="0"/>
          <a:ext cx="0" cy="0"/>
          <a:chOff x="0" y="0"/>
          <a:chExt cx="0" cy="0"/>
        </a:xfrm>
      </p:grpSpPr>
      <p:sp>
        <p:nvSpPr>
          <p:cNvPr id="2" name="Tampungan Gambar Slide 1">
            <a:extLst>
              <a:ext uri="{FF2B5EF4-FFF2-40B4-BE49-F238E27FC236}">
                <a16:creationId xmlns:a16="http://schemas.microsoft.com/office/drawing/2014/main" id="{F59D7B68-03F5-B510-4635-B5E837F55076}"/>
              </a:ext>
            </a:extLst>
          </p:cNvPr>
          <p:cNvSpPr>
            <a:spLocks noGrp="1" noRot="1" noChangeAspect="1"/>
          </p:cNvSpPr>
          <p:nvPr>
            <p:ph type="sldImg"/>
          </p:nvPr>
        </p:nvSpPr>
        <p:spPr/>
        <p:txBody>
          <a:bodyPr/>
          <a:lstStyle/>
          <a:p>
            <a:endParaRPr lang="id-ID"/>
          </a:p>
        </p:txBody>
      </p:sp>
      <p:sp>
        <p:nvSpPr>
          <p:cNvPr id="3" name="Tampungan Catatan 2">
            <a:extLst>
              <a:ext uri="{FF2B5EF4-FFF2-40B4-BE49-F238E27FC236}">
                <a16:creationId xmlns:a16="http://schemas.microsoft.com/office/drawing/2014/main" id="{767CE32A-2BBE-42F7-D1AA-18747D12B9F2}"/>
              </a:ext>
            </a:extLst>
          </p:cNvPr>
          <p:cNvSpPr>
            <a:spLocks noGrp="1"/>
          </p:cNvSpPr>
          <p:nvPr>
            <p:ph type="body" idx="1"/>
          </p:nvPr>
        </p:nvSpPr>
        <p:spPr/>
        <p:txBody>
          <a:bodyPr/>
          <a:lstStyle/>
          <a:p>
            <a:endParaRPr lang="id-ID" noProof="0" dirty="0"/>
          </a:p>
        </p:txBody>
      </p:sp>
      <p:sp>
        <p:nvSpPr>
          <p:cNvPr id="4" name="Tampungan Nomor Slide 3">
            <a:extLst>
              <a:ext uri="{FF2B5EF4-FFF2-40B4-BE49-F238E27FC236}">
                <a16:creationId xmlns:a16="http://schemas.microsoft.com/office/drawing/2014/main" id="{F169DB12-3D91-C78F-B298-D56734E70AE0}"/>
              </a:ext>
            </a:extLst>
          </p:cNvPr>
          <p:cNvSpPr>
            <a:spLocks noGrp="1"/>
          </p:cNvSpPr>
          <p:nvPr>
            <p:ph type="sldNum" sz="quarter" idx="5"/>
          </p:nvPr>
        </p:nvSpPr>
        <p:spPr/>
        <p:txBody>
          <a:bodyPr/>
          <a:lstStyle/>
          <a:p>
            <a:pPr rtl="0"/>
            <a:fld id="{F97DC217-DF71-1A49-B3EA-559F1F43B0FF}" type="slidenum">
              <a:rPr lang="id-ID" smtClean="0"/>
              <a:t>56</a:t>
            </a:fld>
            <a:endParaRPr lang="id-ID"/>
          </a:p>
        </p:txBody>
      </p:sp>
    </p:spTree>
    <p:extLst>
      <p:ext uri="{BB962C8B-B14F-4D97-AF65-F5344CB8AC3E}">
        <p14:creationId xmlns:p14="http://schemas.microsoft.com/office/powerpoint/2010/main" val="3540114316"/>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49B425-7B97-C610-8675-35C54CC6D566}"/>
            </a:ext>
          </a:extLst>
        </p:cNvPr>
        <p:cNvGrpSpPr/>
        <p:nvPr/>
      </p:nvGrpSpPr>
      <p:grpSpPr>
        <a:xfrm>
          <a:off x="0" y="0"/>
          <a:ext cx="0" cy="0"/>
          <a:chOff x="0" y="0"/>
          <a:chExt cx="0" cy="0"/>
        </a:xfrm>
      </p:grpSpPr>
      <p:sp>
        <p:nvSpPr>
          <p:cNvPr id="2" name="Tampungan Gambar Slide 1">
            <a:extLst>
              <a:ext uri="{FF2B5EF4-FFF2-40B4-BE49-F238E27FC236}">
                <a16:creationId xmlns:a16="http://schemas.microsoft.com/office/drawing/2014/main" id="{0CC33738-D36B-9DEB-B270-BFCF82C0999C}"/>
              </a:ext>
            </a:extLst>
          </p:cNvPr>
          <p:cNvSpPr>
            <a:spLocks noGrp="1" noRot="1" noChangeAspect="1"/>
          </p:cNvSpPr>
          <p:nvPr>
            <p:ph type="sldImg"/>
          </p:nvPr>
        </p:nvSpPr>
        <p:spPr/>
        <p:txBody>
          <a:bodyPr/>
          <a:lstStyle/>
          <a:p>
            <a:endParaRPr lang="id-ID"/>
          </a:p>
        </p:txBody>
      </p:sp>
      <p:sp>
        <p:nvSpPr>
          <p:cNvPr id="3" name="Tampungan Catatan 2">
            <a:extLst>
              <a:ext uri="{FF2B5EF4-FFF2-40B4-BE49-F238E27FC236}">
                <a16:creationId xmlns:a16="http://schemas.microsoft.com/office/drawing/2014/main" id="{4A2CD231-9DD1-A8C7-28D5-8E73CC81973B}"/>
              </a:ext>
            </a:extLst>
          </p:cNvPr>
          <p:cNvSpPr>
            <a:spLocks noGrp="1"/>
          </p:cNvSpPr>
          <p:nvPr>
            <p:ph type="body" idx="1"/>
          </p:nvPr>
        </p:nvSpPr>
        <p:spPr/>
        <p:txBody>
          <a:bodyPr/>
          <a:lstStyle/>
          <a:p>
            <a:endParaRPr lang="id-ID" noProof="0" dirty="0"/>
          </a:p>
        </p:txBody>
      </p:sp>
      <p:sp>
        <p:nvSpPr>
          <p:cNvPr id="4" name="Tampungan Nomor Slide 3">
            <a:extLst>
              <a:ext uri="{FF2B5EF4-FFF2-40B4-BE49-F238E27FC236}">
                <a16:creationId xmlns:a16="http://schemas.microsoft.com/office/drawing/2014/main" id="{5BB9D2AA-3592-A885-DF8A-EB5B650D4FE9}"/>
              </a:ext>
            </a:extLst>
          </p:cNvPr>
          <p:cNvSpPr>
            <a:spLocks noGrp="1"/>
          </p:cNvSpPr>
          <p:nvPr>
            <p:ph type="sldNum" sz="quarter" idx="5"/>
          </p:nvPr>
        </p:nvSpPr>
        <p:spPr/>
        <p:txBody>
          <a:bodyPr/>
          <a:lstStyle/>
          <a:p>
            <a:pPr rtl="0"/>
            <a:fld id="{F97DC217-DF71-1A49-B3EA-559F1F43B0FF}" type="slidenum">
              <a:rPr lang="id-ID" smtClean="0"/>
              <a:t>57</a:t>
            </a:fld>
            <a:endParaRPr lang="id-ID"/>
          </a:p>
        </p:txBody>
      </p:sp>
    </p:spTree>
    <p:extLst>
      <p:ext uri="{BB962C8B-B14F-4D97-AF65-F5344CB8AC3E}">
        <p14:creationId xmlns:p14="http://schemas.microsoft.com/office/powerpoint/2010/main" val="615056808"/>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543667-0E09-4D66-9C8D-1EE2CD33F29E}"/>
            </a:ext>
          </a:extLst>
        </p:cNvPr>
        <p:cNvGrpSpPr/>
        <p:nvPr/>
      </p:nvGrpSpPr>
      <p:grpSpPr>
        <a:xfrm>
          <a:off x="0" y="0"/>
          <a:ext cx="0" cy="0"/>
          <a:chOff x="0" y="0"/>
          <a:chExt cx="0" cy="0"/>
        </a:xfrm>
      </p:grpSpPr>
      <p:sp>
        <p:nvSpPr>
          <p:cNvPr id="2" name="Tampungan Gambar Slide 1">
            <a:extLst>
              <a:ext uri="{FF2B5EF4-FFF2-40B4-BE49-F238E27FC236}">
                <a16:creationId xmlns:a16="http://schemas.microsoft.com/office/drawing/2014/main" id="{ED72491B-F672-DBBA-B3FA-90D226F63CFC}"/>
              </a:ext>
            </a:extLst>
          </p:cNvPr>
          <p:cNvSpPr>
            <a:spLocks noGrp="1" noRot="1" noChangeAspect="1"/>
          </p:cNvSpPr>
          <p:nvPr>
            <p:ph type="sldImg"/>
          </p:nvPr>
        </p:nvSpPr>
        <p:spPr/>
        <p:txBody>
          <a:bodyPr/>
          <a:lstStyle/>
          <a:p>
            <a:endParaRPr lang="id-ID"/>
          </a:p>
        </p:txBody>
      </p:sp>
      <p:sp>
        <p:nvSpPr>
          <p:cNvPr id="3" name="Tampungan Catatan 2">
            <a:extLst>
              <a:ext uri="{FF2B5EF4-FFF2-40B4-BE49-F238E27FC236}">
                <a16:creationId xmlns:a16="http://schemas.microsoft.com/office/drawing/2014/main" id="{AE9C466D-C7C4-7119-33F3-95D5154D0013}"/>
              </a:ext>
            </a:extLst>
          </p:cNvPr>
          <p:cNvSpPr>
            <a:spLocks noGrp="1"/>
          </p:cNvSpPr>
          <p:nvPr>
            <p:ph type="body" idx="1"/>
          </p:nvPr>
        </p:nvSpPr>
        <p:spPr/>
        <p:txBody>
          <a:bodyPr/>
          <a:lstStyle/>
          <a:p>
            <a:endParaRPr lang="id-ID" noProof="0" dirty="0"/>
          </a:p>
        </p:txBody>
      </p:sp>
      <p:sp>
        <p:nvSpPr>
          <p:cNvPr id="4" name="Tampungan Nomor Slide 3">
            <a:extLst>
              <a:ext uri="{FF2B5EF4-FFF2-40B4-BE49-F238E27FC236}">
                <a16:creationId xmlns:a16="http://schemas.microsoft.com/office/drawing/2014/main" id="{44A03C68-DECC-EDBB-A561-9FF8CF841A72}"/>
              </a:ext>
            </a:extLst>
          </p:cNvPr>
          <p:cNvSpPr>
            <a:spLocks noGrp="1"/>
          </p:cNvSpPr>
          <p:nvPr>
            <p:ph type="sldNum" sz="quarter" idx="5"/>
          </p:nvPr>
        </p:nvSpPr>
        <p:spPr/>
        <p:txBody>
          <a:bodyPr/>
          <a:lstStyle/>
          <a:p>
            <a:pPr rtl="0"/>
            <a:fld id="{F97DC217-DF71-1A49-B3EA-559F1F43B0FF}" type="slidenum">
              <a:rPr lang="id-ID" smtClean="0"/>
              <a:t>58</a:t>
            </a:fld>
            <a:endParaRPr lang="id-ID"/>
          </a:p>
        </p:txBody>
      </p:sp>
    </p:spTree>
    <p:extLst>
      <p:ext uri="{BB962C8B-B14F-4D97-AF65-F5344CB8AC3E}">
        <p14:creationId xmlns:p14="http://schemas.microsoft.com/office/powerpoint/2010/main" val="599886270"/>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5100DA-F19C-5216-643D-F062557A1A46}"/>
            </a:ext>
          </a:extLst>
        </p:cNvPr>
        <p:cNvGrpSpPr/>
        <p:nvPr/>
      </p:nvGrpSpPr>
      <p:grpSpPr>
        <a:xfrm>
          <a:off x="0" y="0"/>
          <a:ext cx="0" cy="0"/>
          <a:chOff x="0" y="0"/>
          <a:chExt cx="0" cy="0"/>
        </a:xfrm>
      </p:grpSpPr>
      <p:sp>
        <p:nvSpPr>
          <p:cNvPr id="2" name="Tampungan Gambar Slide 1">
            <a:extLst>
              <a:ext uri="{FF2B5EF4-FFF2-40B4-BE49-F238E27FC236}">
                <a16:creationId xmlns:a16="http://schemas.microsoft.com/office/drawing/2014/main" id="{794431DF-3295-5625-4978-FD27A0639FE9}"/>
              </a:ext>
            </a:extLst>
          </p:cNvPr>
          <p:cNvSpPr>
            <a:spLocks noGrp="1" noRot="1" noChangeAspect="1"/>
          </p:cNvSpPr>
          <p:nvPr>
            <p:ph type="sldImg"/>
          </p:nvPr>
        </p:nvSpPr>
        <p:spPr/>
        <p:txBody>
          <a:bodyPr/>
          <a:lstStyle/>
          <a:p>
            <a:endParaRPr lang="id-ID"/>
          </a:p>
        </p:txBody>
      </p:sp>
      <p:sp>
        <p:nvSpPr>
          <p:cNvPr id="3" name="Tampungan Catatan 2">
            <a:extLst>
              <a:ext uri="{FF2B5EF4-FFF2-40B4-BE49-F238E27FC236}">
                <a16:creationId xmlns:a16="http://schemas.microsoft.com/office/drawing/2014/main" id="{E031418C-FB48-436F-7D9F-9A3EF9BC91BC}"/>
              </a:ext>
            </a:extLst>
          </p:cNvPr>
          <p:cNvSpPr>
            <a:spLocks noGrp="1"/>
          </p:cNvSpPr>
          <p:nvPr>
            <p:ph type="body" idx="1"/>
          </p:nvPr>
        </p:nvSpPr>
        <p:spPr/>
        <p:txBody>
          <a:bodyPr/>
          <a:lstStyle/>
          <a:p>
            <a:endParaRPr lang="id-ID" noProof="0" dirty="0"/>
          </a:p>
        </p:txBody>
      </p:sp>
      <p:sp>
        <p:nvSpPr>
          <p:cNvPr id="4" name="Tampungan Nomor Slide 3">
            <a:extLst>
              <a:ext uri="{FF2B5EF4-FFF2-40B4-BE49-F238E27FC236}">
                <a16:creationId xmlns:a16="http://schemas.microsoft.com/office/drawing/2014/main" id="{A842FD8D-0784-DE1D-CF91-8DA3073B9AEC}"/>
              </a:ext>
            </a:extLst>
          </p:cNvPr>
          <p:cNvSpPr>
            <a:spLocks noGrp="1"/>
          </p:cNvSpPr>
          <p:nvPr>
            <p:ph type="sldNum" sz="quarter" idx="5"/>
          </p:nvPr>
        </p:nvSpPr>
        <p:spPr/>
        <p:txBody>
          <a:bodyPr/>
          <a:lstStyle/>
          <a:p>
            <a:pPr rtl="0"/>
            <a:fld id="{F97DC217-DF71-1A49-B3EA-559F1F43B0FF}" type="slidenum">
              <a:rPr lang="id-ID" smtClean="0"/>
              <a:t>59</a:t>
            </a:fld>
            <a:endParaRPr lang="id-ID"/>
          </a:p>
        </p:txBody>
      </p:sp>
    </p:spTree>
    <p:extLst>
      <p:ext uri="{BB962C8B-B14F-4D97-AF65-F5344CB8AC3E}">
        <p14:creationId xmlns:p14="http://schemas.microsoft.com/office/powerpoint/2010/main" val="1719936239"/>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1D45DB-00CC-3B1E-7479-8E87F9187167}"/>
            </a:ext>
          </a:extLst>
        </p:cNvPr>
        <p:cNvGrpSpPr/>
        <p:nvPr/>
      </p:nvGrpSpPr>
      <p:grpSpPr>
        <a:xfrm>
          <a:off x="0" y="0"/>
          <a:ext cx="0" cy="0"/>
          <a:chOff x="0" y="0"/>
          <a:chExt cx="0" cy="0"/>
        </a:xfrm>
      </p:grpSpPr>
      <p:sp>
        <p:nvSpPr>
          <p:cNvPr id="2" name="Tampungan Gambar Slide 1">
            <a:extLst>
              <a:ext uri="{FF2B5EF4-FFF2-40B4-BE49-F238E27FC236}">
                <a16:creationId xmlns:a16="http://schemas.microsoft.com/office/drawing/2014/main" id="{5DA992BE-7F96-2D35-4580-F546DA96FF8D}"/>
              </a:ext>
            </a:extLst>
          </p:cNvPr>
          <p:cNvSpPr>
            <a:spLocks noGrp="1" noRot="1" noChangeAspect="1"/>
          </p:cNvSpPr>
          <p:nvPr>
            <p:ph type="sldImg"/>
          </p:nvPr>
        </p:nvSpPr>
        <p:spPr/>
        <p:txBody>
          <a:bodyPr/>
          <a:lstStyle/>
          <a:p>
            <a:endParaRPr lang="id-ID"/>
          </a:p>
        </p:txBody>
      </p:sp>
      <p:sp>
        <p:nvSpPr>
          <p:cNvPr id="3" name="Tampungan Catatan 2">
            <a:extLst>
              <a:ext uri="{FF2B5EF4-FFF2-40B4-BE49-F238E27FC236}">
                <a16:creationId xmlns:a16="http://schemas.microsoft.com/office/drawing/2014/main" id="{8E3059A8-B36F-AAEF-4872-16E653273613}"/>
              </a:ext>
            </a:extLst>
          </p:cNvPr>
          <p:cNvSpPr>
            <a:spLocks noGrp="1"/>
          </p:cNvSpPr>
          <p:nvPr>
            <p:ph type="body" idx="1"/>
          </p:nvPr>
        </p:nvSpPr>
        <p:spPr/>
        <p:txBody>
          <a:bodyPr/>
          <a:lstStyle/>
          <a:p>
            <a:endParaRPr lang="id-ID" noProof="0" dirty="0"/>
          </a:p>
        </p:txBody>
      </p:sp>
      <p:sp>
        <p:nvSpPr>
          <p:cNvPr id="4" name="Tampungan Nomor Slide 3">
            <a:extLst>
              <a:ext uri="{FF2B5EF4-FFF2-40B4-BE49-F238E27FC236}">
                <a16:creationId xmlns:a16="http://schemas.microsoft.com/office/drawing/2014/main" id="{8B43CE02-0E9E-A087-D44E-597C324D6099}"/>
              </a:ext>
            </a:extLst>
          </p:cNvPr>
          <p:cNvSpPr>
            <a:spLocks noGrp="1"/>
          </p:cNvSpPr>
          <p:nvPr>
            <p:ph type="sldNum" sz="quarter" idx="5"/>
          </p:nvPr>
        </p:nvSpPr>
        <p:spPr/>
        <p:txBody>
          <a:bodyPr/>
          <a:lstStyle/>
          <a:p>
            <a:pPr rtl="0"/>
            <a:fld id="{F97DC217-DF71-1A49-B3EA-559F1F43B0FF}" type="slidenum">
              <a:rPr lang="id-ID" smtClean="0"/>
              <a:t>60</a:t>
            </a:fld>
            <a:endParaRPr lang="id-ID"/>
          </a:p>
        </p:txBody>
      </p:sp>
    </p:spTree>
    <p:extLst>
      <p:ext uri="{BB962C8B-B14F-4D97-AF65-F5344CB8AC3E}">
        <p14:creationId xmlns:p14="http://schemas.microsoft.com/office/powerpoint/2010/main" val="2387388888"/>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1360E1-B7D9-D129-C364-A5A97CEA3F1A}"/>
            </a:ext>
          </a:extLst>
        </p:cNvPr>
        <p:cNvGrpSpPr/>
        <p:nvPr/>
      </p:nvGrpSpPr>
      <p:grpSpPr>
        <a:xfrm>
          <a:off x="0" y="0"/>
          <a:ext cx="0" cy="0"/>
          <a:chOff x="0" y="0"/>
          <a:chExt cx="0" cy="0"/>
        </a:xfrm>
      </p:grpSpPr>
      <p:sp>
        <p:nvSpPr>
          <p:cNvPr id="2" name="Tampungan Gambar Slide 1">
            <a:extLst>
              <a:ext uri="{FF2B5EF4-FFF2-40B4-BE49-F238E27FC236}">
                <a16:creationId xmlns:a16="http://schemas.microsoft.com/office/drawing/2014/main" id="{AC0AA804-365E-7B31-6C38-EFB07E2E838F}"/>
              </a:ext>
            </a:extLst>
          </p:cNvPr>
          <p:cNvSpPr>
            <a:spLocks noGrp="1" noRot="1" noChangeAspect="1"/>
          </p:cNvSpPr>
          <p:nvPr>
            <p:ph type="sldImg"/>
          </p:nvPr>
        </p:nvSpPr>
        <p:spPr/>
        <p:txBody>
          <a:bodyPr/>
          <a:lstStyle/>
          <a:p>
            <a:endParaRPr lang="id-ID"/>
          </a:p>
        </p:txBody>
      </p:sp>
      <p:sp>
        <p:nvSpPr>
          <p:cNvPr id="3" name="Tampungan Catatan 2">
            <a:extLst>
              <a:ext uri="{FF2B5EF4-FFF2-40B4-BE49-F238E27FC236}">
                <a16:creationId xmlns:a16="http://schemas.microsoft.com/office/drawing/2014/main" id="{B677510F-CE41-58B0-5B91-A525541B7DC4}"/>
              </a:ext>
            </a:extLst>
          </p:cNvPr>
          <p:cNvSpPr>
            <a:spLocks noGrp="1"/>
          </p:cNvSpPr>
          <p:nvPr>
            <p:ph type="body" idx="1"/>
          </p:nvPr>
        </p:nvSpPr>
        <p:spPr/>
        <p:txBody>
          <a:bodyPr/>
          <a:lstStyle/>
          <a:p>
            <a:endParaRPr lang="id-ID" noProof="0" dirty="0"/>
          </a:p>
        </p:txBody>
      </p:sp>
      <p:sp>
        <p:nvSpPr>
          <p:cNvPr id="4" name="Tampungan Nomor Slide 3">
            <a:extLst>
              <a:ext uri="{FF2B5EF4-FFF2-40B4-BE49-F238E27FC236}">
                <a16:creationId xmlns:a16="http://schemas.microsoft.com/office/drawing/2014/main" id="{C9F10CEA-EFA4-47C9-5088-BB4DC3267CCB}"/>
              </a:ext>
            </a:extLst>
          </p:cNvPr>
          <p:cNvSpPr>
            <a:spLocks noGrp="1"/>
          </p:cNvSpPr>
          <p:nvPr>
            <p:ph type="sldNum" sz="quarter" idx="5"/>
          </p:nvPr>
        </p:nvSpPr>
        <p:spPr/>
        <p:txBody>
          <a:bodyPr/>
          <a:lstStyle/>
          <a:p>
            <a:pPr rtl="0"/>
            <a:fld id="{F97DC217-DF71-1A49-B3EA-559F1F43B0FF}" type="slidenum">
              <a:rPr lang="id-ID" smtClean="0"/>
              <a:t>61</a:t>
            </a:fld>
            <a:endParaRPr lang="id-ID"/>
          </a:p>
        </p:txBody>
      </p:sp>
    </p:spTree>
    <p:extLst>
      <p:ext uri="{BB962C8B-B14F-4D97-AF65-F5344CB8AC3E}">
        <p14:creationId xmlns:p14="http://schemas.microsoft.com/office/powerpoint/2010/main" val="3049431647"/>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4CD304-EA1D-5DBC-510A-A9C949915897}"/>
            </a:ext>
          </a:extLst>
        </p:cNvPr>
        <p:cNvGrpSpPr/>
        <p:nvPr/>
      </p:nvGrpSpPr>
      <p:grpSpPr>
        <a:xfrm>
          <a:off x="0" y="0"/>
          <a:ext cx="0" cy="0"/>
          <a:chOff x="0" y="0"/>
          <a:chExt cx="0" cy="0"/>
        </a:xfrm>
      </p:grpSpPr>
      <p:sp>
        <p:nvSpPr>
          <p:cNvPr id="2" name="Tampungan Gambar Slide 1">
            <a:extLst>
              <a:ext uri="{FF2B5EF4-FFF2-40B4-BE49-F238E27FC236}">
                <a16:creationId xmlns:a16="http://schemas.microsoft.com/office/drawing/2014/main" id="{6EB4A149-B665-FEBD-8E99-1397B5683931}"/>
              </a:ext>
            </a:extLst>
          </p:cNvPr>
          <p:cNvSpPr>
            <a:spLocks noGrp="1" noRot="1" noChangeAspect="1"/>
          </p:cNvSpPr>
          <p:nvPr>
            <p:ph type="sldImg"/>
          </p:nvPr>
        </p:nvSpPr>
        <p:spPr/>
        <p:txBody>
          <a:bodyPr/>
          <a:lstStyle/>
          <a:p>
            <a:endParaRPr lang="id-ID"/>
          </a:p>
        </p:txBody>
      </p:sp>
      <p:sp>
        <p:nvSpPr>
          <p:cNvPr id="3" name="Tampungan Catatan 2">
            <a:extLst>
              <a:ext uri="{FF2B5EF4-FFF2-40B4-BE49-F238E27FC236}">
                <a16:creationId xmlns:a16="http://schemas.microsoft.com/office/drawing/2014/main" id="{6C0F3F67-6CB9-C5CA-FDDC-B42B73BA3365}"/>
              </a:ext>
            </a:extLst>
          </p:cNvPr>
          <p:cNvSpPr>
            <a:spLocks noGrp="1"/>
          </p:cNvSpPr>
          <p:nvPr>
            <p:ph type="body" idx="1"/>
          </p:nvPr>
        </p:nvSpPr>
        <p:spPr/>
        <p:txBody>
          <a:bodyPr/>
          <a:lstStyle/>
          <a:p>
            <a:endParaRPr lang="id-ID" noProof="0" dirty="0"/>
          </a:p>
        </p:txBody>
      </p:sp>
      <p:sp>
        <p:nvSpPr>
          <p:cNvPr id="4" name="Tampungan Nomor Slide 3">
            <a:extLst>
              <a:ext uri="{FF2B5EF4-FFF2-40B4-BE49-F238E27FC236}">
                <a16:creationId xmlns:a16="http://schemas.microsoft.com/office/drawing/2014/main" id="{358150EC-02CC-A33F-278A-66B2965296D3}"/>
              </a:ext>
            </a:extLst>
          </p:cNvPr>
          <p:cNvSpPr>
            <a:spLocks noGrp="1"/>
          </p:cNvSpPr>
          <p:nvPr>
            <p:ph type="sldNum" sz="quarter" idx="5"/>
          </p:nvPr>
        </p:nvSpPr>
        <p:spPr/>
        <p:txBody>
          <a:bodyPr/>
          <a:lstStyle/>
          <a:p>
            <a:pPr rtl="0"/>
            <a:fld id="{F97DC217-DF71-1A49-B3EA-559F1F43B0FF}" type="slidenum">
              <a:rPr lang="id-ID" smtClean="0"/>
              <a:t>62</a:t>
            </a:fld>
            <a:endParaRPr lang="id-ID"/>
          </a:p>
        </p:txBody>
      </p:sp>
    </p:spTree>
    <p:extLst>
      <p:ext uri="{BB962C8B-B14F-4D97-AF65-F5344CB8AC3E}">
        <p14:creationId xmlns:p14="http://schemas.microsoft.com/office/powerpoint/2010/main" val="3455463038"/>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429C6E-C057-D5FD-6D80-B5F822EA97D7}"/>
            </a:ext>
          </a:extLst>
        </p:cNvPr>
        <p:cNvGrpSpPr/>
        <p:nvPr/>
      </p:nvGrpSpPr>
      <p:grpSpPr>
        <a:xfrm>
          <a:off x="0" y="0"/>
          <a:ext cx="0" cy="0"/>
          <a:chOff x="0" y="0"/>
          <a:chExt cx="0" cy="0"/>
        </a:xfrm>
      </p:grpSpPr>
      <p:sp>
        <p:nvSpPr>
          <p:cNvPr id="2" name="Tampungan Gambar Slide 1">
            <a:extLst>
              <a:ext uri="{FF2B5EF4-FFF2-40B4-BE49-F238E27FC236}">
                <a16:creationId xmlns:a16="http://schemas.microsoft.com/office/drawing/2014/main" id="{D59622AC-C277-C3AA-79E8-4372FEDBCFB6}"/>
              </a:ext>
            </a:extLst>
          </p:cNvPr>
          <p:cNvSpPr>
            <a:spLocks noGrp="1" noRot="1" noChangeAspect="1"/>
          </p:cNvSpPr>
          <p:nvPr>
            <p:ph type="sldImg"/>
          </p:nvPr>
        </p:nvSpPr>
        <p:spPr/>
        <p:txBody>
          <a:bodyPr/>
          <a:lstStyle/>
          <a:p>
            <a:endParaRPr lang="id-ID"/>
          </a:p>
        </p:txBody>
      </p:sp>
      <p:sp>
        <p:nvSpPr>
          <p:cNvPr id="3" name="Tampungan Catatan 2">
            <a:extLst>
              <a:ext uri="{FF2B5EF4-FFF2-40B4-BE49-F238E27FC236}">
                <a16:creationId xmlns:a16="http://schemas.microsoft.com/office/drawing/2014/main" id="{3C4EBF97-2E06-4CA5-160D-FA25EA495377}"/>
              </a:ext>
            </a:extLst>
          </p:cNvPr>
          <p:cNvSpPr>
            <a:spLocks noGrp="1"/>
          </p:cNvSpPr>
          <p:nvPr>
            <p:ph type="body" idx="1"/>
          </p:nvPr>
        </p:nvSpPr>
        <p:spPr/>
        <p:txBody>
          <a:bodyPr/>
          <a:lstStyle/>
          <a:p>
            <a:endParaRPr lang="id-ID" noProof="0" dirty="0"/>
          </a:p>
        </p:txBody>
      </p:sp>
      <p:sp>
        <p:nvSpPr>
          <p:cNvPr id="4" name="Tampungan Nomor Slide 3">
            <a:extLst>
              <a:ext uri="{FF2B5EF4-FFF2-40B4-BE49-F238E27FC236}">
                <a16:creationId xmlns:a16="http://schemas.microsoft.com/office/drawing/2014/main" id="{9EE4A8DF-9657-FE7D-A9F4-51A79709AF7A}"/>
              </a:ext>
            </a:extLst>
          </p:cNvPr>
          <p:cNvSpPr>
            <a:spLocks noGrp="1"/>
          </p:cNvSpPr>
          <p:nvPr>
            <p:ph type="sldNum" sz="quarter" idx="5"/>
          </p:nvPr>
        </p:nvSpPr>
        <p:spPr/>
        <p:txBody>
          <a:bodyPr/>
          <a:lstStyle/>
          <a:p>
            <a:pPr rtl="0"/>
            <a:fld id="{F97DC217-DF71-1A49-B3EA-559F1F43B0FF}" type="slidenum">
              <a:rPr lang="id-ID" smtClean="0"/>
              <a:t>63</a:t>
            </a:fld>
            <a:endParaRPr lang="id-ID"/>
          </a:p>
        </p:txBody>
      </p:sp>
    </p:spTree>
    <p:extLst>
      <p:ext uri="{BB962C8B-B14F-4D97-AF65-F5344CB8AC3E}">
        <p14:creationId xmlns:p14="http://schemas.microsoft.com/office/powerpoint/2010/main" val="998938379"/>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14119E-4305-014B-DE9E-D6917A338D3D}"/>
            </a:ext>
          </a:extLst>
        </p:cNvPr>
        <p:cNvGrpSpPr/>
        <p:nvPr/>
      </p:nvGrpSpPr>
      <p:grpSpPr>
        <a:xfrm>
          <a:off x="0" y="0"/>
          <a:ext cx="0" cy="0"/>
          <a:chOff x="0" y="0"/>
          <a:chExt cx="0" cy="0"/>
        </a:xfrm>
      </p:grpSpPr>
      <p:sp>
        <p:nvSpPr>
          <p:cNvPr id="2" name="Tampungan Gambar Slide 1">
            <a:extLst>
              <a:ext uri="{FF2B5EF4-FFF2-40B4-BE49-F238E27FC236}">
                <a16:creationId xmlns:a16="http://schemas.microsoft.com/office/drawing/2014/main" id="{15DCA40F-66AF-8481-8543-A849CDB2D73E}"/>
              </a:ext>
            </a:extLst>
          </p:cNvPr>
          <p:cNvSpPr>
            <a:spLocks noGrp="1" noRot="1" noChangeAspect="1"/>
          </p:cNvSpPr>
          <p:nvPr>
            <p:ph type="sldImg"/>
          </p:nvPr>
        </p:nvSpPr>
        <p:spPr/>
        <p:txBody>
          <a:bodyPr/>
          <a:lstStyle/>
          <a:p>
            <a:endParaRPr lang="id-ID"/>
          </a:p>
        </p:txBody>
      </p:sp>
      <p:sp>
        <p:nvSpPr>
          <p:cNvPr id="3" name="Tampungan Catatan 2">
            <a:extLst>
              <a:ext uri="{FF2B5EF4-FFF2-40B4-BE49-F238E27FC236}">
                <a16:creationId xmlns:a16="http://schemas.microsoft.com/office/drawing/2014/main" id="{4272AE8A-16A2-27E8-04EC-6230D3DB04CF}"/>
              </a:ext>
            </a:extLst>
          </p:cNvPr>
          <p:cNvSpPr>
            <a:spLocks noGrp="1"/>
          </p:cNvSpPr>
          <p:nvPr>
            <p:ph type="body" idx="1"/>
          </p:nvPr>
        </p:nvSpPr>
        <p:spPr/>
        <p:txBody>
          <a:bodyPr/>
          <a:lstStyle/>
          <a:p>
            <a:endParaRPr lang="id-ID" noProof="0" dirty="0"/>
          </a:p>
        </p:txBody>
      </p:sp>
      <p:sp>
        <p:nvSpPr>
          <p:cNvPr id="4" name="Tampungan Nomor Slide 3">
            <a:extLst>
              <a:ext uri="{FF2B5EF4-FFF2-40B4-BE49-F238E27FC236}">
                <a16:creationId xmlns:a16="http://schemas.microsoft.com/office/drawing/2014/main" id="{7A77A437-2786-2249-CF46-DC33E247C06E}"/>
              </a:ext>
            </a:extLst>
          </p:cNvPr>
          <p:cNvSpPr>
            <a:spLocks noGrp="1"/>
          </p:cNvSpPr>
          <p:nvPr>
            <p:ph type="sldNum" sz="quarter" idx="5"/>
          </p:nvPr>
        </p:nvSpPr>
        <p:spPr/>
        <p:txBody>
          <a:bodyPr/>
          <a:lstStyle/>
          <a:p>
            <a:pPr rtl="0"/>
            <a:fld id="{F97DC217-DF71-1A49-B3EA-559F1F43B0FF}" type="slidenum">
              <a:rPr lang="id-ID" smtClean="0"/>
              <a:t>64</a:t>
            </a:fld>
            <a:endParaRPr lang="id-ID"/>
          </a:p>
        </p:txBody>
      </p:sp>
    </p:spTree>
    <p:extLst>
      <p:ext uri="{BB962C8B-B14F-4D97-AF65-F5344CB8AC3E}">
        <p14:creationId xmlns:p14="http://schemas.microsoft.com/office/powerpoint/2010/main" val="1550066940"/>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D2439D-674D-C236-9633-5371730E7803}"/>
            </a:ext>
          </a:extLst>
        </p:cNvPr>
        <p:cNvGrpSpPr/>
        <p:nvPr/>
      </p:nvGrpSpPr>
      <p:grpSpPr>
        <a:xfrm>
          <a:off x="0" y="0"/>
          <a:ext cx="0" cy="0"/>
          <a:chOff x="0" y="0"/>
          <a:chExt cx="0" cy="0"/>
        </a:xfrm>
      </p:grpSpPr>
      <p:sp>
        <p:nvSpPr>
          <p:cNvPr id="2" name="Tampungan Gambar Slide 1">
            <a:extLst>
              <a:ext uri="{FF2B5EF4-FFF2-40B4-BE49-F238E27FC236}">
                <a16:creationId xmlns:a16="http://schemas.microsoft.com/office/drawing/2014/main" id="{9408B588-1FB4-FD9F-C2C6-4718EF3E5E13}"/>
              </a:ext>
            </a:extLst>
          </p:cNvPr>
          <p:cNvSpPr>
            <a:spLocks noGrp="1" noRot="1" noChangeAspect="1"/>
          </p:cNvSpPr>
          <p:nvPr>
            <p:ph type="sldImg"/>
          </p:nvPr>
        </p:nvSpPr>
        <p:spPr/>
        <p:txBody>
          <a:bodyPr/>
          <a:lstStyle/>
          <a:p>
            <a:endParaRPr lang="id-ID"/>
          </a:p>
        </p:txBody>
      </p:sp>
      <p:sp>
        <p:nvSpPr>
          <p:cNvPr id="3" name="Tampungan Catatan 2">
            <a:extLst>
              <a:ext uri="{FF2B5EF4-FFF2-40B4-BE49-F238E27FC236}">
                <a16:creationId xmlns:a16="http://schemas.microsoft.com/office/drawing/2014/main" id="{DEE01510-8F6F-E6A0-5E53-495E65B8247F}"/>
              </a:ext>
            </a:extLst>
          </p:cNvPr>
          <p:cNvSpPr>
            <a:spLocks noGrp="1"/>
          </p:cNvSpPr>
          <p:nvPr>
            <p:ph type="body" idx="1"/>
          </p:nvPr>
        </p:nvSpPr>
        <p:spPr/>
        <p:txBody>
          <a:bodyPr/>
          <a:lstStyle/>
          <a:p>
            <a:endParaRPr lang="id-ID" noProof="0" dirty="0"/>
          </a:p>
        </p:txBody>
      </p:sp>
      <p:sp>
        <p:nvSpPr>
          <p:cNvPr id="4" name="Tampungan Nomor Slide 3">
            <a:extLst>
              <a:ext uri="{FF2B5EF4-FFF2-40B4-BE49-F238E27FC236}">
                <a16:creationId xmlns:a16="http://schemas.microsoft.com/office/drawing/2014/main" id="{6C82CF88-91AD-5738-33C3-321E2F45F4C6}"/>
              </a:ext>
            </a:extLst>
          </p:cNvPr>
          <p:cNvSpPr>
            <a:spLocks noGrp="1"/>
          </p:cNvSpPr>
          <p:nvPr>
            <p:ph type="sldNum" sz="quarter" idx="5"/>
          </p:nvPr>
        </p:nvSpPr>
        <p:spPr/>
        <p:txBody>
          <a:bodyPr/>
          <a:lstStyle/>
          <a:p>
            <a:pPr rtl="0"/>
            <a:fld id="{F97DC217-DF71-1A49-B3EA-559F1F43B0FF}" type="slidenum">
              <a:rPr lang="id-ID" smtClean="0"/>
              <a:t>65</a:t>
            </a:fld>
            <a:endParaRPr lang="id-ID"/>
          </a:p>
        </p:txBody>
      </p:sp>
    </p:spTree>
    <p:extLst>
      <p:ext uri="{BB962C8B-B14F-4D97-AF65-F5344CB8AC3E}">
        <p14:creationId xmlns:p14="http://schemas.microsoft.com/office/powerpoint/2010/main" val="1210568627"/>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FB9EE2-167E-D4C8-EC22-326E0995E4CA}"/>
            </a:ext>
          </a:extLst>
        </p:cNvPr>
        <p:cNvGrpSpPr/>
        <p:nvPr/>
      </p:nvGrpSpPr>
      <p:grpSpPr>
        <a:xfrm>
          <a:off x="0" y="0"/>
          <a:ext cx="0" cy="0"/>
          <a:chOff x="0" y="0"/>
          <a:chExt cx="0" cy="0"/>
        </a:xfrm>
      </p:grpSpPr>
      <p:sp>
        <p:nvSpPr>
          <p:cNvPr id="2" name="Tampungan Gambar Slide 1">
            <a:extLst>
              <a:ext uri="{FF2B5EF4-FFF2-40B4-BE49-F238E27FC236}">
                <a16:creationId xmlns:a16="http://schemas.microsoft.com/office/drawing/2014/main" id="{18CAEB46-7F40-C9D6-C46A-38634825FD41}"/>
              </a:ext>
            </a:extLst>
          </p:cNvPr>
          <p:cNvSpPr>
            <a:spLocks noGrp="1" noRot="1" noChangeAspect="1"/>
          </p:cNvSpPr>
          <p:nvPr>
            <p:ph type="sldImg"/>
          </p:nvPr>
        </p:nvSpPr>
        <p:spPr/>
        <p:txBody>
          <a:bodyPr/>
          <a:lstStyle/>
          <a:p>
            <a:endParaRPr lang="id-ID"/>
          </a:p>
        </p:txBody>
      </p:sp>
      <p:sp>
        <p:nvSpPr>
          <p:cNvPr id="3" name="Tampungan Catatan 2">
            <a:extLst>
              <a:ext uri="{FF2B5EF4-FFF2-40B4-BE49-F238E27FC236}">
                <a16:creationId xmlns:a16="http://schemas.microsoft.com/office/drawing/2014/main" id="{107242E6-A002-FE96-6844-7D9AEF1494B7}"/>
              </a:ext>
            </a:extLst>
          </p:cNvPr>
          <p:cNvSpPr>
            <a:spLocks noGrp="1"/>
          </p:cNvSpPr>
          <p:nvPr>
            <p:ph type="body" idx="1"/>
          </p:nvPr>
        </p:nvSpPr>
        <p:spPr/>
        <p:txBody>
          <a:bodyPr/>
          <a:lstStyle/>
          <a:p>
            <a:endParaRPr lang="id-ID" noProof="0" dirty="0"/>
          </a:p>
        </p:txBody>
      </p:sp>
      <p:sp>
        <p:nvSpPr>
          <p:cNvPr id="4" name="Tampungan Nomor Slide 3">
            <a:extLst>
              <a:ext uri="{FF2B5EF4-FFF2-40B4-BE49-F238E27FC236}">
                <a16:creationId xmlns:a16="http://schemas.microsoft.com/office/drawing/2014/main" id="{FAA72506-3B12-B846-2590-F03825AD956E}"/>
              </a:ext>
            </a:extLst>
          </p:cNvPr>
          <p:cNvSpPr>
            <a:spLocks noGrp="1"/>
          </p:cNvSpPr>
          <p:nvPr>
            <p:ph type="sldNum" sz="quarter" idx="5"/>
          </p:nvPr>
        </p:nvSpPr>
        <p:spPr/>
        <p:txBody>
          <a:bodyPr/>
          <a:lstStyle/>
          <a:p>
            <a:pPr rtl="0"/>
            <a:fld id="{F97DC217-DF71-1A49-B3EA-559F1F43B0FF}" type="slidenum">
              <a:rPr lang="id-ID" smtClean="0"/>
              <a:t>66</a:t>
            </a:fld>
            <a:endParaRPr lang="id-ID"/>
          </a:p>
        </p:txBody>
      </p:sp>
    </p:spTree>
    <p:extLst>
      <p:ext uri="{BB962C8B-B14F-4D97-AF65-F5344CB8AC3E}">
        <p14:creationId xmlns:p14="http://schemas.microsoft.com/office/powerpoint/2010/main" val="4085345966"/>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7FFF8E-7334-E664-1451-44867703DF1D}"/>
            </a:ext>
          </a:extLst>
        </p:cNvPr>
        <p:cNvGrpSpPr/>
        <p:nvPr/>
      </p:nvGrpSpPr>
      <p:grpSpPr>
        <a:xfrm>
          <a:off x="0" y="0"/>
          <a:ext cx="0" cy="0"/>
          <a:chOff x="0" y="0"/>
          <a:chExt cx="0" cy="0"/>
        </a:xfrm>
      </p:grpSpPr>
      <p:sp>
        <p:nvSpPr>
          <p:cNvPr id="2" name="Tampungan Gambar Slide 1">
            <a:extLst>
              <a:ext uri="{FF2B5EF4-FFF2-40B4-BE49-F238E27FC236}">
                <a16:creationId xmlns:a16="http://schemas.microsoft.com/office/drawing/2014/main" id="{EEBAB831-2069-4E20-A1C2-FEAC2D8E618A}"/>
              </a:ext>
            </a:extLst>
          </p:cNvPr>
          <p:cNvSpPr>
            <a:spLocks noGrp="1" noRot="1" noChangeAspect="1"/>
          </p:cNvSpPr>
          <p:nvPr>
            <p:ph type="sldImg"/>
          </p:nvPr>
        </p:nvSpPr>
        <p:spPr/>
        <p:txBody>
          <a:bodyPr/>
          <a:lstStyle/>
          <a:p>
            <a:endParaRPr lang="id-ID"/>
          </a:p>
        </p:txBody>
      </p:sp>
      <p:sp>
        <p:nvSpPr>
          <p:cNvPr id="3" name="Tampungan Catatan 2">
            <a:extLst>
              <a:ext uri="{FF2B5EF4-FFF2-40B4-BE49-F238E27FC236}">
                <a16:creationId xmlns:a16="http://schemas.microsoft.com/office/drawing/2014/main" id="{CC93C6A6-F72C-4B5B-77E3-C03395C5E2E1}"/>
              </a:ext>
            </a:extLst>
          </p:cNvPr>
          <p:cNvSpPr>
            <a:spLocks noGrp="1"/>
          </p:cNvSpPr>
          <p:nvPr>
            <p:ph type="body" idx="1"/>
          </p:nvPr>
        </p:nvSpPr>
        <p:spPr/>
        <p:txBody>
          <a:bodyPr/>
          <a:lstStyle/>
          <a:p>
            <a:endParaRPr lang="id-ID" noProof="0" dirty="0"/>
          </a:p>
        </p:txBody>
      </p:sp>
      <p:sp>
        <p:nvSpPr>
          <p:cNvPr id="4" name="Tampungan Nomor Slide 3">
            <a:extLst>
              <a:ext uri="{FF2B5EF4-FFF2-40B4-BE49-F238E27FC236}">
                <a16:creationId xmlns:a16="http://schemas.microsoft.com/office/drawing/2014/main" id="{13A4390D-8C93-C7FC-78E6-16C11273F5E3}"/>
              </a:ext>
            </a:extLst>
          </p:cNvPr>
          <p:cNvSpPr>
            <a:spLocks noGrp="1"/>
          </p:cNvSpPr>
          <p:nvPr>
            <p:ph type="sldNum" sz="quarter" idx="5"/>
          </p:nvPr>
        </p:nvSpPr>
        <p:spPr/>
        <p:txBody>
          <a:bodyPr/>
          <a:lstStyle/>
          <a:p>
            <a:pPr rtl="0"/>
            <a:fld id="{F97DC217-DF71-1A49-B3EA-559F1F43B0FF}" type="slidenum">
              <a:rPr lang="id-ID" smtClean="0"/>
              <a:t>67</a:t>
            </a:fld>
            <a:endParaRPr lang="id-ID"/>
          </a:p>
        </p:txBody>
      </p:sp>
    </p:spTree>
    <p:extLst>
      <p:ext uri="{BB962C8B-B14F-4D97-AF65-F5344CB8AC3E}">
        <p14:creationId xmlns:p14="http://schemas.microsoft.com/office/powerpoint/2010/main" val="1835167720"/>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9B9A6E-72BA-AE29-98D0-B7C1825E138E}"/>
            </a:ext>
          </a:extLst>
        </p:cNvPr>
        <p:cNvGrpSpPr/>
        <p:nvPr/>
      </p:nvGrpSpPr>
      <p:grpSpPr>
        <a:xfrm>
          <a:off x="0" y="0"/>
          <a:ext cx="0" cy="0"/>
          <a:chOff x="0" y="0"/>
          <a:chExt cx="0" cy="0"/>
        </a:xfrm>
      </p:grpSpPr>
      <p:sp>
        <p:nvSpPr>
          <p:cNvPr id="2" name="Tampungan Gambar Slide 1">
            <a:extLst>
              <a:ext uri="{FF2B5EF4-FFF2-40B4-BE49-F238E27FC236}">
                <a16:creationId xmlns:a16="http://schemas.microsoft.com/office/drawing/2014/main" id="{D4D70D43-1DBC-146F-3294-B6EC219AD9E6}"/>
              </a:ext>
            </a:extLst>
          </p:cNvPr>
          <p:cNvSpPr>
            <a:spLocks noGrp="1" noRot="1" noChangeAspect="1"/>
          </p:cNvSpPr>
          <p:nvPr>
            <p:ph type="sldImg"/>
          </p:nvPr>
        </p:nvSpPr>
        <p:spPr/>
        <p:txBody>
          <a:bodyPr/>
          <a:lstStyle/>
          <a:p>
            <a:endParaRPr lang="id-ID"/>
          </a:p>
        </p:txBody>
      </p:sp>
      <p:sp>
        <p:nvSpPr>
          <p:cNvPr id="3" name="Tampungan Catatan 2">
            <a:extLst>
              <a:ext uri="{FF2B5EF4-FFF2-40B4-BE49-F238E27FC236}">
                <a16:creationId xmlns:a16="http://schemas.microsoft.com/office/drawing/2014/main" id="{9EC1C3EE-AECB-F052-3377-70C5AC3CDB0D}"/>
              </a:ext>
            </a:extLst>
          </p:cNvPr>
          <p:cNvSpPr>
            <a:spLocks noGrp="1"/>
          </p:cNvSpPr>
          <p:nvPr>
            <p:ph type="body" idx="1"/>
          </p:nvPr>
        </p:nvSpPr>
        <p:spPr/>
        <p:txBody>
          <a:bodyPr/>
          <a:lstStyle/>
          <a:p>
            <a:endParaRPr lang="id-ID" noProof="0" dirty="0"/>
          </a:p>
        </p:txBody>
      </p:sp>
      <p:sp>
        <p:nvSpPr>
          <p:cNvPr id="4" name="Tampungan Nomor Slide 3">
            <a:extLst>
              <a:ext uri="{FF2B5EF4-FFF2-40B4-BE49-F238E27FC236}">
                <a16:creationId xmlns:a16="http://schemas.microsoft.com/office/drawing/2014/main" id="{BA21CCAC-CC96-475C-70B7-D4C25982E1C3}"/>
              </a:ext>
            </a:extLst>
          </p:cNvPr>
          <p:cNvSpPr>
            <a:spLocks noGrp="1"/>
          </p:cNvSpPr>
          <p:nvPr>
            <p:ph type="sldNum" sz="quarter" idx="5"/>
          </p:nvPr>
        </p:nvSpPr>
        <p:spPr/>
        <p:txBody>
          <a:bodyPr/>
          <a:lstStyle/>
          <a:p>
            <a:pPr rtl="0"/>
            <a:fld id="{F97DC217-DF71-1A49-B3EA-559F1F43B0FF}" type="slidenum">
              <a:rPr lang="id-ID" smtClean="0"/>
              <a:t>68</a:t>
            </a:fld>
            <a:endParaRPr lang="id-ID"/>
          </a:p>
        </p:txBody>
      </p:sp>
    </p:spTree>
    <p:extLst>
      <p:ext uri="{BB962C8B-B14F-4D97-AF65-F5344CB8AC3E}">
        <p14:creationId xmlns:p14="http://schemas.microsoft.com/office/powerpoint/2010/main" val="2310620845"/>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31C2F2-877E-914D-8141-7CEA36B3568A}"/>
            </a:ext>
          </a:extLst>
        </p:cNvPr>
        <p:cNvGrpSpPr/>
        <p:nvPr/>
      </p:nvGrpSpPr>
      <p:grpSpPr>
        <a:xfrm>
          <a:off x="0" y="0"/>
          <a:ext cx="0" cy="0"/>
          <a:chOff x="0" y="0"/>
          <a:chExt cx="0" cy="0"/>
        </a:xfrm>
      </p:grpSpPr>
      <p:sp>
        <p:nvSpPr>
          <p:cNvPr id="2" name="Tampungan Gambar Slide 1">
            <a:extLst>
              <a:ext uri="{FF2B5EF4-FFF2-40B4-BE49-F238E27FC236}">
                <a16:creationId xmlns:a16="http://schemas.microsoft.com/office/drawing/2014/main" id="{92719B77-4CBA-DC07-47E1-B5A2FC6EE01F}"/>
              </a:ext>
            </a:extLst>
          </p:cNvPr>
          <p:cNvSpPr>
            <a:spLocks noGrp="1" noRot="1" noChangeAspect="1"/>
          </p:cNvSpPr>
          <p:nvPr>
            <p:ph type="sldImg"/>
          </p:nvPr>
        </p:nvSpPr>
        <p:spPr/>
        <p:txBody>
          <a:bodyPr/>
          <a:lstStyle/>
          <a:p>
            <a:endParaRPr lang="id-ID"/>
          </a:p>
        </p:txBody>
      </p:sp>
      <p:sp>
        <p:nvSpPr>
          <p:cNvPr id="3" name="Tampungan Catatan 2">
            <a:extLst>
              <a:ext uri="{FF2B5EF4-FFF2-40B4-BE49-F238E27FC236}">
                <a16:creationId xmlns:a16="http://schemas.microsoft.com/office/drawing/2014/main" id="{48F76A03-FC73-BFC8-FEA1-911132664BE1}"/>
              </a:ext>
            </a:extLst>
          </p:cNvPr>
          <p:cNvSpPr>
            <a:spLocks noGrp="1"/>
          </p:cNvSpPr>
          <p:nvPr>
            <p:ph type="body" idx="1"/>
          </p:nvPr>
        </p:nvSpPr>
        <p:spPr/>
        <p:txBody>
          <a:bodyPr/>
          <a:lstStyle/>
          <a:p>
            <a:endParaRPr lang="id-ID" noProof="0" dirty="0"/>
          </a:p>
        </p:txBody>
      </p:sp>
      <p:sp>
        <p:nvSpPr>
          <p:cNvPr id="4" name="Tampungan Nomor Slide 3">
            <a:extLst>
              <a:ext uri="{FF2B5EF4-FFF2-40B4-BE49-F238E27FC236}">
                <a16:creationId xmlns:a16="http://schemas.microsoft.com/office/drawing/2014/main" id="{5126A91B-2472-7815-A245-B00A4BE9FDD1}"/>
              </a:ext>
            </a:extLst>
          </p:cNvPr>
          <p:cNvSpPr>
            <a:spLocks noGrp="1"/>
          </p:cNvSpPr>
          <p:nvPr>
            <p:ph type="sldNum" sz="quarter" idx="5"/>
          </p:nvPr>
        </p:nvSpPr>
        <p:spPr/>
        <p:txBody>
          <a:bodyPr/>
          <a:lstStyle/>
          <a:p>
            <a:pPr rtl="0"/>
            <a:fld id="{F97DC217-DF71-1A49-B3EA-559F1F43B0FF}" type="slidenum">
              <a:rPr lang="id-ID" smtClean="0"/>
              <a:t>69</a:t>
            </a:fld>
            <a:endParaRPr lang="id-ID"/>
          </a:p>
        </p:txBody>
      </p:sp>
    </p:spTree>
    <p:extLst>
      <p:ext uri="{BB962C8B-B14F-4D97-AF65-F5344CB8AC3E}">
        <p14:creationId xmlns:p14="http://schemas.microsoft.com/office/powerpoint/2010/main" val="3863971800"/>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99E6D0-E750-C0C0-9D8E-9F1FEC8578CD}"/>
            </a:ext>
          </a:extLst>
        </p:cNvPr>
        <p:cNvGrpSpPr/>
        <p:nvPr/>
      </p:nvGrpSpPr>
      <p:grpSpPr>
        <a:xfrm>
          <a:off x="0" y="0"/>
          <a:ext cx="0" cy="0"/>
          <a:chOff x="0" y="0"/>
          <a:chExt cx="0" cy="0"/>
        </a:xfrm>
      </p:grpSpPr>
      <p:sp>
        <p:nvSpPr>
          <p:cNvPr id="2" name="Tampungan Gambar Slide 1">
            <a:extLst>
              <a:ext uri="{FF2B5EF4-FFF2-40B4-BE49-F238E27FC236}">
                <a16:creationId xmlns:a16="http://schemas.microsoft.com/office/drawing/2014/main" id="{57BF5048-621C-CBD1-A816-438A5AC542E6}"/>
              </a:ext>
            </a:extLst>
          </p:cNvPr>
          <p:cNvSpPr>
            <a:spLocks noGrp="1" noRot="1" noChangeAspect="1"/>
          </p:cNvSpPr>
          <p:nvPr>
            <p:ph type="sldImg"/>
          </p:nvPr>
        </p:nvSpPr>
        <p:spPr/>
        <p:txBody>
          <a:bodyPr/>
          <a:lstStyle/>
          <a:p>
            <a:endParaRPr lang="id-ID"/>
          </a:p>
        </p:txBody>
      </p:sp>
      <p:sp>
        <p:nvSpPr>
          <p:cNvPr id="3" name="Tampungan Catatan 2">
            <a:extLst>
              <a:ext uri="{FF2B5EF4-FFF2-40B4-BE49-F238E27FC236}">
                <a16:creationId xmlns:a16="http://schemas.microsoft.com/office/drawing/2014/main" id="{18130101-9377-584B-F32D-6CC3BE0A73FA}"/>
              </a:ext>
            </a:extLst>
          </p:cNvPr>
          <p:cNvSpPr>
            <a:spLocks noGrp="1"/>
          </p:cNvSpPr>
          <p:nvPr>
            <p:ph type="body" idx="1"/>
          </p:nvPr>
        </p:nvSpPr>
        <p:spPr/>
        <p:txBody>
          <a:bodyPr/>
          <a:lstStyle/>
          <a:p>
            <a:endParaRPr lang="id-ID" noProof="0" dirty="0"/>
          </a:p>
        </p:txBody>
      </p:sp>
      <p:sp>
        <p:nvSpPr>
          <p:cNvPr id="4" name="Tampungan Nomor Slide 3">
            <a:extLst>
              <a:ext uri="{FF2B5EF4-FFF2-40B4-BE49-F238E27FC236}">
                <a16:creationId xmlns:a16="http://schemas.microsoft.com/office/drawing/2014/main" id="{6519C3D1-A571-48FE-B4AB-9098DC8003AD}"/>
              </a:ext>
            </a:extLst>
          </p:cNvPr>
          <p:cNvSpPr>
            <a:spLocks noGrp="1"/>
          </p:cNvSpPr>
          <p:nvPr>
            <p:ph type="sldNum" sz="quarter" idx="5"/>
          </p:nvPr>
        </p:nvSpPr>
        <p:spPr/>
        <p:txBody>
          <a:bodyPr/>
          <a:lstStyle/>
          <a:p>
            <a:pPr rtl="0"/>
            <a:fld id="{F97DC217-DF71-1A49-B3EA-559F1F43B0FF}" type="slidenum">
              <a:rPr lang="id-ID" smtClean="0"/>
              <a:t>70</a:t>
            </a:fld>
            <a:endParaRPr lang="id-ID"/>
          </a:p>
        </p:txBody>
      </p:sp>
    </p:spTree>
    <p:extLst>
      <p:ext uri="{BB962C8B-B14F-4D97-AF65-F5344CB8AC3E}">
        <p14:creationId xmlns:p14="http://schemas.microsoft.com/office/powerpoint/2010/main" val="899606338"/>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1AD8C5-4CF4-6749-E9FB-5408E634A2FC}"/>
            </a:ext>
          </a:extLst>
        </p:cNvPr>
        <p:cNvGrpSpPr/>
        <p:nvPr/>
      </p:nvGrpSpPr>
      <p:grpSpPr>
        <a:xfrm>
          <a:off x="0" y="0"/>
          <a:ext cx="0" cy="0"/>
          <a:chOff x="0" y="0"/>
          <a:chExt cx="0" cy="0"/>
        </a:xfrm>
      </p:grpSpPr>
      <p:sp>
        <p:nvSpPr>
          <p:cNvPr id="2" name="Tampungan Gambar Slide 1">
            <a:extLst>
              <a:ext uri="{FF2B5EF4-FFF2-40B4-BE49-F238E27FC236}">
                <a16:creationId xmlns:a16="http://schemas.microsoft.com/office/drawing/2014/main" id="{E2448875-8F60-9C85-958F-489665C78802}"/>
              </a:ext>
            </a:extLst>
          </p:cNvPr>
          <p:cNvSpPr>
            <a:spLocks noGrp="1" noRot="1" noChangeAspect="1"/>
          </p:cNvSpPr>
          <p:nvPr>
            <p:ph type="sldImg"/>
          </p:nvPr>
        </p:nvSpPr>
        <p:spPr/>
        <p:txBody>
          <a:bodyPr/>
          <a:lstStyle/>
          <a:p>
            <a:endParaRPr lang="id-ID"/>
          </a:p>
        </p:txBody>
      </p:sp>
      <p:sp>
        <p:nvSpPr>
          <p:cNvPr id="3" name="Tampungan Catatan 2">
            <a:extLst>
              <a:ext uri="{FF2B5EF4-FFF2-40B4-BE49-F238E27FC236}">
                <a16:creationId xmlns:a16="http://schemas.microsoft.com/office/drawing/2014/main" id="{901348A7-D2CD-5E25-4F5F-1DAEB9A964E8}"/>
              </a:ext>
            </a:extLst>
          </p:cNvPr>
          <p:cNvSpPr>
            <a:spLocks noGrp="1"/>
          </p:cNvSpPr>
          <p:nvPr>
            <p:ph type="body" idx="1"/>
          </p:nvPr>
        </p:nvSpPr>
        <p:spPr/>
        <p:txBody>
          <a:bodyPr/>
          <a:lstStyle/>
          <a:p>
            <a:endParaRPr lang="id-ID" noProof="0" dirty="0"/>
          </a:p>
        </p:txBody>
      </p:sp>
      <p:sp>
        <p:nvSpPr>
          <p:cNvPr id="4" name="Tampungan Nomor Slide 3">
            <a:extLst>
              <a:ext uri="{FF2B5EF4-FFF2-40B4-BE49-F238E27FC236}">
                <a16:creationId xmlns:a16="http://schemas.microsoft.com/office/drawing/2014/main" id="{815696AD-2420-8DAD-93B1-C535D6F52097}"/>
              </a:ext>
            </a:extLst>
          </p:cNvPr>
          <p:cNvSpPr>
            <a:spLocks noGrp="1"/>
          </p:cNvSpPr>
          <p:nvPr>
            <p:ph type="sldNum" sz="quarter" idx="5"/>
          </p:nvPr>
        </p:nvSpPr>
        <p:spPr/>
        <p:txBody>
          <a:bodyPr/>
          <a:lstStyle/>
          <a:p>
            <a:pPr rtl="0"/>
            <a:fld id="{F97DC217-DF71-1A49-B3EA-559F1F43B0FF}" type="slidenum">
              <a:rPr lang="id-ID" smtClean="0"/>
              <a:t>71</a:t>
            </a:fld>
            <a:endParaRPr lang="id-ID"/>
          </a:p>
        </p:txBody>
      </p:sp>
    </p:spTree>
    <p:extLst>
      <p:ext uri="{BB962C8B-B14F-4D97-AF65-F5344CB8AC3E}">
        <p14:creationId xmlns:p14="http://schemas.microsoft.com/office/powerpoint/2010/main" val="2515162634"/>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10077D-D2E3-3595-F891-89C8F689F87F}"/>
            </a:ext>
          </a:extLst>
        </p:cNvPr>
        <p:cNvGrpSpPr/>
        <p:nvPr/>
      </p:nvGrpSpPr>
      <p:grpSpPr>
        <a:xfrm>
          <a:off x="0" y="0"/>
          <a:ext cx="0" cy="0"/>
          <a:chOff x="0" y="0"/>
          <a:chExt cx="0" cy="0"/>
        </a:xfrm>
      </p:grpSpPr>
      <p:sp>
        <p:nvSpPr>
          <p:cNvPr id="2" name="Tampungan Gambar Slide 1">
            <a:extLst>
              <a:ext uri="{FF2B5EF4-FFF2-40B4-BE49-F238E27FC236}">
                <a16:creationId xmlns:a16="http://schemas.microsoft.com/office/drawing/2014/main" id="{434CB2F8-16FB-4FA6-02A7-4C48A696CA7F}"/>
              </a:ext>
            </a:extLst>
          </p:cNvPr>
          <p:cNvSpPr>
            <a:spLocks noGrp="1" noRot="1" noChangeAspect="1"/>
          </p:cNvSpPr>
          <p:nvPr>
            <p:ph type="sldImg"/>
          </p:nvPr>
        </p:nvSpPr>
        <p:spPr/>
        <p:txBody>
          <a:bodyPr/>
          <a:lstStyle/>
          <a:p>
            <a:endParaRPr lang="id-ID"/>
          </a:p>
        </p:txBody>
      </p:sp>
      <p:sp>
        <p:nvSpPr>
          <p:cNvPr id="3" name="Tampungan Catatan 2">
            <a:extLst>
              <a:ext uri="{FF2B5EF4-FFF2-40B4-BE49-F238E27FC236}">
                <a16:creationId xmlns:a16="http://schemas.microsoft.com/office/drawing/2014/main" id="{516A9FD2-FE1B-1A6C-C0D6-C040009B8D24}"/>
              </a:ext>
            </a:extLst>
          </p:cNvPr>
          <p:cNvSpPr>
            <a:spLocks noGrp="1"/>
          </p:cNvSpPr>
          <p:nvPr>
            <p:ph type="body" idx="1"/>
          </p:nvPr>
        </p:nvSpPr>
        <p:spPr/>
        <p:txBody>
          <a:bodyPr/>
          <a:lstStyle/>
          <a:p>
            <a:endParaRPr lang="id-ID" noProof="0" dirty="0"/>
          </a:p>
        </p:txBody>
      </p:sp>
      <p:sp>
        <p:nvSpPr>
          <p:cNvPr id="4" name="Tampungan Nomor Slide 3">
            <a:extLst>
              <a:ext uri="{FF2B5EF4-FFF2-40B4-BE49-F238E27FC236}">
                <a16:creationId xmlns:a16="http://schemas.microsoft.com/office/drawing/2014/main" id="{E1F046B6-46AF-934F-7766-D7310320AEEA}"/>
              </a:ext>
            </a:extLst>
          </p:cNvPr>
          <p:cNvSpPr>
            <a:spLocks noGrp="1"/>
          </p:cNvSpPr>
          <p:nvPr>
            <p:ph type="sldNum" sz="quarter" idx="5"/>
          </p:nvPr>
        </p:nvSpPr>
        <p:spPr/>
        <p:txBody>
          <a:bodyPr/>
          <a:lstStyle/>
          <a:p>
            <a:pPr rtl="0"/>
            <a:fld id="{F97DC217-DF71-1A49-B3EA-559F1F43B0FF}" type="slidenum">
              <a:rPr lang="id-ID" smtClean="0"/>
              <a:t>72</a:t>
            </a:fld>
            <a:endParaRPr lang="id-ID"/>
          </a:p>
        </p:txBody>
      </p:sp>
    </p:spTree>
    <p:extLst>
      <p:ext uri="{BB962C8B-B14F-4D97-AF65-F5344CB8AC3E}">
        <p14:creationId xmlns:p14="http://schemas.microsoft.com/office/powerpoint/2010/main" val="2076263070"/>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8BAF97-7D97-5DF0-31D2-CC82E45C04B6}"/>
            </a:ext>
          </a:extLst>
        </p:cNvPr>
        <p:cNvGrpSpPr/>
        <p:nvPr/>
      </p:nvGrpSpPr>
      <p:grpSpPr>
        <a:xfrm>
          <a:off x="0" y="0"/>
          <a:ext cx="0" cy="0"/>
          <a:chOff x="0" y="0"/>
          <a:chExt cx="0" cy="0"/>
        </a:xfrm>
      </p:grpSpPr>
      <p:sp>
        <p:nvSpPr>
          <p:cNvPr id="2" name="Tampungan Gambar Slide 1">
            <a:extLst>
              <a:ext uri="{FF2B5EF4-FFF2-40B4-BE49-F238E27FC236}">
                <a16:creationId xmlns:a16="http://schemas.microsoft.com/office/drawing/2014/main" id="{DDB06406-8AE3-C2BD-1AC3-018C2D32C525}"/>
              </a:ext>
            </a:extLst>
          </p:cNvPr>
          <p:cNvSpPr>
            <a:spLocks noGrp="1" noRot="1" noChangeAspect="1"/>
          </p:cNvSpPr>
          <p:nvPr>
            <p:ph type="sldImg"/>
          </p:nvPr>
        </p:nvSpPr>
        <p:spPr/>
        <p:txBody>
          <a:bodyPr/>
          <a:lstStyle/>
          <a:p>
            <a:endParaRPr lang="id-ID"/>
          </a:p>
        </p:txBody>
      </p:sp>
      <p:sp>
        <p:nvSpPr>
          <p:cNvPr id="3" name="Tampungan Catatan 2">
            <a:extLst>
              <a:ext uri="{FF2B5EF4-FFF2-40B4-BE49-F238E27FC236}">
                <a16:creationId xmlns:a16="http://schemas.microsoft.com/office/drawing/2014/main" id="{CC2614E9-C83E-7B6A-FF56-9E912B69A351}"/>
              </a:ext>
            </a:extLst>
          </p:cNvPr>
          <p:cNvSpPr>
            <a:spLocks noGrp="1"/>
          </p:cNvSpPr>
          <p:nvPr>
            <p:ph type="body" idx="1"/>
          </p:nvPr>
        </p:nvSpPr>
        <p:spPr/>
        <p:txBody>
          <a:bodyPr/>
          <a:lstStyle/>
          <a:p>
            <a:endParaRPr lang="id-ID" noProof="0" dirty="0"/>
          </a:p>
        </p:txBody>
      </p:sp>
      <p:sp>
        <p:nvSpPr>
          <p:cNvPr id="4" name="Tampungan Nomor Slide 3">
            <a:extLst>
              <a:ext uri="{FF2B5EF4-FFF2-40B4-BE49-F238E27FC236}">
                <a16:creationId xmlns:a16="http://schemas.microsoft.com/office/drawing/2014/main" id="{CFA049CF-B1AD-5D25-BE5E-779B045E3A71}"/>
              </a:ext>
            </a:extLst>
          </p:cNvPr>
          <p:cNvSpPr>
            <a:spLocks noGrp="1"/>
          </p:cNvSpPr>
          <p:nvPr>
            <p:ph type="sldNum" sz="quarter" idx="5"/>
          </p:nvPr>
        </p:nvSpPr>
        <p:spPr/>
        <p:txBody>
          <a:bodyPr/>
          <a:lstStyle/>
          <a:p>
            <a:pPr rtl="0"/>
            <a:fld id="{F97DC217-DF71-1A49-B3EA-559F1F43B0FF}" type="slidenum">
              <a:rPr lang="id-ID" smtClean="0"/>
              <a:t>73</a:t>
            </a:fld>
            <a:endParaRPr lang="id-ID"/>
          </a:p>
        </p:txBody>
      </p:sp>
    </p:spTree>
    <p:extLst>
      <p:ext uri="{BB962C8B-B14F-4D97-AF65-F5344CB8AC3E}">
        <p14:creationId xmlns:p14="http://schemas.microsoft.com/office/powerpoint/2010/main" val="208582643"/>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935764-F88E-A81F-16A0-24E7E1059CB7}"/>
            </a:ext>
          </a:extLst>
        </p:cNvPr>
        <p:cNvGrpSpPr/>
        <p:nvPr/>
      </p:nvGrpSpPr>
      <p:grpSpPr>
        <a:xfrm>
          <a:off x="0" y="0"/>
          <a:ext cx="0" cy="0"/>
          <a:chOff x="0" y="0"/>
          <a:chExt cx="0" cy="0"/>
        </a:xfrm>
      </p:grpSpPr>
      <p:sp>
        <p:nvSpPr>
          <p:cNvPr id="2" name="Tampungan Gambar Slide 1">
            <a:extLst>
              <a:ext uri="{FF2B5EF4-FFF2-40B4-BE49-F238E27FC236}">
                <a16:creationId xmlns:a16="http://schemas.microsoft.com/office/drawing/2014/main" id="{230339E2-2A2F-434C-2C33-D883898C405B}"/>
              </a:ext>
            </a:extLst>
          </p:cNvPr>
          <p:cNvSpPr>
            <a:spLocks noGrp="1" noRot="1" noChangeAspect="1"/>
          </p:cNvSpPr>
          <p:nvPr>
            <p:ph type="sldImg"/>
          </p:nvPr>
        </p:nvSpPr>
        <p:spPr/>
        <p:txBody>
          <a:bodyPr/>
          <a:lstStyle/>
          <a:p>
            <a:endParaRPr lang="id-ID"/>
          </a:p>
        </p:txBody>
      </p:sp>
      <p:sp>
        <p:nvSpPr>
          <p:cNvPr id="3" name="Tampungan Catatan 2">
            <a:extLst>
              <a:ext uri="{FF2B5EF4-FFF2-40B4-BE49-F238E27FC236}">
                <a16:creationId xmlns:a16="http://schemas.microsoft.com/office/drawing/2014/main" id="{99A60624-5C38-0DA1-C8D6-1F0C13582CCB}"/>
              </a:ext>
            </a:extLst>
          </p:cNvPr>
          <p:cNvSpPr>
            <a:spLocks noGrp="1"/>
          </p:cNvSpPr>
          <p:nvPr>
            <p:ph type="body" idx="1"/>
          </p:nvPr>
        </p:nvSpPr>
        <p:spPr/>
        <p:txBody>
          <a:bodyPr/>
          <a:lstStyle/>
          <a:p>
            <a:endParaRPr lang="id-ID" noProof="0" dirty="0"/>
          </a:p>
        </p:txBody>
      </p:sp>
      <p:sp>
        <p:nvSpPr>
          <p:cNvPr id="4" name="Tampungan Nomor Slide 3">
            <a:extLst>
              <a:ext uri="{FF2B5EF4-FFF2-40B4-BE49-F238E27FC236}">
                <a16:creationId xmlns:a16="http://schemas.microsoft.com/office/drawing/2014/main" id="{0FD32497-575D-BBD6-BB18-EE6A0D7DB186}"/>
              </a:ext>
            </a:extLst>
          </p:cNvPr>
          <p:cNvSpPr>
            <a:spLocks noGrp="1"/>
          </p:cNvSpPr>
          <p:nvPr>
            <p:ph type="sldNum" sz="quarter" idx="5"/>
          </p:nvPr>
        </p:nvSpPr>
        <p:spPr/>
        <p:txBody>
          <a:bodyPr/>
          <a:lstStyle/>
          <a:p>
            <a:pPr rtl="0"/>
            <a:fld id="{F97DC217-DF71-1A49-B3EA-559F1F43B0FF}" type="slidenum">
              <a:rPr lang="id-ID" smtClean="0"/>
              <a:t>74</a:t>
            </a:fld>
            <a:endParaRPr lang="id-ID"/>
          </a:p>
        </p:txBody>
      </p:sp>
    </p:spTree>
    <p:extLst>
      <p:ext uri="{BB962C8B-B14F-4D97-AF65-F5344CB8AC3E}">
        <p14:creationId xmlns:p14="http://schemas.microsoft.com/office/powerpoint/2010/main" val="2358910639"/>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1D26C8-FD8A-C306-DC48-F2D169CC569B}"/>
            </a:ext>
          </a:extLst>
        </p:cNvPr>
        <p:cNvGrpSpPr/>
        <p:nvPr/>
      </p:nvGrpSpPr>
      <p:grpSpPr>
        <a:xfrm>
          <a:off x="0" y="0"/>
          <a:ext cx="0" cy="0"/>
          <a:chOff x="0" y="0"/>
          <a:chExt cx="0" cy="0"/>
        </a:xfrm>
      </p:grpSpPr>
      <p:sp>
        <p:nvSpPr>
          <p:cNvPr id="2" name="Tampungan Gambar Slide 1">
            <a:extLst>
              <a:ext uri="{FF2B5EF4-FFF2-40B4-BE49-F238E27FC236}">
                <a16:creationId xmlns:a16="http://schemas.microsoft.com/office/drawing/2014/main" id="{CF4EA69A-18CF-FC87-03EF-0E0726272AE6}"/>
              </a:ext>
            </a:extLst>
          </p:cNvPr>
          <p:cNvSpPr>
            <a:spLocks noGrp="1" noRot="1" noChangeAspect="1"/>
          </p:cNvSpPr>
          <p:nvPr>
            <p:ph type="sldImg"/>
          </p:nvPr>
        </p:nvSpPr>
        <p:spPr/>
        <p:txBody>
          <a:bodyPr/>
          <a:lstStyle/>
          <a:p>
            <a:endParaRPr lang="id-ID"/>
          </a:p>
        </p:txBody>
      </p:sp>
      <p:sp>
        <p:nvSpPr>
          <p:cNvPr id="3" name="Tampungan Catatan 2">
            <a:extLst>
              <a:ext uri="{FF2B5EF4-FFF2-40B4-BE49-F238E27FC236}">
                <a16:creationId xmlns:a16="http://schemas.microsoft.com/office/drawing/2014/main" id="{15C9151C-A0BA-E6DF-5398-D68266CC464F}"/>
              </a:ext>
            </a:extLst>
          </p:cNvPr>
          <p:cNvSpPr>
            <a:spLocks noGrp="1"/>
          </p:cNvSpPr>
          <p:nvPr>
            <p:ph type="body" idx="1"/>
          </p:nvPr>
        </p:nvSpPr>
        <p:spPr/>
        <p:txBody>
          <a:bodyPr/>
          <a:lstStyle/>
          <a:p>
            <a:endParaRPr lang="id-ID" noProof="0" dirty="0"/>
          </a:p>
        </p:txBody>
      </p:sp>
      <p:sp>
        <p:nvSpPr>
          <p:cNvPr id="4" name="Tampungan Nomor Slide 3">
            <a:extLst>
              <a:ext uri="{FF2B5EF4-FFF2-40B4-BE49-F238E27FC236}">
                <a16:creationId xmlns:a16="http://schemas.microsoft.com/office/drawing/2014/main" id="{33F35CD2-BFCA-4289-0FF4-96459504F2C9}"/>
              </a:ext>
            </a:extLst>
          </p:cNvPr>
          <p:cNvSpPr>
            <a:spLocks noGrp="1"/>
          </p:cNvSpPr>
          <p:nvPr>
            <p:ph type="sldNum" sz="quarter" idx="5"/>
          </p:nvPr>
        </p:nvSpPr>
        <p:spPr/>
        <p:txBody>
          <a:bodyPr/>
          <a:lstStyle/>
          <a:p>
            <a:pPr rtl="0"/>
            <a:fld id="{F97DC217-DF71-1A49-B3EA-559F1F43B0FF}" type="slidenum">
              <a:rPr lang="id-ID" smtClean="0"/>
              <a:t>75</a:t>
            </a:fld>
            <a:endParaRPr lang="id-ID"/>
          </a:p>
        </p:txBody>
      </p:sp>
    </p:spTree>
    <p:extLst>
      <p:ext uri="{BB962C8B-B14F-4D97-AF65-F5344CB8AC3E}">
        <p14:creationId xmlns:p14="http://schemas.microsoft.com/office/powerpoint/2010/main" val="2711804909"/>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AFAE50-4D4E-8283-6B23-5955607152A7}"/>
            </a:ext>
          </a:extLst>
        </p:cNvPr>
        <p:cNvGrpSpPr/>
        <p:nvPr/>
      </p:nvGrpSpPr>
      <p:grpSpPr>
        <a:xfrm>
          <a:off x="0" y="0"/>
          <a:ext cx="0" cy="0"/>
          <a:chOff x="0" y="0"/>
          <a:chExt cx="0" cy="0"/>
        </a:xfrm>
      </p:grpSpPr>
      <p:sp>
        <p:nvSpPr>
          <p:cNvPr id="2" name="Tampungan Gambar Slide 1">
            <a:extLst>
              <a:ext uri="{FF2B5EF4-FFF2-40B4-BE49-F238E27FC236}">
                <a16:creationId xmlns:a16="http://schemas.microsoft.com/office/drawing/2014/main" id="{4B176F4A-5E81-294E-45FD-7BC2B99CEE86}"/>
              </a:ext>
            </a:extLst>
          </p:cNvPr>
          <p:cNvSpPr>
            <a:spLocks noGrp="1" noRot="1" noChangeAspect="1"/>
          </p:cNvSpPr>
          <p:nvPr>
            <p:ph type="sldImg"/>
          </p:nvPr>
        </p:nvSpPr>
        <p:spPr/>
        <p:txBody>
          <a:bodyPr/>
          <a:lstStyle/>
          <a:p>
            <a:endParaRPr lang="id-ID"/>
          </a:p>
        </p:txBody>
      </p:sp>
      <p:sp>
        <p:nvSpPr>
          <p:cNvPr id="3" name="Tampungan Catatan 2">
            <a:extLst>
              <a:ext uri="{FF2B5EF4-FFF2-40B4-BE49-F238E27FC236}">
                <a16:creationId xmlns:a16="http://schemas.microsoft.com/office/drawing/2014/main" id="{A2E22E76-E7C4-EB83-239A-589486AD4A69}"/>
              </a:ext>
            </a:extLst>
          </p:cNvPr>
          <p:cNvSpPr>
            <a:spLocks noGrp="1"/>
          </p:cNvSpPr>
          <p:nvPr>
            <p:ph type="body" idx="1"/>
          </p:nvPr>
        </p:nvSpPr>
        <p:spPr/>
        <p:txBody>
          <a:bodyPr/>
          <a:lstStyle/>
          <a:p>
            <a:endParaRPr lang="id-ID" noProof="0" dirty="0"/>
          </a:p>
        </p:txBody>
      </p:sp>
      <p:sp>
        <p:nvSpPr>
          <p:cNvPr id="4" name="Tampungan Nomor Slide 3">
            <a:extLst>
              <a:ext uri="{FF2B5EF4-FFF2-40B4-BE49-F238E27FC236}">
                <a16:creationId xmlns:a16="http://schemas.microsoft.com/office/drawing/2014/main" id="{6AAA75B9-2AA1-717B-D0FB-602A9E4548AB}"/>
              </a:ext>
            </a:extLst>
          </p:cNvPr>
          <p:cNvSpPr>
            <a:spLocks noGrp="1"/>
          </p:cNvSpPr>
          <p:nvPr>
            <p:ph type="sldNum" sz="quarter" idx="5"/>
          </p:nvPr>
        </p:nvSpPr>
        <p:spPr/>
        <p:txBody>
          <a:bodyPr/>
          <a:lstStyle/>
          <a:p>
            <a:pPr rtl="0"/>
            <a:fld id="{F97DC217-DF71-1A49-B3EA-559F1F43B0FF}" type="slidenum">
              <a:rPr lang="id-ID" smtClean="0"/>
              <a:t>76</a:t>
            </a:fld>
            <a:endParaRPr lang="id-ID"/>
          </a:p>
        </p:txBody>
      </p:sp>
    </p:spTree>
    <p:extLst>
      <p:ext uri="{BB962C8B-B14F-4D97-AF65-F5344CB8AC3E}">
        <p14:creationId xmlns:p14="http://schemas.microsoft.com/office/powerpoint/2010/main" val="1278357320"/>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84F74C-D319-5A2E-1EDF-E4D44E327A44}"/>
            </a:ext>
          </a:extLst>
        </p:cNvPr>
        <p:cNvGrpSpPr/>
        <p:nvPr/>
      </p:nvGrpSpPr>
      <p:grpSpPr>
        <a:xfrm>
          <a:off x="0" y="0"/>
          <a:ext cx="0" cy="0"/>
          <a:chOff x="0" y="0"/>
          <a:chExt cx="0" cy="0"/>
        </a:xfrm>
      </p:grpSpPr>
      <p:sp>
        <p:nvSpPr>
          <p:cNvPr id="2" name="Tampungan Gambar Slide 1">
            <a:extLst>
              <a:ext uri="{FF2B5EF4-FFF2-40B4-BE49-F238E27FC236}">
                <a16:creationId xmlns:a16="http://schemas.microsoft.com/office/drawing/2014/main" id="{AB3783BC-C08F-8AA2-4F2A-B3A54886FE30}"/>
              </a:ext>
            </a:extLst>
          </p:cNvPr>
          <p:cNvSpPr>
            <a:spLocks noGrp="1" noRot="1" noChangeAspect="1"/>
          </p:cNvSpPr>
          <p:nvPr>
            <p:ph type="sldImg"/>
          </p:nvPr>
        </p:nvSpPr>
        <p:spPr/>
        <p:txBody>
          <a:bodyPr/>
          <a:lstStyle/>
          <a:p>
            <a:endParaRPr lang="id-ID"/>
          </a:p>
        </p:txBody>
      </p:sp>
      <p:sp>
        <p:nvSpPr>
          <p:cNvPr id="3" name="Tampungan Catatan 2">
            <a:extLst>
              <a:ext uri="{FF2B5EF4-FFF2-40B4-BE49-F238E27FC236}">
                <a16:creationId xmlns:a16="http://schemas.microsoft.com/office/drawing/2014/main" id="{D0BAC740-9A5C-E9B2-9397-21F7729975DF}"/>
              </a:ext>
            </a:extLst>
          </p:cNvPr>
          <p:cNvSpPr>
            <a:spLocks noGrp="1"/>
          </p:cNvSpPr>
          <p:nvPr>
            <p:ph type="body" idx="1"/>
          </p:nvPr>
        </p:nvSpPr>
        <p:spPr/>
        <p:txBody>
          <a:bodyPr/>
          <a:lstStyle/>
          <a:p>
            <a:endParaRPr lang="id-ID" noProof="0" dirty="0"/>
          </a:p>
        </p:txBody>
      </p:sp>
      <p:sp>
        <p:nvSpPr>
          <p:cNvPr id="4" name="Tampungan Nomor Slide 3">
            <a:extLst>
              <a:ext uri="{FF2B5EF4-FFF2-40B4-BE49-F238E27FC236}">
                <a16:creationId xmlns:a16="http://schemas.microsoft.com/office/drawing/2014/main" id="{763F96DC-0E78-2723-78DC-22FDB95D86B3}"/>
              </a:ext>
            </a:extLst>
          </p:cNvPr>
          <p:cNvSpPr>
            <a:spLocks noGrp="1"/>
          </p:cNvSpPr>
          <p:nvPr>
            <p:ph type="sldNum" sz="quarter" idx="5"/>
          </p:nvPr>
        </p:nvSpPr>
        <p:spPr/>
        <p:txBody>
          <a:bodyPr/>
          <a:lstStyle/>
          <a:p>
            <a:pPr rtl="0"/>
            <a:fld id="{F97DC217-DF71-1A49-B3EA-559F1F43B0FF}" type="slidenum">
              <a:rPr lang="id-ID" smtClean="0"/>
              <a:t>77</a:t>
            </a:fld>
            <a:endParaRPr lang="id-ID"/>
          </a:p>
        </p:txBody>
      </p:sp>
    </p:spTree>
    <p:extLst>
      <p:ext uri="{BB962C8B-B14F-4D97-AF65-F5344CB8AC3E}">
        <p14:creationId xmlns:p14="http://schemas.microsoft.com/office/powerpoint/2010/main" val="3840231550"/>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E1B481-9955-5181-0D03-58EC08B5DAD3}"/>
            </a:ext>
          </a:extLst>
        </p:cNvPr>
        <p:cNvGrpSpPr/>
        <p:nvPr/>
      </p:nvGrpSpPr>
      <p:grpSpPr>
        <a:xfrm>
          <a:off x="0" y="0"/>
          <a:ext cx="0" cy="0"/>
          <a:chOff x="0" y="0"/>
          <a:chExt cx="0" cy="0"/>
        </a:xfrm>
      </p:grpSpPr>
      <p:sp>
        <p:nvSpPr>
          <p:cNvPr id="2" name="Tampungan Gambar Slide 1">
            <a:extLst>
              <a:ext uri="{FF2B5EF4-FFF2-40B4-BE49-F238E27FC236}">
                <a16:creationId xmlns:a16="http://schemas.microsoft.com/office/drawing/2014/main" id="{BFA161BD-6452-3C97-C91E-9341F0B5AA2E}"/>
              </a:ext>
            </a:extLst>
          </p:cNvPr>
          <p:cNvSpPr>
            <a:spLocks noGrp="1" noRot="1" noChangeAspect="1"/>
          </p:cNvSpPr>
          <p:nvPr>
            <p:ph type="sldImg"/>
          </p:nvPr>
        </p:nvSpPr>
        <p:spPr/>
        <p:txBody>
          <a:bodyPr/>
          <a:lstStyle/>
          <a:p>
            <a:endParaRPr lang="id-ID"/>
          </a:p>
        </p:txBody>
      </p:sp>
      <p:sp>
        <p:nvSpPr>
          <p:cNvPr id="3" name="Tampungan Catatan 2">
            <a:extLst>
              <a:ext uri="{FF2B5EF4-FFF2-40B4-BE49-F238E27FC236}">
                <a16:creationId xmlns:a16="http://schemas.microsoft.com/office/drawing/2014/main" id="{53921B9F-B4A0-B453-4024-30E3071DEBCD}"/>
              </a:ext>
            </a:extLst>
          </p:cNvPr>
          <p:cNvSpPr>
            <a:spLocks noGrp="1"/>
          </p:cNvSpPr>
          <p:nvPr>
            <p:ph type="body" idx="1"/>
          </p:nvPr>
        </p:nvSpPr>
        <p:spPr/>
        <p:txBody>
          <a:bodyPr/>
          <a:lstStyle/>
          <a:p>
            <a:endParaRPr lang="id-ID" noProof="0" dirty="0"/>
          </a:p>
        </p:txBody>
      </p:sp>
      <p:sp>
        <p:nvSpPr>
          <p:cNvPr id="4" name="Tampungan Nomor Slide 3">
            <a:extLst>
              <a:ext uri="{FF2B5EF4-FFF2-40B4-BE49-F238E27FC236}">
                <a16:creationId xmlns:a16="http://schemas.microsoft.com/office/drawing/2014/main" id="{F01B012A-C5DB-6D2C-E0CD-C41B447F9749}"/>
              </a:ext>
            </a:extLst>
          </p:cNvPr>
          <p:cNvSpPr>
            <a:spLocks noGrp="1"/>
          </p:cNvSpPr>
          <p:nvPr>
            <p:ph type="sldNum" sz="quarter" idx="5"/>
          </p:nvPr>
        </p:nvSpPr>
        <p:spPr/>
        <p:txBody>
          <a:bodyPr/>
          <a:lstStyle/>
          <a:p>
            <a:pPr rtl="0"/>
            <a:fld id="{F97DC217-DF71-1A49-B3EA-559F1F43B0FF}" type="slidenum">
              <a:rPr lang="id-ID" smtClean="0"/>
              <a:t>78</a:t>
            </a:fld>
            <a:endParaRPr lang="id-ID"/>
          </a:p>
        </p:txBody>
      </p:sp>
    </p:spTree>
    <p:extLst>
      <p:ext uri="{BB962C8B-B14F-4D97-AF65-F5344CB8AC3E}">
        <p14:creationId xmlns:p14="http://schemas.microsoft.com/office/powerpoint/2010/main" val="3702567575"/>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F173FF-FE6E-F8C2-1DA8-7119EAD0B9CE}"/>
            </a:ext>
          </a:extLst>
        </p:cNvPr>
        <p:cNvGrpSpPr/>
        <p:nvPr/>
      </p:nvGrpSpPr>
      <p:grpSpPr>
        <a:xfrm>
          <a:off x="0" y="0"/>
          <a:ext cx="0" cy="0"/>
          <a:chOff x="0" y="0"/>
          <a:chExt cx="0" cy="0"/>
        </a:xfrm>
      </p:grpSpPr>
      <p:sp>
        <p:nvSpPr>
          <p:cNvPr id="2" name="Tampungan Gambar Slide 1">
            <a:extLst>
              <a:ext uri="{FF2B5EF4-FFF2-40B4-BE49-F238E27FC236}">
                <a16:creationId xmlns:a16="http://schemas.microsoft.com/office/drawing/2014/main" id="{022C3B20-025B-EA37-18A3-86A761283939}"/>
              </a:ext>
            </a:extLst>
          </p:cNvPr>
          <p:cNvSpPr>
            <a:spLocks noGrp="1" noRot="1" noChangeAspect="1"/>
          </p:cNvSpPr>
          <p:nvPr>
            <p:ph type="sldImg"/>
          </p:nvPr>
        </p:nvSpPr>
        <p:spPr/>
        <p:txBody>
          <a:bodyPr/>
          <a:lstStyle/>
          <a:p>
            <a:endParaRPr lang="id-ID"/>
          </a:p>
        </p:txBody>
      </p:sp>
      <p:sp>
        <p:nvSpPr>
          <p:cNvPr id="3" name="Tampungan Catatan 2">
            <a:extLst>
              <a:ext uri="{FF2B5EF4-FFF2-40B4-BE49-F238E27FC236}">
                <a16:creationId xmlns:a16="http://schemas.microsoft.com/office/drawing/2014/main" id="{C3D16D73-F697-F7E6-43DC-F5D115D792AF}"/>
              </a:ext>
            </a:extLst>
          </p:cNvPr>
          <p:cNvSpPr>
            <a:spLocks noGrp="1"/>
          </p:cNvSpPr>
          <p:nvPr>
            <p:ph type="body" idx="1"/>
          </p:nvPr>
        </p:nvSpPr>
        <p:spPr/>
        <p:txBody>
          <a:bodyPr/>
          <a:lstStyle/>
          <a:p>
            <a:endParaRPr lang="id-ID" noProof="0" dirty="0"/>
          </a:p>
        </p:txBody>
      </p:sp>
      <p:sp>
        <p:nvSpPr>
          <p:cNvPr id="4" name="Tampungan Nomor Slide 3">
            <a:extLst>
              <a:ext uri="{FF2B5EF4-FFF2-40B4-BE49-F238E27FC236}">
                <a16:creationId xmlns:a16="http://schemas.microsoft.com/office/drawing/2014/main" id="{E9FFF638-7A7C-E8F0-2ADA-7A41718E6027}"/>
              </a:ext>
            </a:extLst>
          </p:cNvPr>
          <p:cNvSpPr>
            <a:spLocks noGrp="1"/>
          </p:cNvSpPr>
          <p:nvPr>
            <p:ph type="sldNum" sz="quarter" idx="5"/>
          </p:nvPr>
        </p:nvSpPr>
        <p:spPr/>
        <p:txBody>
          <a:bodyPr/>
          <a:lstStyle/>
          <a:p>
            <a:pPr rtl="0"/>
            <a:fld id="{F97DC217-DF71-1A49-B3EA-559F1F43B0FF}" type="slidenum">
              <a:rPr lang="id-ID" smtClean="0"/>
              <a:t>79</a:t>
            </a:fld>
            <a:endParaRPr lang="id-ID"/>
          </a:p>
        </p:txBody>
      </p:sp>
    </p:spTree>
    <p:extLst>
      <p:ext uri="{BB962C8B-B14F-4D97-AF65-F5344CB8AC3E}">
        <p14:creationId xmlns:p14="http://schemas.microsoft.com/office/powerpoint/2010/main" val="2153775682"/>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4DAD3E-471D-7DF0-A779-617709BB5510}"/>
            </a:ext>
          </a:extLst>
        </p:cNvPr>
        <p:cNvGrpSpPr/>
        <p:nvPr/>
      </p:nvGrpSpPr>
      <p:grpSpPr>
        <a:xfrm>
          <a:off x="0" y="0"/>
          <a:ext cx="0" cy="0"/>
          <a:chOff x="0" y="0"/>
          <a:chExt cx="0" cy="0"/>
        </a:xfrm>
      </p:grpSpPr>
      <p:sp>
        <p:nvSpPr>
          <p:cNvPr id="2" name="Tampungan Gambar Slide 1">
            <a:extLst>
              <a:ext uri="{FF2B5EF4-FFF2-40B4-BE49-F238E27FC236}">
                <a16:creationId xmlns:a16="http://schemas.microsoft.com/office/drawing/2014/main" id="{63D94465-0257-1E57-2B03-218486DA8E51}"/>
              </a:ext>
            </a:extLst>
          </p:cNvPr>
          <p:cNvSpPr>
            <a:spLocks noGrp="1" noRot="1" noChangeAspect="1"/>
          </p:cNvSpPr>
          <p:nvPr>
            <p:ph type="sldImg"/>
          </p:nvPr>
        </p:nvSpPr>
        <p:spPr/>
        <p:txBody>
          <a:bodyPr/>
          <a:lstStyle/>
          <a:p>
            <a:endParaRPr lang="id-ID"/>
          </a:p>
        </p:txBody>
      </p:sp>
      <p:sp>
        <p:nvSpPr>
          <p:cNvPr id="3" name="Tampungan Catatan 2">
            <a:extLst>
              <a:ext uri="{FF2B5EF4-FFF2-40B4-BE49-F238E27FC236}">
                <a16:creationId xmlns:a16="http://schemas.microsoft.com/office/drawing/2014/main" id="{8D08EB3E-43C1-8867-C843-57474EC11A8A}"/>
              </a:ext>
            </a:extLst>
          </p:cNvPr>
          <p:cNvSpPr>
            <a:spLocks noGrp="1"/>
          </p:cNvSpPr>
          <p:nvPr>
            <p:ph type="body" idx="1"/>
          </p:nvPr>
        </p:nvSpPr>
        <p:spPr/>
        <p:txBody>
          <a:bodyPr/>
          <a:lstStyle/>
          <a:p>
            <a:endParaRPr lang="id-ID" noProof="0" dirty="0"/>
          </a:p>
        </p:txBody>
      </p:sp>
      <p:sp>
        <p:nvSpPr>
          <p:cNvPr id="4" name="Tampungan Nomor Slide 3">
            <a:extLst>
              <a:ext uri="{FF2B5EF4-FFF2-40B4-BE49-F238E27FC236}">
                <a16:creationId xmlns:a16="http://schemas.microsoft.com/office/drawing/2014/main" id="{B2D8DBB8-59E2-5B44-EDE8-CAF238208CF7}"/>
              </a:ext>
            </a:extLst>
          </p:cNvPr>
          <p:cNvSpPr>
            <a:spLocks noGrp="1"/>
          </p:cNvSpPr>
          <p:nvPr>
            <p:ph type="sldNum" sz="quarter" idx="5"/>
          </p:nvPr>
        </p:nvSpPr>
        <p:spPr/>
        <p:txBody>
          <a:bodyPr/>
          <a:lstStyle/>
          <a:p>
            <a:pPr rtl="0"/>
            <a:fld id="{F97DC217-DF71-1A49-B3EA-559F1F43B0FF}" type="slidenum">
              <a:rPr lang="id-ID" smtClean="0"/>
              <a:t>80</a:t>
            </a:fld>
            <a:endParaRPr lang="id-ID"/>
          </a:p>
        </p:txBody>
      </p:sp>
    </p:spTree>
    <p:extLst>
      <p:ext uri="{BB962C8B-B14F-4D97-AF65-F5344CB8AC3E}">
        <p14:creationId xmlns:p14="http://schemas.microsoft.com/office/powerpoint/2010/main" val="3079247820"/>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AC66E8-331F-3500-B58B-B8286E882007}"/>
            </a:ext>
          </a:extLst>
        </p:cNvPr>
        <p:cNvGrpSpPr/>
        <p:nvPr/>
      </p:nvGrpSpPr>
      <p:grpSpPr>
        <a:xfrm>
          <a:off x="0" y="0"/>
          <a:ext cx="0" cy="0"/>
          <a:chOff x="0" y="0"/>
          <a:chExt cx="0" cy="0"/>
        </a:xfrm>
      </p:grpSpPr>
      <p:sp>
        <p:nvSpPr>
          <p:cNvPr id="2" name="Tampungan Gambar Slide 1">
            <a:extLst>
              <a:ext uri="{FF2B5EF4-FFF2-40B4-BE49-F238E27FC236}">
                <a16:creationId xmlns:a16="http://schemas.microsoft.com/office/drawing/2014/main" id="{691C5FE6-6A08-FC44-FBFD-5CA5AC40EDB5}"/>
              </a:ext>
            </a:extLst>
          </p:cNvPr>
          <p:cNvSpPr>
            <a:spLocks noGrp="1" noRot="1" noChangeAspect="1"/>
          </p:cNvSpPr>
          <p:nvPr>
            <p:ph type="sldImg"/>
          </p:nvPr>
        </p:nvSpPr>
        <p:spPr/>
        <p:txBody>
          <a:bodyPr/>
          <a:lstStyle/>
          <a:p>
            <a:endParaRPr lang="id-ID"/>
          </a:p>
        </p:txBody>
      </p:sp>
      <p:sp>
        <p:nvSpPr>
          <p:cNvPr id="3" name="Tampungan Catatan 2">
            <a:extLst>
              <a:ext uri="{FF2B5EF4-FFF2-40B4-BE49-F238E27FC236}">
                <a16:creationId xmlns:a16="http://schemas.microsoft.com/office/drawing/2014/main" id="{EF736B2A-5E93-F5CC-7842-0D6ACD824103}"/>
              </a:ext>
            </a:extLst>
          </p:cNvPr>
          <p:cNvSpPr>
            <a:spLocks noGrp="1"/>
          </p:cNvSpPr>
          <p:nvPr>
            <p:ph type="body" idx="1"/>
          </p:nvPr>
        </p:nvSpPr>
        <p:spPr/>
        <p:txBody>
          <a:bodyPr/>
          <a:lstStyle/>
          <a:p>
            <a:endParaRPr lang="id-ID" noProof="0" dirty="0"/>
          </a:p>
        </p:txBody>
      </p:sp>
      <p:sp>
        <p:nvSpPr>
          <p:cNvPr id="4" name="Tampungan Nomor Slide 3">
            <a:extLst>
              <a:ext uri="{FF2B5EF4-FFF2-40B4-BE49-F238E27FC236}">
                <a16:creationId xmlns:a16="http://schemas.microsoft.com/office/drawing/2014/main" id="{10E78D92-CE9F-5C01-0C8F-137BF6AE02B2}"/>
              </a:ext>
            </a:extLst>
          </p:cNvPr>
          <p:cNvSpPr>
            <a:spLocks noGrp="1"/>
          </p:cNvSpPr>
          <p:nvPr>
            <p:ph type="sldNum" sz="quarter" idx="5"/>
          </p:nvPr>
        </p:nvSpPr>
        <p:spPr/>
        <p:txBody>
          <a:bodyPr/>
          <a:lstStyle/>
          <a:p>
            <a:pPr rtl="0"/>
            <a:fld id="{F97DC217-DF71-1A49-B3EA-559F1F43B0FF}" type="slidenum">
              <a:rPr lang="id-ID" smtClean="0"/>
              <a:t>81</a:t>
            </a:fld>
            <a:endParaRPr lang="id-ID"/>
          </a:p>
        </p:txBody>
      </p:sp>
    </p:spTree>
    <p:extLst>
      <p:ext uri="{BB962C8B-B14F-4D97-AF65-F5344CB8AC3E}">
        <p14:creationId xmlns:p14="http://schemas.microsoft.com/office/powerpoint/2010/main" val="4161147394"/>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5103B4-6316-C102-28B7-9ADB255EC9C7}"/>
            </a:ext>
          </a:extLst>
        </p:cNvPr>
        <p:cNvGrpSpPr/>
        <p:nvPr/>
      </p:nvGrpSpPr>
      <p:grpSpPr>
        <a:xfrm>
          <a:off x="0" y="0"/>
          <a:ext cx="0" cy="0"/>
          <a:chOff x="0" y="0"/>
          <a:chExt cx="0" cy="0"/>
        </a:xfrm>
      </p:grpSpPr>
      <p:sp>
        <p:nvSpPr>
          <p:cNvPr id="2" name="Tampungan Gambar Slide 1">
            <a:extLst>
              <a:ext uri="{FF2B5EF4-FFF2-40B4-BE49-F238E27FC236}">
                <a16:creationId xmlns:a16="http://schemas.microsoft.com/office/drawing/2014/main" id="{79C0BF52-47B2-E7BD-E86B-1FF8D53E4D4F}"/>
              </a:ext>
            </a:extLst>
          </p:cNvPr>
          <p:cNvSpPr>
            <a:spLocks noGrp="1" noRot="1" noChangeAspect="1"/>
          </p:cNvSpPr>
          <p:nvPr>
            <p:ph type="sldImg"/>
          </p:nvPr>
        </p:nvSpPr>
        <p:spPr/>
        <p:txBody>
          <a:bodyPr/>
          <a:lstStyle/>
          <a:p>
            <a:endParaRPr lang="id-ID"/>
          </a:p>
        </p:txBody>
      </p:sp>
      <p:sp>
        <p:nvSpPr>
          <p:cNvPr id="3" name="Tampungan Catatan 2">
            <a:extLst>
              <a:ext uri="{FF2B5EF4-FFF2-40B4-BE49-F238E27FC236}">
                <a16:creationId xmlns:a16="http://schemas.microsoft.com/office/drawing/2014/main" id="{A2AAC926-FE1F-8617-9C70-B0414184125C}"/>
              </a:ext>
            </a:extLst>
          </p:cNvPr>
          <p:cNvSpPr>
            <a:spLocks noGrp="1"/>
          </p:cNvSpPr>
          <p:nvPr>
            <p:ph type="body" idx="1"/>
          </p:nvPr>
        </p:nvSpPr>
        <p:spPr/>
        <p:txBody>
          <a:bodyPr/>
          <a:lstStyle/>
          <a:p>
            <a:endParaRPr lang="id-ID" noProof="0" dirty="0"/>
          </a:p>
        </p:txBody>
      </p:sp>
      <p:sp>
        <p:nvSpPr>
          <p:cNvPr id="4" name="Tampungan Nomor Slide 3">
            <a:extLst>
              <a:ext uri="{FF2B5EF4-FFF2-40B4-BE49-F238E27FC236}">
                <a16:creationId xmlns:a16="http://schemas.microsoft.com/office/drawing/2014/main" id="{5782E922-B454-2233-09B6-A44F9EA42665}"/>
              </a:ext>
            </a:extLst>
          </p:cNvPr>
          <p:cNvSpPr>
            <a:spLocks noGrp="1"/>
          </p:cNvSpPr>
          <p:nvPr>
            <p:ph type="sldNum" sz="quarter" idx="5"/>
          </p:nvPr>
        </p:nvSpPr>
        <p:spPr/>
        <p:txBody>
          <a:bodyPr/>
          <a:lstStyle/>
          <a:p>
            <a:pPr rtl="0"/>
            <a:fld id="{F97DC217-DF71-1A49-B3EA-559F1F43B0FF}" type="slidenum">
              <a:rPr lang="id-ID" smtClean="0"/>
              <a:t>82</a:t>
            </a:fld>
            <a:endParaRPr lang="id-ID"/>
          </a:p>
        </p:txBody>
      </p:sp>
    </p:spTree>
    <p:extLst>
      <p:ext uri="{BB962C8B-B14F-4D97-AF65-F5344CB8AC3E}">
        <p14:creationId xmlns:p14="http://schemas.microsoft.com/office/powerpoint/2010/main" val="2519761220"/>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8AA36F-8F5F-CFDD-31F7-9137D49313A8}"/>
            </a:ext>
          </a:extLst>
        </p:cNvPr>
        <p:cNvGrpSpPr/>
        <p:nvPr/>
      </p:nvGrpSpPr>
      <p:grpSpPr>
        <a:xfrm>
          <a:off x="0" y="0"/>
          <a:ext cx="0" cy="0"/>
          <a:chOff x="0" y="0"/>
          <a:chExt cx="0" cy="0"/>
        </a:xfrm>
      </p:grpSpPr>
      <p:sp>
        <p:nvSpPr>
          <p:cNvPr id="2" name="Tampungan Gambar Slide 1">
            <a:extLst>
              <a:ext uri="{FF2B5EF4-FFF2-40B4-BE49-F238E27FC236}">
                <a16:creationId xmlns:a16="http://schemas.microsoft.com/office/drawing/2014/main" id="{7EFF86C6-4B65-6F3E-E927-608F341232A3}"/>
              </a:ext>
            </a:extLst>
          </p:cNvPr>
          <p:cNvSpPr>
            <a:spLocks noGrp="1" noRot="1" noChangeAspect="1"/>
          </p:cNvSpPr>
          <p:nvPr>
            <p:ph type="sldImg"/>
          </p:nvPr>
        </p:nvSpPr>
        <p:spPr/>
        <p:txBody>
          <a:bodyPr/>
          <a:lstStyle/>
          <a:p>
            <a:endParaRPr lang="id-ID"/>
          </a:p>
        </p:txBody>
      </p:sp>
      <p:sp>
        <p:nvSpPr>
          <p:cNvPr id="3" name="Tampungan Catatan 2">
            <a:extLst>
              <a:ext uri="{FF2B5EF4-FFF2-40B4-BE49-F238E27FC236}">
                <a16:creationId xmlns:a16="http://schemas.microsoft.com/office/drawing/2014/main" id="{1DDA4D57-870C-4707-2658-EB91E685663B}"/>
              </a:ext>
            </a:extLst>
          </p:cNvPr>
          <p:cNvSpPr>
            <a:spLocks noGrp="1"/>
          </p:cNvSpPr>
          <p:nvPr>
            <p:ph type="body" idx="1"/>
          </p:nvPr>
        </p:nvSpPr>
        <p:spPr/>
        <p:txBody>
          <a:bodyPr/>
          <a:lstStyle/>
          <a:p>
            <a:endParaRPr lang="id-ID" noProof="0" dirty="0"/>
          </a:p>
        </p:txBody>
      </p:sp>
      <p:sp>
        <p:nvSpPr>
          <p:cNvPr id="4" name="Tampungan Nomor Slide 3">
            <a:extLst>
              <a:ext uri="{FF2B5EF4-FFF2-40B4-BE49-F238E27FC236}">
                <a16:creationId xmlns:a16="http://schemas.microsoft.com/office/drawing/2014/main" id="{B7A168FC-C52D-C956-8E2F-87F3D4B9CE56}"/>
              </a:ext>
            </a:extLst>
          </p:cNvPr>
          <p:cNvSpPr>
            <a:spLocks noGrp="1"/>
          </p:cNvSpPr>
          <p:nvPr>
            <p:ph type="sldNum" sz="quarter" idx="5"/>
          </p:nvPr>
        </p:nvSpPr>
        <p:spPr/>
        <p:txBody>
          <a:bodyPr/>
          <a:lstStyle/>
          <a:p>
            <a:pPr rtl="0"/>
            <a:fld id="{F97DC217-DF71-1A49-B3EA-559F1F43B0FF}" type="slidenum">
              <a:rPr lang="id-ID" smtClean="0"/>
              <a:t>83</a:t>
            </a:fld>
            <a:endParaRPr lang="id-ID"/>
          </a:p>
        </p:txBody>
      </p:sp>
    </p:spTree>
    <p:extLst>
      <p:ext uri="{BB962C8B-B14F-4D97-AF65-F5344CB8AC3E}">
        <p14:creationId xmlns:p14="http://schemas.microsoft.com/office/powerpoint/2010/main" val="1698883112"/>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0340DB-EE9E-9A90-4778-D60C17B8CA93}"/>
            </a:ext>
          </a:extLst>
        </p:cNvPr>
        <p:cNvGrpSpPr/>
        <p:nvPr/>
      </p:nvGrpSpPr>
      <p:grpSpPr>
        <a:xfrm>
          <a:off x="0" y="0"/>
          <a:ext cx="0" cy="0"/>
          <a:chOff x="0" y="0"/>
          <a:chExt cx="0" cy="0"/>
        </a:xfrm>
      </p:grpSpPr>
      <p:sp>
        <p:nvSpPr>
          <p:cNvPr id="2" name="Tampungan Gambar Slide 1">
            <a:extLst>
              <a:ext uri="{FF2B5EF4-FFF2-40B4-BE49-F238E27FC236}">
                <a16:creationId xmlns:a16="http://schemas.microsoft.com/office/drawing/2014/main" id="{F572379B-194F-E5F5-BCC4-F21A7764649C}"/>
              </a:ext>
            </a:extLst>
          </p:cNvPr>
          <p:cNvSpPr>
            <a:spLocks noGrp="1" noRot="1" noChangeAspect="1"/>
          </p:cNvSpPr>
          <p:nvPr>
            <p:ph type="sldImg"/>
          </p:nvPr>
        </p:nvSpPr>
        <p:spPr/>
        <p:txBody>
          <a:bodyPr/>
          <a:lstStyle/>
          <a:p>
            <a:endParaRPr lang="id-ID"/>
          </a:p>
        </p:txBody>
      </p:sp>
      <p:sp>
        <p:nvSpPr>
          <p:cNvPr id="3" name="Tampungan Catatan 2">
            <a:extLst>
              <a:ext uri="{FF2B5EF4-FFF2-40B4-BE49-F238E27FC236}">
                <a16:creationId xmlns:a16="http://schemas.microsoft.com/office/drawing/2014/main" id="{89E95FE7-E790-DC5D-0A90-3D04BB5DBDB4}"/>
              </a:ext>
            </a:extLst>
          </p:cNvPr>
          <p:cNvSpPr>
            <a:spLocks noGrp="1"/>
          </p:cNvSpPr>
          <p:nvPr>
            <p:ph type="body" idx="1"/>
          </p:nvPr>
        </p:nvSpPr>
        <p:spPr/>
        <p:txBody>
          <a:bodyPr/>
          <a:lstStyle/>
          <a:p>
            <a:endParaRPr lang="id-ID" noProof="0" dirty="0"/>
          </a:p>
        </p:txBody>
      </p:sp>
      <p:sp>
        <p:nvSpPr>
          <p:cNvPr id="4" name="Tampungan Nomor Slide 3">
            <a:extLst>
              <a:ext uri="{FF2B5EF4-FFF2-40B4-BE49-F238E27FC236}">
                <a16:creationId xmlns:a16="http://schemas.microsoft.com/office/drawing/2014/main" id="{97DE9D11-7D05-B9D2-B356-F098222E1D04}"/>
              </a:ext>
            </a:extLst>
          </p:cNvPr>
          <p:cNvSpPr>
            <a:spLocks noGrp="1"/>
          </p:cNvSpPr>
          <p:nvPr>
            <p:ph type="sldNum" sz="quarter" idx="5"/>
          </p:nvPr>
        </p:nvSpPr>
        <p:spPr/>
        <p:txBody>
          <a:bodyPr/>
          <a:lstStyle/>
          <a:p>
            <a:pPr rtl="0"/>
            <a:fld id="{F97DC217-DF71-1A49-B3EA-559F1F43B0FF}" type="slidenum">
              <a:rPr lang="id-ID" smtClean="0"/>
              <a:t>84</a:t>
            </a:fld>
            <a:endParaRPr lang="id-ID"/>
          </a:p>
        </p:txBody>
      </p:sp>
    </p:spTree>
    <p:extLst>
      <p:ext uri="{BB962C8B-B14F-4D97-AF65-F5344CB8AC3E}">
        <p14:creationId xmlns:p14="http://schemas.microsoft.com/office/powerpoint/2010/main" val="2041099210"/>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3FA241-315C-BFE1-228C-C626423CD47A}"/>
            </a:ext>
          </a:extLst>
        </p:cNvPr>
        <p:cNvGrpSpPr/>
        <p:nvPr/>
      </p:nvGrpSpPr>
      <p:grpSpPr>
        <a:xfrm>
          <a:off x="0" y="0"/>
          <a:ext cx="0" cy="0"/>
          <a:chOff x="0" y="0"/>
          <a:chExt cx="0" cy="0"/>
        </a:xfrm>
      </p:grpSpPr>
      <p:sp>
        <p:nvSpPr>
          <p:cNvPr id="2" name="Tampungan Gambar Slide 1">
            <a:extLst>
              <a:ext uri="{FF2B5EF4-FFF2-40B4-BE49-F238E27FC236}">
                <a16:creationId xmlns:a16="http://schemas.microsoft.com/office/drawing/2014/main" id="{63615B18-9894-3F87-B777-8FA6D17BEF0F}"/>
              </a:ext>
            </a:extLst>
          </p:cNvPr>
          <p:cNvSpPr>
            <a:spLocks noGrp="1" noRot="1" noChangeAspect="1"/>
          </p:cNvSpPr>
          <p:nvPr>
            <p:ph type="sldImg"/>
          </p:nvPr>
        </p:nvSpPr>
        <p:spPr/>
        <p:txBody>
          <a:bodyPr/>
          <a:lstStyle/>
          <a:p>
            <a:endParaRPr lang="id-ID"/>
          </a:p>
        </p:txBody>
      </p:sp>
      <p:sp>
        <p:nvSpPr>
          <p:cNvPr id="3" name="Tampungan Catatan 2">
            <a:extLst>
              <a:ext uri="{FF2B5EF4-FFF2-40B4-BE49-F238E27FC236}">
                <a16:creationId xmlns:a16="http://schemas.microsoft.com/office/drawing/2014/main" id="{4F81AF09-3E20-0B34-B4D8-A61E0C5205B3}"/>
              </a:ext>
            </a:extLst>
          </p:cNvPr>
          <p:cNvSpPr>
            <a:spLocks noGrp="1"/>
          </p:cNvSpPr>
          <p:nvPr>
            <p:ph type="body" idx="1"/>
          </p:nvPr>
        </p:nvSpPr>
        <p:spPr/>
        <p:txBody>
          <a:bodyPr/>
          <a:lstStyle/>
          <a:p>
            <a:endParaRPr lang="id-ID" noProof="0" dirty="0"/>
          </a:p>
        </p:txBody>
      </p:sp>
      <p:sp>
        <p:nvSpPr>
          <p:cNvPr id="4" name="Tampungan Nomor Slide 3">
            <a:extLst>
              <a:ext uri="{FF2B5EF4-FFF2-40B4-BE49-F238E27FC236}">
                <a16:creationId xmlns:a16="http://schemas.microsoft.com/office/drawing/2014/main" id="{81633049-C026-673E-7408-1D4719F7AD8B}"/>
              </a:ext>
            </a:extLst>
          </p:cNvPr>
          <p:cNvSpPr>
            <a:spLocks noGrp="1"/>
          </p:cNvSpPr>
          <p:nvPr>
            <p:ph type="sldNum" sz="quarter" idx="5"/>
          </p:nvPr>
        </p:nvSpPr>
        <p:spPr/>
        <p:txBody>
          <a:bodyPr/>
          <a:lstStyle/>
          <a:p>
            <a:pPr rtl="0"/>
            <a:fld id="{F97DC217-DF71-1A49-B3EA-559F1F43B0FF}" type="slidenum">
              <a:rPr lang="id-ID" smtClean="0"/>
              <a:t>85</a:t>
            </a:fld>
            <a:endParaRPr lang="id-ID"/>
          </a:p>
        </p:txBody>
      </p:sp>
    </p:spTree>
    <p:extLst>
      <p:ext uri="{BB962C8B-B14F-4D97-AF65-F5344CB8AC3E}">
        <p14:creationId xmlns:p14="http://schemas.microsoft.com/office/powerpoint/2010/main" val="1135032815"/>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916ABD-58D7-D3BF-5618-1F8C1854ADA0}"/>
            </a:ext>
          </a:extLst>
        </p:cNvPr>
        <p:cNvGrpSpPr/>
        <p:nvPr/>
      </p:nvGrpSpPr>
      <p:grpSpPr>
        <a:xfrm>
          <a:off x="0" y="0"/>
          <a:ext cx="0" cy="0"/>
          <a:chOff x="0" y="0"/>
          <a:chExt cx="0" cy="0"/>
        </a:xfrm>
      </p:grpSpPr>
      <p:sp>
        <p:nvSpPr>
          <p:cNvPr id="2" name="Tampungan Gambar Slide 1">
            <a:extLst>
              <a:ext uri="{FF2B5EF4-FFF2-40B4-BE49-F238E27FC236}">
                <a16:creationId xmlns:a16="http://schemas.microsoft.com/office/drawing/2014/main" id="{3F813811-677F-71EE-248A-88DD3CC3CDFD}"/>
              </a:ext>
            </a:extLst>
          </p:cNvPr>
          <p:cNvSpPr>
            <a:spLocks noGrp="1" noRot="1" noChangeAspect="1"/>
          </p:cNvSpPr>
          <p:nvPr>
            <p:ph type="sldImg"/>
          </p:nvPr>
        </p:nvSpPr>
        <p:spPr/>
        <p:txBody>
          <a:bodyPr/>
          <a:lstStyle/>
          <a:p>
            <a:endParaRPr lang="id-ID"/>
          </a:p>
        </p:txBody>
      </p:sp>
      <p:sp>
        <p:nvSpPr>
          <p:cNvPr id="3" name="Tampungan Catatan 2">
            <a:extLst>
              <a:ext uri="{FF2B5EF4-FFF2-40B4-BE49-F238E27FC236}">
                <a16:creationId xmlns:a16="http://schemas.microsoft.com/office/drawing/2014/main" id="{C9C09096-B74A-0C24-08A2-E49920DB3871}"/>
              </a:ext>
            </a:extLst>
          </p:cNvPr>
          <p:cNvSpPr>
            <a:spLocks noGrp="1"/>
          </p:cNvSpPr>
          <p:nvPr>
            <p:ph type="body" idx="1"/>
          </p:nvPr>
        </p:nvSpPr>
        <p:spPr/>
        <p:txBody>
          <a:bodyPr/>
          <a:lstStyle/>
          <a:p>
            <a:endParaRPr lang="id-ID" noProof="0" dirty="0"/>
          </a:p>
        </p:txBody>
      </p:sp>
      <p:sp>
        <p:nvSpPr>
          <p:cNvPr id="4" name="Tampungan Nomor Slide 3">
            <a:extLst>
              <a:ext uri="{FF2B5EF4-FFF2-40B4-BE49-F238E27FC236}">
                <a16:creationId xmlns:a16="http://schemas.microsoft.com/office/drawing/2014/main" id="{389B0DAA-1B6F-8563-B3B1-A285E576ECE6}"/>
              </a:ext>
            </a:extLst>
          </p:cNvPr>
          <p:cNvSpPr>
            <a:spLocks noGrp="1"/>
          </p:cNvSpPr>
          <p:nvPr>
            <p:ph type="sldNum" sz="quarter" idx="5"/>
          </p:nvPr>
        </p:nvSpPr>
        <p:spPr/>
        <p:txBody>
          <a:bodyPr/>
          <a:lstStyle/>
          <a:p>
            <a:pPr rtl="0"/>
            <a:fld id="{F97DC217-DF71-1A49-B3EA-559F1F43B0FF}" type="slidenum">
              <a:rPr lang="id-ID" smtClean="0"/>
              <a:t>86</a:t>
            </a:fld>
            <a:endParaRPr lang="id-ID"/>
          </a:p>
        </p:txBody>
      </p:sp>
    </p:spTree>
    <p:extLst>
      <p:ext uri="{BB962C8B-B14F-4D97-AF65-F5344CB8AC3E}">
        <p14:creationId xmlns:p14="http://schemas.microsoft.com/office/powerpoint/2010/main" val="2659766960"/>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A9385B-6C3A-0749-6CD8-24659A46EEEB}"/>
            </a:ext>
          </a:extLst>
        </p:cNvPr>
        <p:cNvGrpSpPr/>
        <p:nvPr/>
      </p:nvGrpSpPr>
      <p:grpSpPr>
        <a:xfrm>
          <a:off x="0" y="0"/>
          <a:ext cx="0" cy="0"/>
          <a:chOff x="0" y="0"/>
          <a:chExt cx="0" cy="0"/>
        </a:xfrm>
      </p:grpSpPr>
      <p:sp>
        <p:nvSpPr>
          <p:cNvPr id="2" name="Tampungan Gambar Slide 1">
            <a:extLst>
              <a:ext uri="{FF2B5EF4-FFF2-40B4-BE49-F238E27FC236}">
                <a16:creationId xmlns:a16="http://schemas.microsoft.com/office/drawing/2014/main" id="{7581FE46-4D3F-50F8-F46F-4C507CD3172B}"/>
              </a:ext>
            </a:extLst>
          </p:cNvPr>
          <p:cNvSpPr>
            <a:spLocks noGrp="1" noRot="1" noChangeAspect="1"/>
          </p:cNvSpPr>
          <p:nvPr>
            <p:ph type="sldImg"/>
          </p:nvPr>
        </p:nvSpPr>
        <p:spPr/>
        <p:txBody>
          <a:bodyPr/>
          <a:lstStyle/>
          <a:p>
            <a:endParaRPr lang="id-ID"/>
          </a:p>
        </p:txBody>
      </p:sp>
      <p:sp>
        <p:nvSpPr>
          <p:cNvPr id="3" name="Tampungan Catatan 2">
            <a:extLst>
              <a:ext uri="{FF2B5EF4-FFF2-40B4-BE49-F238E27FC236}">
                <a16:creationId xmlns:a16="http://schemas.microsoft.com/office/drawing/2014/main" id="{185F87B7-8EE2-C4B1-FBFC-E4FE252C1976}"/>
              </a:ext>
            </a:extLst>
          </p:cNvPr>
          <p:cNvSpPr>
            <a:spLocks noGrp="1"/>
          </p:cNvSpPr>
          <p:nvPr>
            <p:ph type="body" idx="1"/>
          </p:nvPr>
        </p:nvSpPr>
        <p:spPr/>
        <p:txBody>
          <a:bodyPr/>
          <a:lstStyle/>
          <a:p>
            <a:endParaRPr lang="id-ID" noProof="0" dirty="0"/>
          </a:p>
        </p:txBody>
      </p:sp>
      <p:sp>
        <p:nvSpPr>
          <p:cNvPr id="4" name="Tampungan Nomor Slide 3">
            <a:extLst>
              <a:ext uri="{FF2B5EF4-FFF2-40B4-BE49-F238E27FC236}">
                <a16:creationId xmlns:a16="http://schemas.microsoft.com/office/drawing/2014/main" id="{162D929A-97F9-924B-0286-B684706E7F90}"/>
              </a:ext>
            </a:extLst>
          </p:cNvPr>
          <p:cNvSpPr>
            <a:spLocks noGrp="1"/>
          </p:cNvSpPr>
          <p:nvPr>
            <p:ph type="sldNum" sz="quarter" idx="5"/>
          </p:nvPr>
        </p:nvSpPr>
        <p:spPr/>
        <p:txBody>
          <a:bodyPr/>
          <a:lstStyle/>
          <a:p>
            <a:pPr rtl="0"/>
            <a:fld id="{F97DC217-DF71-1A49-B3EA-559F1F43B0FF}" type="slidenum">
              <a:rPr lang="id-ID" smtClean="0"/>
              <a:t>87</a:t>
            </a:fld>
            <a:endParaRPr lang="id-ID"/>
          </a:p>
        </p:txBody>
      </p:sp>
    </p:spTree>
    <p:extLst>
      <p:ext uri="{BB962C8B-B14F-4D97-AF65-F5344CB8AC3E}">
        <p14:creationId xmlns:p14="http://schemas.microsoft.com/office/powerpoint/2010/main" val="1541871094"/>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A33543-0C9B-3744-D886-3993398AE1F4}"/>
            </a:ext>
          </a:extLst>
        </p:cNvPr>
        <p:cNvGrpSpPr/>
        <p:nvPr/>
      </p:nvGrpSpPr>
      <p:grpSpPr>
        <a:xfrm>
          <a:off x="0" y="0"/>
          <a:ext cx="0" cy="0"/>
          <a:chOff x="0" y="0"/>
          <a:chExt cx="0" cy="0"/>
        </a:xfrm>
      </p:grpSpPr>
      <p:sp>
        <p:nvSpPr>
          <p:cNvPr id="2" name="Tampungan Gambar Slide 1">
            <a:extLst>
              <a:ext uri="{FF2B5EF4-FFF2-40B4-BE49-F238E27FC236}">
                <a16:creationId xmlns:a16="http://schemas.microsoft.com/office/drawing/2014/main" id="{242AA319-AE3E-C011-A32C-AA2EA224BAD5}"/>
              </a:ext>
            </a:extLst>
          </p:cNvPr>
          <p:cNvSpPr>
            <a:spLocks noGrp="1" noRot="1" noChangeAspect="1"/>
          </p:cNvSpPr>
          <p:nvPr>
            <p:ph type="sldImg"/>
          </p:nvPr>
        </p:nvSpPr>
        <p:spPr/>
        <p:txBody>
          <a:bodyPr/>
          <a:lstStyle/>
          <a:p>
            <a:endParaRPr lang="id-ID"/>
          </a:p>
        </p:txBody>
      </p:sp>
      <p:sp>
        <p:nvSpPr>
          <p:cNvPr id="3" name="Tampungan Catatan 2">
            <a:extLst>
              <a:ext uri="{FF2B5EF4-FFF2-40B4-BE49-F238E27FC236}">
                <a16:creationId xmlns:a16="http://schemas.microsoft.com/office/drawing/2014/main" id="{7EEA8738-0008-7843-783F-E7704BC2B18A}"/>
              </a:ext>
            </a:extLst>
          </p:cNvPr>
          <p:cNvSpPr>
            <a:spLocks noGrp="1"/>
          </p:cNvSpPr>
          <p:nvPr>
            <p:ph type="body" idx="1"/>
          </p:nvPr>
        </p:nvSpPr>
        <p:spPr/>
        <p:txBody>
          <a:bodyPr/>
          <a:lstStyle/>
          <a:p>
            <a:endParaRPr lang="id-ID" noProof="0" dirty="0"/>
          </a:p>
        </p:txBody>
      </p:sp>
      <p:sp>
        <p:nvSpPr>
          <p:cNvPr id="4" name="Tampungan Nomor Slide 3">
            <a:extLst>
              <a:ext uri="{FF2B5EF4-FFF2-40B4-BE49-F238E27FC236}">
                <a16:creationId xmlns:a16="http://schemas.microsoft.com/office/drawing/2014/main" id="{50EE35F1-E6EC-72AA-8C52-C826A1499915}"/>
              </a:ext>
            </a:extLst>
          </p:cNvPr>
          <p:cNvSpPr>
            <a:spLocks noGrp="1"/>
          </p:cNvSpPr>
          <p:nvPr>
            <p:ph type="sldNum" sz="quarter" idx="5"/>
          </p:nvPr>
        </p:nvSpPr>
        <p:spPr/>
        <p:txBody>
          <a:bodyPr/>
          <a:lstStyle/>
          <a:p>
            <a:pPr rtl="0"/>
            <a:fld id="{F97DC217-DF71-1A49-B3EA-559F1F43B0FF}" type="slidenum">
              <a:rPr lang="id-ID" smtClean="0"/>
              <a:t>88</a:t>
            </a:fld>
            <a:endParaRPr lang="id-ID"/>
          </a:p>
        </p:txBody>
      </p:sp>
    </p:spTree>
    <p:extLst>
      <p:ext uri="{BB962C8B-B14F-4D97-AF65-F5344CB8AC3E}">
        <p14:creationId xmlns:p14="http://schemas.microsoft.com/office/powerpoint/2010/main" val="678216063"/>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DEB1B7-19BC-B078-D0AD-153A8C20BDE5}"/>
            </a:ext>
          </a:extLst>
        </p:cNvPr>
        <p:cNvGrpSpPr/>
        <p:nvPr/>
      </p:nvGrpSpPr>
      <p:grpSpPr>
        <a:xfrm>
          <a:off x="0" y="0"/>
          <a:ext cx="0" cy="0"/>
          <a:chOff x="0" y="0"/>
          <a:chExt cx="0" cy="0"/>
        </a:xfrm>
      </p:grpSpPr>
      <p:sp>
        <p:nvSpPr>
          <p:cNvPr id="2" name="Tampungan Gambar Slide 1">
            <a:extLst>
              <a:ext uri="{FF2B5EF4-FFF2-40B4-BE49-F238E27FC236}">
                <a16:creationId xmlns:a16="http://schemas.microsoft.com/office/drawing/2014/main" id="{F967AFDD-86A9-52FD-C3F1-BD347CB69419}"/>
              </a:ext>
            </a:extLst>
          </p:cNvPr>
          <p:cNvSpPr>
            <a:spLocks noGrp="1" noRot="1" noChangeAspect="1"/>
          </p:cNvSpPr>
          <p:nvPr>
            <p:ph type="sldImg"/>
          </p:nvPr>
        </p:nvSpPr>
        <p:spPr/>
        <p:txBody>
          <a:bodyPr/>
          <a:lstStyle/>
          <a:p>
            <a:endParaRPr lang="id-ID"/>
          </a:p>
        </p:txBody>
      </p:sp>
      <p:sp>
        <p:nvSpPr>
          <p:cNvPr id="3" name="Tampungan Catatan 2">
            <a:extLst>
              <a:ext uri="{FF2B5EF4-FFF2-40B4-BE49-F238E27FC236}">
                <a16:creationId xmlns:a16="http://schemas.microsoft.com/office/drawing/2014/main" id="{8EB11A8A-FC21-4260-8712-E9DD872F544E}"/>
              </a:ext>
            </a:extLst>
          </p:cNvPr>
          <p:cNvSpPr>
            <a:spLocks noGrp="1"/>
          </p:cNvSpPr>
          <p:nvPr>
            <p:ph type="body" idx="1"/>
          </p:nvPr>
        </p:nvSpPr>
        <p:spPr/>
        <p:txBody>
          <a:bodyPr/>
          <a:lstStyle/>
          <a:p>
            <a:endParaRPr lang="id-ID" noProof="0" dirty="0"/>
          </a:p>
        </p:txBody>
      </p:sp>
      <p:sp>
        <p:nvSpPr>
          <p:cNvPr id="4" name="Tampungan Nomor Slide 3">
            <a:extLst>
              <a:ext uri="{FF2B5EF4-FFF2-40B4-BE49-F238E27FC236}">
                <a16:creationId xmlns:a16="http://schemas.microsoft.com/office/drawing/2014/main" id="{0976C79B-646C-1AA8-0451-938F3D1F4322}"/>
              </a:ext>
            </a:extLst>
          </p:cNvPr>
          <p:cNvSpPr>
            <a:spLocks noGrp="1"/>
          </p:cNvSpPr>
          <p:nvPr>
            <p:ph type="sldNum" sz="quarter" idx="5"/>
          </p:nvPr>
        </p:nvSpPr>
        <p:spPr/>
        <p:txBody>
          <a:bodyPr/>
          <a:lstStyle/>
          <a:p>
            <a:pPr rtl="0"/>
            <a:fld id="{F97DC217-DF71-1A49-B3EA-559F1F43B0FF}" type="slidenum">
              <a:rPr lang="id-ID" smtClean="0"/>
              <a:t>92</a:t>
            </a:fld>
            <a:endParaRPr lang="id-ID"/>
          </a:p>
        </p:txBody>
      </p:sp>
    </p:spTree>
    <p:extLst>
      <p:ext uri="{BB962C8B-B14F-4D97-AF65-F5344CB8AC3E}">
        <p14:creationId xmlns:p14="http://schemas.microsoft.com/office/powerpoint/2010/main" val="3437276945"/>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F63C12-B8A9-5704-5801-031285540AF0}"/>
            </a:ext>
          </a:extLst>
        </p:cNvPr>
        <p:cNvGrpSpPr/>
        <p:nvPr/>
      </p:nvGrpSpPr>
      <p:grpSpPr>
        <a:xfrm>
          <a:off x="0" y="0"/>
          <a:ext cx="0" cy="0"/>
          <a:chOff x="0" y="0"/>
          <a:chExt cx="0" cy="0"/>
        </a:xfrm>
      </p:grpSpPr>
      <p:sp>
        <p:nvSpPr>
          <p:cNvPr id="2" name="Tampungan Gambar Slide 1">
            <a:extLst>
              <a:ext uri="{FF2B5EF4-FFF2-40B4-BE49-F238E27FC236}">
                <a16:creationId xmlns:a16="http://schemas.microsoft.com/office/drawing/2014/main" id="{D7A8C062-2B26-784C-3532-BFB9C00D03A6}"/>
              </a:ext>
            </a:extLst>
          </p:cNvPr>
          <p:cNvSpPr>
            <a:spLocks noGrp="1" noRot="1" noChangeAspect="1"/>
          </p:cNvSpPr>
          <p:nvPr>
            <p:ph type="sldImg"/>
          </p:nvPr>
        </p:nvSpPr>
        <p:spPr/>
        <p:txBody>
          <a:bodyPr/>
          <a:lstStyle/>
          <a:p>
            <a:endParaRPr lang="id-ID"/>
          </a:p>
        </p:txBody>
      </p:sp>
      <p:sp>
        <p:nvSpPr>
          <p:cNvPr id="3" name="Tampungan Catatan 2">
            <a:extLst>
              <a:ext uri="{FF2B5EF4-FFF2-40B4-BE49-F238E27FC236}">
                <a16:creationId xmlns:a16="http://schemas.microsoft.com/office/drawing/2014/main" id="{EA89759B-3B6C-1977-303D-EC8B5941BE37}"/>
              </a:ext>
            </a:extLst>
          </p:cNvPr>
          <p:cNvSpPr>
            <a:spLocks noGrp="1"/>
          </p:cNvSpPr>
          <p:nvPr>
            <p:ph type="body" idx="1"/>
          </p:nvPr>
        </p:nvSpPr>
        <p:spPr/>
        <p:txBody>
          <a:bodyPr/>
          <a:lstStyle/>
          <a:p>
            <a:endParaRPr lang="id-ID" noProof="0" dirty="0"/>
          </a:p>
        </p:txBody>
      </p:sp>
      <p:sp>
        <p:nvSpPr>
          <p:cNvPr id="4" name="Tampungan Nomor Slide 3">
            <a:extLst>
              <a:ext uri="{FF2B5EF4-FFF2-40B4-BE49-F238E27FC236}">
                <a16:creationId xmlns:a16="http://schemas.microsoft.com/office/drawing/2014/main" id="{3FC755D6-1FEE-A6C0-8C21-829D04A6F10C}"/>
              </a:ext>
            </a:extLst>
          </p:cNvPr>
          <p:cNvSpPr>
            <a:spLocks noGrp="1"/>
          </p:cNvSpPr>
          <p:nvPr>
            <p:ph type="sldNum" sz="quarter" idx="5"/>
          </p:nvPr>
        </p:nvSpPr>
        <p:spPr/>
        <p:txBody>
          <a:bodyPr/>
          <a:lstStyle/>
          <a:p>
            <a:pPr rtl="0"/>
            <a:fld id="{F97DC217-DF71-1A49-B3EA-559F1F43B0FF}" type="slidenum">
              <a:rPr lang="id-ID" smtClean="0"/>
              <a:t>93</a:t>
            </a:fld>
            <a:endParaRPr lang="id-ID"/>
          </a:p>
        </p:txBody>
      </p:sp>
    </p:spTree>
    <p:extLst>
      <p:ext uri="{BB962C8B-B14F-4D97-AF65-F5344CB8AC3E}">
        <p14:creationId xmlns:p14="http://schemas.microsoft.com/office/powerpoint/2010/main" val="985436183"/>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ampungan Gambar Slide 1"/>
          <p:cNvSpPr>
            <a:spLocks noGrp="1" noRot="1" noChangeAspect="1"/>
          </p:cNvSpPr>
          <p:nvPr>
            <p:ph type="sldImg"/>
          </p:nvPr>
        </p:nvSpPr>
        <p:spPr/>
        <p:txBody>
          <a:bodyPr/>
          <a:lstStyle/>
          <a:p>
            <a:endParaRPr lang="id-ID"/>
          </a:p>
        </p:txBody>
      </p:sp>
      <p:sp>
        <p:nvSpPr>
          <p:cNvPr id="3" name="Tampungan Catatan 2"/>
          <p:cNvSpPr>
            <a:spLocks noGrp="1"/>
          </p:cNvSpPr>
          <p:nvPr>
            <p:ph type="body" idx="1"/>
          </p:nvPr>
        </p:nvSpPr>
        <p:spPr/>
        <p:txBody>
          <a:bodyPr/>
          <a:lstStyle/>
          <a:p>
            <a:endParaRPr lang="id-ID" noProof="0" dirty="0"/>
          </a:p>
        </p:txBody>
      </p:sp>
      <p:sp>
        <p:nvSpPr>
          <p:cNvPr id="4" name="Tampungan Nomor Slide 3"/>
          <p:cNvSpPr>
            <a:spLocks noGrp="1"/>
          </p:cNvSpPr>
          <p:nvPr>
            <p:ph type="sldNum" sz="quarter" idx="5"/>
          </p:nvPr>
        </p:nvSpPr>
        <p:spPr/>
        <p:txBody>
          <a:bodyPr/>
          <a:lstStyle/>
          <a:p>
            <a:pPr rtl="0"/>
            <a:fld id="{F97DC217-DF71-1A49-B3EA-559F1F43B0FF}" type="slidenum">
              <a:rPr lang="id-ID" smtClean="0"/>
              <a:t>95</a:t>
            </a:fld>
            <a:endParaRPr lang="id-ID"/>
          </a:p>
        </p:txBody>
      </p:sp>
    </p:spTree>
    <p:extLst>
      <p:ext uri="{BB962C8B-B14F-4D97-AF65-F5344CB8AC3E}">
        <p14:creationId xmlns:p14="http://schemas.microsoft.com/office/powerpoint/2010/main" val="3935563471"/>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038139-B33F-116D-79A1-7A8B7FB58674}"/>
            </a:ext>
          </a:extLst>
        </p:cNvPr>
        <p:cNvGrpSpPr/>
        <p:nvPr/>
      </p:nvGrpSpPr>
      <p:grpSpPr>
        <a:xfrm>
          <a:off x="0" y="0"/>
          <a:ext cx="0" cy="0"/>
          <a:chOff x="0" y="0"/>
          <a:chExt cx="0" cy="0"/>
        </a:xfrm>
      </p:grpSpPr>
      <p:sp>
        <p:nvSpPr>
          <p:cNvPr id="2" name="Tampungan Gambar Slide 1">
            <a:extLst>
              <a:ext uri="{FF2B5EF4-FFF2-40B4-BE49-F238E27FC236}">
                <a16:creationId xmlns:a16="http://schemas.microsoft.com/office/drawing/2014/main" id="{647A4260-AFD0-CC6E-9804-2A77653AA66B}"/>
              </a:ext>
            </a:extLst>
          </p:cNvPr>
          <p:cNvSpPr>
            <a:spLocks noGrp="1" noRot="1" noChangeAspect="1"/>
          </p:cNvSpPr>
          <p:nvPr>
            <p:ph type="sldImg"/>
          </p:nvPr>
        </p:nvSpPr>
        <p:spPr/>
        <p:txBody>
          <a:bodyPr/>
          <a:lstStyle/>
          <a:p>
            <a:endParaRPr lang="id-ID"/>
          </a:p>
        </p:txBody>
      </p:sp>
      <p:sp>
        <p:nvSpPr>
          <p:cNvPr id="3" name="Tampungan Catatan 2">
            <a:extLst>
              <a:ext uri="{FF2B5EF4-FFF2-40B4-BE49-F238E27FC236}">
                <a16:creationId xmlns:a16="http://schemas.microsoft.com/office/drawing/2014/main" id="{55D0F28E-92D9-8519-B782-081CD6E9EE26}"/>
              </a:ext>
            </a:extLst>
          </p:cNvPr>
          <p:cNvSpPr>
            <a:spLocks noGrp="1"/>
          </p:cNvSpPr>
          <p:nvPr>
            <p:ph type="body" idx="1"/>
          </p:nvPr>
        </p:nvSpPr>
        <p:spPr/>
        <p:txBody>
          <a:bodyPr/>
          <a:lstStyle/>
          <a:p>
            <a:endParaRPr lang="id-ID" noProof="0" dirty="0"/>
          </a:p>
        </p:txBody>
      </p:sp>
      <p:sp>
        <p:nvSpPr>
          <p:cNvPr id="4" name="Tampungan Nomor Slide 3">
            <a:extLst>
              <a:ext uri="{FF2B5EF4-FFF2-40B4-BE49-F238E27FC236}">
                <a16:creationId xmlns:a16="http://schemas.microsoft.com/office/drawing/2014/main" id="{C16E6CED-1E45-5082-FB0B-4E74F36E4351}"/>
              </a:ext>
            </a:extLst>
          </p:cNvPr>
          <p:cNvSpPr>
            <a:spLocks noGrp="1"/>
          </p:cNvSpPr>
          <p:nvPr>
            <p:ph type="sldNum" sz="quarter" idx="5"/>
          </p:nvPr>
        </p:nvSpPr>
        <p:spPr/>
        <p:txBody>
          <a:bodyPr/>
          <a:lstStyle/>
          <a:p>
            <a:pPr rtl="0"/>
            <a:fld id="{F97DC217-DF71-1A49-B3EA-559F1F43B0FF}" type="slidenum">
              <a:rPr lang="id-ID" smtClean="0"/>
              <a:t>96</a:t>
            </a:fld>
            <a:endParaRPr lang="id-ID"/>
          </a:p>
        </p:txBody>
      </p:sp>
    </p:spTree>
    <p:extLst>
      <p:ext uri="{BB962C8B-B14F-4D97-AF65-F5344CB8AC3E}">
        <p14:creationId xmlns:p14="http://schemas.microsoft.com/office/powerpoint/2010/main" val="349446813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Slide Judul">
    <p:spTree>
      <p:nvGrpSpPr>
        <p:cNvPr id="1" name=""/>
        <p:cNvGrpSpPr/>
        <p:nvPr/>
      </p:nvGrpSpPr>
      <p:grpSpPr>
        <a:xfrm>
          <a:off x="0" y="0"/>
          <a:ext cx="0" cy="0"/>
          <a:chOff x="0" y="0"/>
          <a:chExt cx="0" cy="0"/>
        </a:xfrm>
      </p:grpSpPr>
      <p:sp>
        <p:nvSpPr>
          <p:cNvPr id="2" name="Judul 1">
            <a:extLst>
              <a:ext uri="{FF2B5EF4-FFF2-40B4-BE49-F238E27FC236}">
                <a16:creationId xmlns:a16="http://schemas.microsoft.com/office/drawing/2014/main" id="{494248F2-5264-4601-AA0B-6C092F77F2DD}"/>
              </a:ext>
            </a:extLst>
          </p:cNvPr>
          <p:cNvSpPr>
            <a:spLocks noGrp="1"/>
          </p:cNvSpPr>
          <p:nvPr>
            <p:ph type="ctrTitle"/>
          </p:nvPr>
        </p:nvSpPr>
        <p:spPr>
          <a:xfrm>
            <a:off x="1167493" y="1122363"/>
            <a:ext cx="7096933" cy="2387600"/>
          </a:xfrm>
        </p:spPr>
        <p:txBody>
          <a:bodyPr rtlCol="0" anchor="b">
            <a:noAutofit/>
          </a:bodyPr>
          <a:lstStyle>
            <a:lvl1pPr algn="l">
              <a:defRPr sz="6000" b="1">
                <a:latin typeface="+mj-lt"/>
              </a:defRPr>
            </a:lvl1pPr>
          </a:lstStyle>
          <a:p>
            <a:pPr rtl="0"/>
            <a:r>
              <a:rPr lang="en-US" noProof="0"/>
              <a:t>Click to edit Master title style</a:t>
            </a:r>
            <a:endParaRPr lang="id-ID" noProof="0"/>
          </a:p>
        </p:txBody>
      </p:sp>
      <p:sp>
        <p:nvSpPr>
          <p:cNvPr id="3" name="Subjudul 2">
            <a:extLst>
              <a:ext uri="{FF2B5EF4-FFF2-40B4-BE49-F238E27FC236}">
                <a16:creationId xmlns:a16="http://schemas.microsoft.com/office/drawing/2014/main" id="{DCFB69D3-5632-4285-A209-9DCA67DA668C}"/>
              </a:ext>
            </a:extLst>
          </p:cNvPr>
          <p:cNvSpPr>
            <a:spLocks noGrp="1"/>
          </p:cNvSpPr>
          <p:nvPr>
            <p:ph type="subTitle" idx="1"/>
          </p:nvPr>
        </p:nvSpPr>
        <p:spPr>
          <a:xfrm>
            <a:off x="1167493" y="3602038"/>
            <a:ext cx="9500507" cy="806675"/>
          </a:xfrm>
        </p:spPr>
        <p:txBody>
          <a:bodyPr rtlCol="0">
            <a:noAutofit/>
          </a:bodyPr>
          <a:lstStyle>
            <a:lvl1pPr marL="0" indent="0" algn="l">
              <a:buNone/>
              <a:defRPr sz="3200">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rtl="0"/>
            <a:r>
              <a:rPr lang="en-US" noProof="0"/>
              <a:t>Click to edit Master subtitle style</a:t>
            </a:r>
            <a:endParaRPr lang="id-ID" noProof="0"/>
          </a:p>
        </p:txBody>
      </p:sp>
      <p:sp>
        <p:nvSpPr>
          <p:cNvPr id="4" name="Persegi 3">
            <a:extLst>
              <a:ext uri="{FF2B5EF4-FFF2-40B4-BE49-F238E27FC236}">
                <a16:creationId xmlns:a16="http://schemas.microsoft.com/office/drawing/2014/main" id="{9AC79249-FDC0-364D-A734-AE1DE1605D28}"/>
              </a:ext>
            </a:extLst>
          </p:cNvPr>
          <p:cNvSpPr/>
          <p:nvPr userDrawn="1"/>
        </p:nvSpPr>
        <p:spPr>
          <a:xfrm>
            <a:off x="0" y="4572000"/>
            <a:ext cx="12192000" cy="2286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id-ID" noProof="0"/>
          </a:p>
        </p:txBody>
      </p:sp>
      <p:sp>
        <p:nvSpPr>
          <p:cNvPr id="5" name="Oval 4">
            <a:extLst>
              <a:ext uri="{FF2B5EF4-FFF2-40B4-BE49-F238E27FC236}">
                <a16:creationId xmlns:a16="http://schemas.microsoft.com/office/drawing/2014/main" id="{902465C8-266D-104C-9C49-323DF4A8277E}"/>
              </a:ext>
            </a:extLst>
          </p:cNvPr>
          <p:cNvSpPr/>
          <p:nvPr userDrawn="1"/>
        </p:nvSpPr>
        <p:spPr>
          <a:xfrm>
            <a:off x="583746" y="4960030"/>
            <a:ext cx="1551214" cy="1551214"/>
          </a:xfrm>
          <a:prstGeom prst="ellipse">
            <a:avLst/>
          </a:prstGeom>
          <a:solidFill>
            <a:schemeClr val="tx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id-ID" noProof="0"/>
          </a:p>
        </p:txBody>
      </p:sp>
      <p:sp>
        <p:nvSpPr>
          <p:cNvPr id="11" name="Bentuk bebas 10">
            <a:extLst>
              <a:ext uri="{FF2B5EF4-FFF2-40B4-BE49-F238E27FC236}">
                <a16:creationId xmlns:a16="http://schemas.microsoft.com/office/drawing/2014/main" id="{37979A1C-BF60-B345-A664-2E4F7A3461EB}"/>
              </a:ext>
            </a:extLst>
          </p:cNvPr>
          <p:cNvSpPr/>
          <p:nvPr userDrawn="1"/>
        </p:nvSpPr>
        <p:spPr>
          <a:xfrm>
            <a:off x="1" y="4571999"/>
            <a:ext cx="1118508" cy="1118508"/>
          </a:xfrm>
          <a:custGeom>
            <a:avLst/>
            <a:gdLst>
              <a:gd name="connsiteX0" fmla="*/ 0 w 1167493"/>
              <a:gd name="connsiteY0" fmla="*/ 0 h 1167493"/>
              <a:gd name="connsiteX1" fmla="*/ 1167493 w 1167493"/>
              <a:gd name="connsiteY1" fmla="*/ 0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lnTo>
                  <a:pt x="1167493" y="0"/>
                </a:lnTo>
                <a:cubicBezTo>
                  <a:pt x="522704" y="0"/>
                  <a:pt x="0" y="522704"/>
                  <a:pt x="0" y="1167493"/>
                </a:cubicBez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id-ID" noProof="0"/>
          </a:p>
        </p:txBody>
      </p:sp>
      <p:sp>
        <p:nvSpPr>
          <p:cNvPr id="9" name="Bentuk bebas 8">
            <a:extLst>
              <a:ext uri="{FF2B5EF4-FFF2-40B4-BE49-F238E27FC236}">
                <a16:creationId xmlns:a16="http://schemas.microsoft.com/office/drawing/2014/main" id="{58080B3E-915C-2D4C-8608-596E1BFD6387}"/>
              </a:ext>
            </a:extLst>
          </p:cNvPr>
          <p:cNvSpPr/>
          <p:nvPr userDrawn="1"/>
        </p:nvSpPr>
        <p:spPr>
          <a:xfrm>
            <a:off x="1" y="5739492"/>
            <a:ext cx="1118508" cy="1118508"/>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id-ID" noProof="0"/>
          </a:p>
        </p:txBody>
      </p:sp>
      <p:grpSp>
        <p:nvGrpSpPr>
          <p:cNvPr id="6" name="Grup 5">
            <a:extLst>
              <a:ext uri="{FF2B5EF4-FFF2-40B4-BE49-F238E27FC236}">
                <a16:creationId xmlns:a16="http://schemas.microsoft.com/office/drawing/2014/main" id="{F15FBB50-09C8-B64E-AE57-67C5E70810CB}"/>
              </a:ext>
            </a:extLst>
          </p:cNvPr>
          <p:cNvGrpSpPr/>
          <p:nvPr userDrawn="1"/>
        </p:nvGrpSpPr>
        <p:grpSpPr>
          <a:xfrm>
            <a:off x="8264427" y="-3419"/>
            <a:ext cx="3927573" cy="3165022"/>
            <a:chOff x="9857014" y="13834"/>
            <a:chExt cx="2334986" cy="1881641"/>
          </a:xfrm>
        </p:grpSpPr>
        <p:sp>
          <p:nvSpPr>
            <p:cNvPr id="15" name="Bentuk bebas 14">
              <a:extLst>
                <a:ext uri="{FF2B5EF4-FFF2-40B4-BE49-F238E27FC236}">
                  <a16:creationId xmlns:a16="http://schemas.microsoft.com/office/drawing/2014/main" id="{EFBF1E52-11FA-DC48-B7AD-75734232FFE8}"/>
                </a:ext>
              </a:extLst>
            </p:cNvPr>
            <p:cNvSpPr/>
            <p:nvPr userDrawn="1"/>
          </p:nvSpPr>
          <p:spPr>
            <a:xfrm rot="5400000" flipH="1" flipV="1">
              <a:off x="10667433" y="370908"/>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id-ID" noProof="0"/>
            </a:p>
          </p:txBody>
        </p:sp>
        <p:sp>
          <p:nvSpPr>
            <p:cNvPr id="16" name="Bentuk bebas 15">
              <a:extLst>
                <a:ext uri="{FF2B5EF4-FFF2-40B4-BE49-F238E27FC236}">
                  <a16:creationId xmlns:a16="http://schemas.microsoft.com/office/drawing/2014/main" id="{4850B620-49F5-3748-84AF-682555D52792}"/>
                </a:ext>
              </a:extLst>
            </p:cNvPr>
            <p:cNvSpPr/>
            <p:nvPr userDrawn="1"/>
          </p:nvSpPr>
          <p:spPr>
            <a:xfrm rot="16200000" flipV="1">
              <a:off x="9499940" y="370908"/>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id-ID" noProof="0"/>
            </a:p>
          </p:txBody>
        </p:sp>
      </p:grpSp>
      <p:sp>
        <p:nvSpPr>
          <p:cNvPr id="22" name="Bentuk bebas 21">
            <a:extLst>
              <a:ext uri="{FF2B5EF4-FFF2-40B4-BE49-F238E27FC236}">
                <a16:creationId xmlns:a16="http://schemas.microsoft.com/office/drawing/2014/main" id="{BC68F289-2744-2F48-893A-3F17911625C8}"/>
              </a:ext>
            </a:extLst>
          </p:cNvPr>
          <p:cNvSpPr/>
          <p:nvPr userDrawn="1"/>
        </p:nvSpPr>
        <p:spPr>
          <a:xfrm>
            <a:off x="0" y="-1"/>
            <a:ext cx="1167493" cy="1167493"/>
          </a:xfrm>
          <a:custGeom>
            <a:avLst/>
            <a:gdLst>
              <a:gd name="connsiteX0" fmla="*/ 0 w 862693"/>
              <a:gd name="connsiteY0" fmla="*/ 0 h 862693"/>
              <a:gd name="connsiteX1" fmla="*/ 862693 w 862693"/>
              <a:gd name="connsiteY1" fmla="*/ 0 h 862693"/>
              <a:gd name="connsiteX2" fmla="*/ 0 w 862693"/>
              <a:gd name="connsiteY2" fmla="*/ 862693 h 862693"/>
              <a:gd name="connsiteX3" fmla="*/ 0 w 862693"/>
              <a:gd name="connsiteY3" fmla="*/ 0 h 862693"/>
            </a:gdLst>
            <a:ahLst/>
            <a:cxnLst>
              <a:cxn ang="0">
                <a:pos x="connsiteX0" y="connsiteY0"/>
              </a:cxn>
              <a:cxn ang="0">
                <a:pos x="connsiteX1" y="connsiteY1"/>
              </a:cxn>
              <a:cxn ang="0">
                <a:pos x="connsiteX2" y="connsiteY2"/>
              </a:cxn>
              <a:cxn ang="0">
                <a:pos x="connsiteX3" y="connsiteY3"/>
              </a:cxn>
            </a:cxnLst>
            <a:rect l="l" t="t" r="r" b="b"/>
            <a:pathLst>
              <a:path w="862693" h="862693">
                <a:moveTo>
                  <a:pt x="0" y="0"/>
                </a:moveTo>
                <a:lnTo>
                  <a:pt x="862693" y="0"/>
                </a:lnTo>
                <a:cubicBezTo>
                  <a:pt x="862693" y="476453"/>
                  <a:pt x="476452" y="862693"/>
                  <a:pt x="0" y="862693"/>
                </a:cubicBez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id-ID" noProof="0"/>
          </a:p>
        </p:txBody>
      </p:sp>
      <p:sp>
        <p:nvSpPr>
          <p:cNvPr id="28" name="Bentuk bebas 27">
            <a:extLst>
              <a:ext uri="{FF2B5EF4-FFF2-40B4-BE49-F238E27FC236}">
                <a16:creationId xmlns:a16="http://schemas.microsoft.com/office/drawing/2014/main" id="{9E240E8A-950E-7946-826C-415CB5DACA43}"/>
              </a:ext>
            </a:extLst>
          </p:cNvPr>
          <p:cNvSpPr/>
          <p:nvPr userDrawn="1"/>
        </p:nvSpPr>
        <p:spPr>
          <a:xfrm>
            <a:off x="11024507" y="4580708"/>
            <a:ext cx="1167493" cy="2277292"/>
          </a:xfrm>
          <a:custGeom>
            <a:avLst/>
            <a:gdLst>
              <a:gd name="connsiteX0" fmla="*/ 1167473 w 1167493"/>
              <a:gd name="connsiteY0" fmla="*/ 0 h 2272167"/>
              <a:gd name="connsiteX1" fmla="*/ 1167493 w 1167493"/>
              <a:gd name="connsiteY1" fmla="*/ 0 h 2272167"/>
              <a:gd name="connsiteX2" fmla="*/ 1167493 w 1167493"/>
              <a:gd name="connsiteY2" fmla="*/ 492960 h 2272167"/>
              <a:gd name="connsiteX3" fmla="*/ 1167493 w 1167493"/>
              <a:gd name="connsiteY3" fmla="*/ 720385 h 2272167"/>
              <a:gd name="connsiteX4" fmla="*/ 1167493 w 1167493"/>
              <a:gd name="connsiteY4" fmla="*/ 2272167 h 2272167"/>
              <a:gd name="connsiteX5" fmla="*/ 0 w 1167493"/>
              <a:gd name="connsiteY5" fmla="*/ 2272167 h 2272167"/>
              <a:gd name="connsiteX6" fmla="*/ 0 w 1167493"/>
              <a:gd name="connsiteY6" fmla="*/ 1898074 h 2272167"/>
              <a:gd name="connsiteX7" fmla="*/ 0 w 1167493"/>
              <a:gd name="connsiteY7" fmla="*/ 1271597 h 2272167"/>
              <a:gd name="connsiteX8" fmla="*/ 0 w 1167493"/>
              <a:gd name="connsiteY8" fmla="*/ 1177688 h 2272167"/>
              <a:gd name="connsiteX9" fmla="*/ 1048124 w 1167493"/>
              <a:gd name="connsiteY9" fmla="*/ 6080 h 2272167"/>
              <a:gd name="connsiteX10" fmla="*/ 1167473 w 1167493"/>
              <a:gd name="connsiteY10" fmla="*/ 0 h 2272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67493" h="2272167">
                <a:moveTo>
                  <a:pt x="1167473" y="0"/>
                </a:moveTo>
                <a:lnTo>
                  <a:pt x="1167493" y="0"/>
                </a:lnTo>
                <a:lnTo>
                  <a:pt x="1167493" y="492960"/>
                </a:lnTo>
                <a:lnTo>
                  <a:pt x="1167493" y="720385"/>
                </a:lnTo>
                <a:lnTo>
                  <a:pt x="1167493" y="2272167"/>
                </a:lnTo>
                <a:lnTo>
                  <a:pt x="0" y="2272167"/>
                </a:lnTo>
                <a:lnTo>
                  <a:pt x="0" y="1898074"/>
                </a:lnTo>
                <a:lnTo>
                  <a:pt x="0" y="1271597"/>
                </a:lnTo>
                <a:lnTo>
                  <a:pt x="0" y="1177688"/>
                </a:lnTo>
                <a:cubicBezTo>
                  <a:pt x="0" y="567919"/>
                  <a:pt x="459408" y="66389"/>
                  <a:pt x="1048124" y="6080"/>
                </a:cubicBezTo>
                <a:lnTo>
                  <a:pt x="1167473"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id-ID" noProof="0"/>
          </a:p>
        </p:txBody>
      </p:sp>
    </p:spTree>
    <p:extLst>
      <p:ext uri="{BB962C8B-B14F-4D97-AF65-F5344CB8AC3E}">
        <p14:creationId xmlns:p14="http://schemas.microsoft.com/office/powerpoint/2010/main" val="29164985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Judul dan Konten">
    <p:spTree>
      <p:nvGrpSpPr>
        <p:cNvPr id="1" name=""/>
        <p:cNvGrpSpPr/>
        <p:nvPr/>
      </p:nvGrpSpPr>
      <p:grpSpPr>
        <a:xfrm>
          <a:off x="0" y="0"/>
          <a:ext cx="0" cy="0"/>
          <a:chOff x="0" y="0"/>
          <a:chExt cx="0" cy="0"/>
        </a:xfrm>
      </p:grpSpPr>
      <p:sp>
        <p:nvSpPr>
          <p:cNvPr id="2" name="Judul 1">
            <a:extLst>
              <a:ext uri="{FF2B5EF4-FFF2-40B4-BE49-F238E27FC236}">
                <a16:creationId xmlns:a16="http://schemas.microsoft.com/office/drawing/2014/main" id="{3CD97974-B93C-4C96-B3F6-F69E3D6DE6CA}"/>
              </a:ext>
            </a:extLst>
          </p:cNvPr>
          <p:cNvSpPr>
            <a:spLocks noGrp="1"/>
          </p:cNvSpPr>
          <p:nvPr>
            <p:ph type="title"/>
          </p:nvPr>
        </p:nvSpPr>
        <p:spPr>
          <a:xfrm>
            <a:off x="1167492" y="381000"/>
            <a:ext cx="9779183" cy="1325563"/>
          </a:xfrm>
        </p:spPr>
        <p:txBody>
          <a:bodyPr rtlCol="0" anchor="b">
            <a:noAutofit/>
          </a:bodyPr>
          <a:lstStyle>
            <a:lvl1pPr>
              <a:defRPr sz="4800" b="1">
                <a:latin typeface="+mj-lt"/>
              </a:defRPr>
            </a:lvl1pPr>
          </a:lstStyle>
          <a:p>
            <a:pPr rtl="0"/>
            <a:r>
              <a:rPr lang="en-US" noProof="0"/>
              <a:t>Click to edit Master title style</a:t>
            </a:r>
            <a:endParaRPr lang="id-ID" noProof="0"/>
          </a:p>
        </p:txBody>
      </p:sp>
      <p:sp>
        <p:nvSpPr>
          <p:cNvPr id="3" name="Tampungan Konten 2">
            <a:extLst>
              <a:ext uri="{FF2B5EF4-FFF2-40B4-BE49-F238E27FC236}">
                <a16:creationId xmlns:a16="http://schemas.microsoft.com/office/drawing/2014/main" id="{8A6FC6F2-80B4-49A7-9448-33FE2DF0E967}"/>
              </a:ext>
            </a:extLst>
          </p:cNvPr>
          <p:cNvSpPr>
            <a:spLocks noGrp="1"/>
          </p:cNvSpPr>
          <p:nvPr>
            <p:ph idx="1" hasCustomPrompt="1"/>
          </p:nvPr>
        </p:nvSpPr>
        <p:spPr>
          <a:xfrm>
            <a:off x="1167493" y="2017467"/>
            <a:ext cx="9779182" cy="3366815"/>
          </a:xfrm>
        </p:spPr>
        <p:txBody>
          <a:bodyPr rtlCol="0">
            <a:noAutofit/>
          </a:bodyPr>
          <a:lstStyle>
            <a:lvl1pPr marL="0" indent="0">
              <a:buNone/>
              <a:defRPr>
                <a:latin typeface="+mn-lt"/>
              </a:defRPr>
            </a:lvl1pPr>
            <a:lvl2pPr marL="457200" indent="0">
              <a:buNone/>
              <a:defRPr>
                <a:latin typeface="+mn-lt"/>
              </a:defRPr>
            </a:lvl2pPr>
            <a:lvl3pPr marL="914400" indent="0">
              <a:buNone/>
              <a:defRPr>
                <a:latin typeface="+mn-lt"/>
              </a:defRPr>
            </a:lvl3pPr>
            <a:lvl4pPr marL="1371600" indent="0">
              <a:buNone/>
              <a:defRPr>
                <a:latin typeface="+mn-lt"/>
              </a:defRPr>
            </a:lvl4pPr>
            <a:lvl5pPr marL="1828800" indent="0">
              <a:buNone/>
              <a:defRPr>
                <a:latin typeface="+mn-lt"/>
              </a:defRPr>
            </a:lvl5pPr>
          </a:lstStyle>
          <a:p>
            <a:pPr lvl="0" rtl="0"/>
            <a:r>
              <a:rPr lang="id-ID" noProof="0"/>
              <a:t>Klik untuk mengedit gaya teks Master</a:t>
            </a:r>
          </a:p>
          <a:p>
            <a:pPr lvl="1" rtl="0"/>
            <a:r>
              <a:rPr lang="id-ID" noProof="0"/>
              <a:t>Tingkat kedua</a:t>
            </a:r>
          </a:p>
          <a:p>
            <a:pPr lvl="2" rtl="0"/>
            <a:r>
              <a:rPr lang="id-ID" noProof="0"/>
              <a:t>Tingkat ketiga</a:t>
            </a:r>
          </a:p>
          <a:p>
            <a:pPr lvl="3" rtl="0"/>
            <a:r>
              <a:rPr lang="id-ID" noProof="0"/>
              <a:t>Tingkat keempat</a:t>
            </a:r>
          </a:p>
          <a:p>
            <a:pPr lvl="4" rtl="0"/>
            <a:r>
              <a:rPr lang="id-ID" noProof="0"/>
              <a:t>Tingkat kelima</a:t>
            </a:r>
          </a:p>
        </p:txBody>
      </p:sp>
      <p:sp>
        <p:nvSpPr>
          <p:cNvPr id="4" name="Bentuk bebas 3">
            <a:extLst>
              <a:ext uri="{FF2B5EF4-FFF2-40B4-BE49-F238E27FC236}">
                <a16:creationId xmlns:a16="http://schemas.microsoft.com/office/drawing/2014/main" id="{6A7F6A3F-E1DD-A246-9A6D-5F9B18BA2588}"/>
              </a:ext>
            </a:extLst>
          </p:cNvPr>
          <p:cNvSpPr/>
          <p:nvPr userDrawn="1"/>
        </p:nvSpPr>
        <p:spPr>
          <a:xfrm flipH="1">
            <a:off x="8580896" y="1"/>
            <a:ext cx="3611104" cy="3611104"/>
          </a:xfrm>
          <a:custGeom>
            <a:avLst/>
            <a:gdLst>
              <a:gd name="connsiteX0" fmla="*/ 0 w 1167493"/>
              <a:gd name="connsiteY0" fmla="*/ 0 h 1167493"/>
              <a:gd name="connsiteX1" fmla="*/ 1167493 w 1167493"/>
              <a:gd name="connsiteY1" fmla="*/ 0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lnTo>
                  <a:pt x="1167493" y="0"/>
                </a:lnTo>
                <a:cubicBezTo>
                  <a:pt x="522704" y="0"/>
                  <a:pt x="0" y="522704"/>
                  <a:pt x="0" y="1167493"/>
                </a:cubicBez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id-ID" noProof="0"/>
          </a:p>
        </p:txBody>
      </p:sp>
      <p:sp>
        <p:nvSpPr>
          <p:cNvPr id="5" name="Bentuk bebas 4">
            <a:extLst>
              <a:ext uri="{FF2B5EF4-FFF2-40B4-BE49-F238E27FC236}">
                <a16:creationId xmlns:a16="http://schemas.microsoft.com/office/drawing/2014/main" id="{055FD0FC-C8FF-6741-A364-A29CDC6F9495}"/>
              </a:ext>
            </a:extLst>
          </p:cNvPr>
          <p:cNvSpPr/>
          <p:nvPr userDrawn="1"/>
        </p:nvSpPr>
        <p:spPr>
          <a:xfrm flipH="1">
            <a:off x="8580896" y="3246896"/>
            <a:ext cx="3611104" cy="3611104"/>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id-ID" noProof="0">
              <a:latin typeface="+mn-lt"/>
            </a:endParaRPr>
          </a:p>
        </p:txBody>
      </p:sp>
      <p:sp>
        <p:nvSpPr>
          <p:cNvPr id="6" name="Bentuk bebas 5">
            <a:extLst>
              <a:ext uri="{FF2B5EF4-FFF2-40B4-BE49-F238E27FC236}">
                <a16:creationId xmlns:a16="http://schemas.microsoft.com/office/drawing/2014/main" id="{D11C9832-A021-954E-A34F-2988D1189AE9}"/>
              </a:ext>
            </a:extLst>
          </p:cNvPr>
          <p:cNvSpPr/>
          <p:nvPr userDrawn="1"/>
        </p:nvSpPr>
        <p:spPr>
          <a:xfrm>
            <a:off x="1" y="0"/>
            <a:ext cx="933856" cy="933856"/>
          </a:xfrm>
          <a:custGeom>
            <a:avLst/>
            <a:gdLst>
              <a:gd name="connsiteX0" fmla="*/ 0 w 862693"/>
              <a:gd name="connsiteY0" fmla="*/ 0 h 862693"/>
              <a:gd name="connsiteX1" fmla="*/ 862693 w 862693"/>
              <a:gd name="connsiteY1" fmla="*/ 0 h 862693"/>
              <a:gd name="connsiteX2" fmla="*/ 0 w 862693"/>
              <a:gd name="connsiteY2" fmla="*/ 862693 h 862693"/>
              <a:gd name="connsiteX3" fmla="*/ 0 w 862693"/>
              <a:gd name="connsiteY3" fmla="*/ 0 h 862693"/>
            </a:gdLst>
            <a:ahLst/>
            <a:cxnLst>
              <a:cxn ang="0">
                <a:pos x="connsiteX0" y="connsiteY0"/>
              </a:cxn>
              <a:cxn ang="0">
                <a:pos x="connsiteX1" y="connsiteY1"/>
              </a:cxn>
              <a:cxn ang="0">
                <a:pos x="connsiteX2" y="connsiteY2"/>
              </a:cxn>
              <a:cxn ang="0">
                <a:pos x="connsiteX3" y="connsiteY3"/>
              </a:cxn>
            </a:cxnLst>
            <a:rect l="l" t="t" r="r" b="b"/>
            <a:pathLst>
              <a:path w="862693" h="862693">
                <a:moveTo>
                  <a:pt x="0" y="0"/>
                </a:moveTo>
                <a:lnTo>
                  <a:pt x="862693" y="0"/>
                </a:lnTo>
                <a:cubicBezTo>
                  <a:pt x="862693" y="476453"/>
                  <a:pt x="476452" y="862693"/>
                  <a:pt x="0" y="862693"/>
                </a:cubicBez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id-ID" noProof="0"/>
          </a:p>
        </p:txBody>
      </p:sp>
      <p:grpSp>
        <p:nvGrpSpPr>
          <p:cNvPr id="9" name="Grup 8">
            <a:extLst>
              <a:ext uri="{FF2B5EF4-FFF2-40B4-BE49-F238E27FC236}">
                <a16:creationId xmlns:a16="http://schemas.microsoft.com/office/drawing/2014/main" id="{9861BC34-DFBF-2D4F-B463-FCFBC08391FF}"/>
              </a:ext>
            </a:extLst>
          </p:cNvPr>
          <p:cNvGrpSpPr/>
          <p:nvPr userDrawn="1"/>
        </p:nvGrpSpPr>
        <p:grpSpPr>
          <a:xfrm>
            <a:off x="8082092" y="5590903"/>
            <a:ext cx="1572380" cy="1267097"/>
            <a:chOff x="7413403" y="4976359"/>
            <a:chExt cx="2334986" cy="1881641"/>
          </a:xfrm>
        </p:grpSpPr>
        <p:sp>
          <p:nvSpPr>
            <p:cNvPr id="7" name="Bentuk bebas 6">
              <a:extLst>
                <a:ext uri="{FF2B5EF4-FFF2-40B4-BE49-F238E27FC236}">
                  <a16:creationId xmlns:a16="http://schemas.microsoft.com/office/drawing/2014/main" id="{55C37C19-F268-4A43-A0D4-3B1B38D48952}"/>
                </a:ext>
              </a:extLst>
            </p:cNvPr>
            <p:cNvSpPr/>
            <p:nvPr userDrawn="1"/>
          </p:nvSpPr>
          <p:spPr>
            <a:xfrm rot="5400000" flipH="1" flipV="1">
              <a:off x="8223822"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id-ID" noProof="0">
                <a:latin typeface="+mn-lt"/>
              </a:endParaRPr>
            </a:p>
          </p:txBody>
        </p:sp>
        <p:sp>
          <p:nvSpPr>
            <p:cNvPr id="8" name="Bentuk bebas 7">
              <a:extLst>
                <a:ext uri="{FF2B5EF4-FFF2-40B4-BE49-F238E27FC236}">
                  <a16:creationId xmlns:a16="http://schemas.microsoft.com/office/drawing/2014/main" id="{E4F760E5-9D5D-E44F-AEBF-20CA8DE87D11}"/>
                </a:ext>
              </a:extLst>
            </p:cNvPr>
            <p:cNvSpPr/>
            <p:nvPr userDrawn="1"/>
          </p:nvSpPr>
          <p:spPr>
            <a:xfrm rot="16200000" flipV="1">
              <a:off x="7056329"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id-ID" noProof="0">
                <a:latin typeface="+mn-lt"/>
              </a:endParaRPr>
            </a:p>
          </p:txBody>
        </p:sp>
      </p:grpSp>
      <p:sp>
        <p:nvSpPr>
          <p:cNvPr id="10" name="Tampungan Tanggal 3">
            <a:extLst>
              <a:ext uri="{FF2B5EF4-FFF2-40B4-BE49-F238E27FC236}">
                <a16:creationId xmlns:a16="http://schemas.microsoft.com/office/drawing/2014/main" id="{7536C149-3EFE-A94E-902D-57CED00B2C0F}"/>
              </a:ext>
            </a:extLst>
          </p:cNvPr>
          <p:cNvSpPr>
            <a:spLocks noGrp="1"/>
          </p:cNvSpPr>
          <p:nvPr>
            <p:ph type="dt" sz="half" idx="2"/>
          </p:nvPr>
        </p:nvSpPr>
        <p:spPr>
          <a:xfrm>
            <a:off x="381000" y="6356350"/>
            <a:ext cx="2743200" cy="365125"/>
          </a:xfrm>
          <a:prstGeom prst="rect">
            <a:avLst/>
          </a:prstGeom>
        </p:spPr>
        <p:txBody>
          <a:bodyPr vert="horz" lIns="91440" tIns="45720" rIns="91440" bIns="45720" rtlCol="0" anchor="ctr">
            <a:noAutofit/>
          </a:bodyPr>
          <a:lstStyle>
            <a:lvl1pPr algn="l">
              <a:defRPr sz="1200">
                <a:solidFill>
                  <a:schemeClr val="accent3"/>
                </a:solidFill>
                <a:latin typeface="+mn-lt"/>
              </a:defRPr>
            </a:lvl1pPr>
          </a:lstStyle>
          <a:p>
            <a:pPr rtl="0"/>
            <a:fld id="{51A9B3F0-40B4-402B-BD3D-2ECBD63B1A7A}" type="datetime1">
              <a:rPr lang="id-ID" noProof="0" smtClean="0"/>
              <a:t>24/11/2025</a:t>
            </a:fld>
            <a:endParaRPr lang="id-ID" noProof="0"/>
          </a:p>
        </p:txBody>
      </p:sp>
      <p:sp>
        <p:nvSpPr>
          <p:cNvPr id="11" name="Tampungan Kaki 4">
            <a:extLst>
              <a:ext uri="{FF2B5EF4-FFF2-40B4-BE49-F238E27FC236}">
                <a16:creationId xmlns:a16="http://schemas.microsoft.com/office/drawing/2014/main" id="{53CA1E78-F17D-F34D-9F81-0DBF44F3789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noAutofit/>
          </a:bodyPr>
          <a:lstStyle>
            <a:lvl1pPr algn="ctr">
              <a:defRPr sz="1200">
                <a:solidFill>
                  <a:schemeClr val="accent3"/>
                </a:solidFill>
                <a:latin typeface="+mn-lt"/>
              </a:defRPr>
            </a:lvl1pPr>
          </a:lstStyle>
          <a:p>
            <a:pPr rtl="0"/>
            <a:r>
              <a:rPr lang="id-ID" noProof="0"/>
              <a:t>JUDUL PRESENTASI</a:t>
            </a:r>
          </a:p>
        </p:txBody>
      </p:sp>
      <p:sp>
        <p:nvSpPr>
          <p:cNvPr id="12" name="Tampungan Nomor Slide 5">
            <a:extLst>
              <a:ext uri="{FF2B5EF4-FFF2-40B4-BE49-F238E27FC236}">
                <a16:creationId xmlns:a16="http://schemas.microsoft.com/office/drawing/2014/main" id="{1FE54918-A625-F64F-A42E-A427E9B2D489}"/>
              </a:ext>
            </a:extLst>
          </p:cNvPr>
          <p:cNvSpPr>
            <a:spLocks noGrp="1"/>
          </p:cNvSpPr>
          <p:nvPr>
            <p:ph type="sldNum" sz="quarter" idx="4"/>
          </p:nvPr>
        </p:nvSpPr>
        <p:spPr>
          <a:xfrm>
            <a:off x="10153276" y="6356350"/>
            <a:ext cx="1657723" cy="365125"/>
          </a:xfrm>
          <a:prstGeom prst="rect">
            <a:avLst/>
          </a:prstGeom>
        </p:spPr>
        <p:txBody>
          <a:bodyPr vert="horz" lIns="91440" tIns="45720" rIns="91440" bIns="45720" rtlCol="0" anchor="ctr">
            <a:noAutofit/>
          </a:bodyPr>
          <a:lstStyle>
            <a:lvl1pPr algn="r">
              <a:defRPr sz="1200">
                <a:solidFill>
                  <a:schemeClr val="accent2"/>
                </a:solidFill>
                <a:latin typeface="+mn-lt"/>
              </a:defRPr>
            </a:lvl1pPr>
          </a:lstStyle>
          <a:p>
            <a:pPr rtl="0"/>
            <a:fld id="{294A09A9-5501-47C1-A89A-A340965A2BE2}" type="slidenum">
              <a:rPr lang="id-ID" noProof="0" smtClean="0"/>
              <a:pPr/>
              <a:t>‹#›</a:t>
            </a:fld>
            <a:endParaRPr lang="id-ID" noProof="0"/>
          </a:p>
        </p:txBody>
      </p:sp>
    </p:spTree>
    <p:extLst>
      <p:ext uri="{BB962C8B-B14F-4D97-AF65-F5344CB8AC3E}">
        <p14:creationId xmlns:p14="http://schemas.microsoft.com/office/powerpoint/2010/main" val="27822712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Header Bagian">
    <p:bg>
      <p:bgPr>
        <a:solidFill>
          <a:schemeClr val="accent2"/>
        </a:solidFill>
        <a:effectLst/>
      </p:bgPr>
    </p:bg>
    <p:spTree>
      <p:nvGrpSpPr>
        <p:cNvPr id="1" name=""/>
        <p:cNvGrpSpPr/>
        <p:nvPr/>
      </p:nvGrpSpPr>
      <p:grpSpPr>
        <a:xfrm>
          <a:off x="0" y="0"/>
          <a:ext cx="0" cy="0"/>
          <a:chOff x="0" y="0"/>
          <a:chExt cx="0" cy="0"/>
        </a:xfrm>
      </p:grpSpPr>
      <p:sp>
        <p:nvSpPr>
          <p:cNvPr id="7" name="Persegi panjang 6">
            <a:extLst>
              <a:ext uri="{FF2B5EF4-FFF2-40B4-BE49-F238E27FC236}">
                <a16:creationId xmlns:a16="http://schemas.microsoft.com/office/drawing/2014/main" id="{2A62587F-7496-384A-AF40-18FC8CF0709D}"/>
              </a:ext>
            </a:extLst>
          </p:cNvPr>
          <p:cNvSpPr/>
          <p:nvPr userDrawn="1"/>
        </p:nvSpPr>
        <p:spPr>
          <a:xfrm>
            <a:off x="0" y="2286002"/>
            <a:ext cx="12208822" cy="4572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id-ID" noProof="0"/>
          </a:p>
        </p:txBody>
      </p:sp>
      <p:sp>
        <p:nvSpPr>
          <p:cNvPr id="12" name="Bentuk bebas 11">
            <a:extLst>
              <a:ext uri="{FF2B5EF4-FFF2-40B4-BE49-F238E27FC236}">
                <a16:creationId xmlns:a16="http://schemas.microsoft.com/office/drawing/2014/main" id="{84DB028B-A475-224B-B675-A15A56CAD0BF}"/>
              </a:ext>
            </a:extLst>
          </p:cNvPr>
          <p:cNvSpPr/>
          <p:nvPr userDrawn="1"/>
        </p:nvSpPr>
        <p:spPr>
          <a:xfrm flipH="1">
            <a:off x="8597718" y="3246896"/>
            <a:ext cx="3611104" cy="3611104"/>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id-ID" noProof="0"/>
          </a:p>
        </p:txBody>
      </p:sp>
      <p:sp>
        <p:nvSpPr>
          <p:cNvPr id="14" name="Bentuk bebas 13">
            <a:extLst>
              <a:ext uri="{FF2B5EF4-FFF2-40B4-BE49-F238E27FC236}">
                <a16:creationId xmlns:a16="http://schemas.microsoft.com/office/drawing/2014/main" id="{61C34955-105B-4D4D-B51D-754C5D38A85D}"/>
              </a:ext>
            </a:extLst>
          </p:cNvPr>
          <p:cNvSpPr/>
          <p:nvPr userDrawn="1"/>
        </p:nvSpPr>
        <p:spPr>
          <a:xfrm>
            <a:off x="1" y="0"/>
            <a:ext cx="933856" cy="933856"/>
          </a:xfrm>
          <a:custGeom>
            <a:avLst/>
            <a:gdLst>
              <a:gd name="connsiteX0" fmla="*/ 0 w 862693"/>
              <a:gd name="connsiteY0" fmla="*/ 0 h 862693"/>
              <a:gd name="connsiteX1" fmla="*/ 862693 w 862693"/>
              <a:gd name="connsiteY1" fmla="*/ 0 h 862693"/>
              <a:gd name="connsiteX2" fmla="*/ 0 w 862693"/>
              <a:gd name="connsiteY2" fmla="*/ 862693 h 862693"/>
              <a:gd name="connsiteX3" fmla="*/ 0 w 862693"/>
              <a:gd name="connsiteY3" fmla="*/ 0 h 862693"/>
            </a:gdLst>
            <a:ahLst/>
            <a:cxnLst>
              <a:cxn ang="0">
                <a:pos x="connsiteX0" y="connsiteY0"/>
              </a:cxn>
              <a:cxn ang="0">
                <a:pos x="connsiteX1" y="connsiteY1"/>
              </a:cxn>
              <a:cxn ang="0">
                <a:pos x="connsiteX2" y="connsiteY2"/>
              </a:cxn>
              <a:cxn ang="0">
                <a:pos x="connsiteX3" y="connsiteY3"/>
              </a:cxn>
            </a:cxnLst>
            <a:rect l="l" t="t" r="r" b="b"/>
            <a:pathLst>
              <a:path w="862693" h="862693">
                <a:moveTo>
                  <a:pt x="0" y="0"/>
                </a:moveTo>
                <a:lnTo>
                  <a:pt x="862693" y="0"/>
                </a:lnTo>
                <a:cubicBezTo>
                  <a:pt x="862693" y="476453"/>
                  <a:pt x="476452" y="862693"/>
                  <a:pt x="0" y="862693"/>
                </a:cubicBez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id-ID" noProof="0"/>
          </a:p>
        </p:txBody>
      </p:sp>
      <p:sp>
        <p:nvSpPr>
          <p:cNvPr id="15" name="Bentuk bebas 14">
            <a:extLst>
              <a:ext uri="{FF2B5EF4-FFF2-40B4-BE49-F238E27FC236}">
                <a16:creationId xmlns:a16="http://schemas.microsoft.com/office/drawing/2014/main" id="{2734DEB1-EC02-2E42-9292-4ADD115060A5}"/>
              </a:ext>
            </a:extLst>
          </p:cNvPr>
          <p:cNvSpPr/>
          <p:nvPr userDrawn="1"/>
        </p:nvSpPr>
        <p:spPr>
          <a:xfrm rot="5400000" flipH="1" flipV="1">
            <a:off x="10344100" y="438098"/>
            <a:ext cx="2285999" cy="1409801"/>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id-ID" noProof="0"/>
          </a:p>
        </p:txBody>
      </p:sp>
      <p:sp>
        <p:nvSpPr>
          <p:cNvPr id="13" name="Judul 1">
            <a:extLst>
              <a:ext uri="{FF2B5EF4-FFF2-40B4-BE49-F238E27FC236}">
                <a16:creationId xmlns:a16="http://schemas.microsoft.com/office/drawing/2014/main" id="{5E932F0D-7FC3-634B-932C-3625C16C8DE2}"/>
              </a:ext>
            </a:extLst>
          </p:cNvPr>
          <p:cNvSpPr>
            <a:spLocks noGrp="1"/>
          </p:cNvSpPr>
          <p:nvPr>
            <p:ph type="title"/>
          </p:nvPr>
        </p:nvSpPr>
        <p:spPr>
          <a:xfrm>
            <a:off x="1167492" y="381000"/>
            <a:ext cx="9779183" cy="1325563"/>
          </a:xfrm>
        </p:spPr>
        <p:txBody>
          <a:bodyPr rtlCol="0" anchor="b">
            <a:noAutofit/>
          </a:bodyPr>
          <a:lstStyle>
            <a:lvl1pPr>
              <a:defRPr sz="4800" b="1">
                <a:latin typeface="+mj-lt"/>
              </a:defRPr>
            </a:lvl1pPr>
          </a:lstStyle>
          <a:p>
            <a:pPr rtl="0"/>
            <a:r>
              <a:rPr lang="en-US" noProof="0"/>
              <a:t>Click to edit Master title style</a:t>
            </a:r>
            <a:endParaRPr lang="id-ID" noProof="0"/>
          </a:p>
        </p:txBody>
      </p:sp>
      <p:sp>
        <p:nvSpPr>
          <p:cNvPr id="3" name="Tampungan Teks 2">
            <a:extLst>
              <a:ext uri="{FF2B5EF4-FFF2-40B4-BE49-F238E27FC236}">
                <a16:creationId xmlns:a16="http://schemas.microsoft.com/office/drawing/2014/main" id="{2E65DE34-CDB7-41F7-A95A-592B99558C69}"/>
              </a:ext>
            </a:extLst>
          </p:cNvPr>
          <p:cNvSpPr>
            <a:spLocks noGrp="1"/>
          </p:cNvSpPr>
          <p:nvPr>
            <p:ph type="body" idx="1" hasCustomPrompt="1"/>
          </p:nvPr>
        </p:nvSpPr>
        <p:spPr>
          <a:xfrm>
            <a:off x="1167492" y="2653167"/>
            <a:ext cx="9779183" cy="3436483"/>
          </a:xfrm>
        </p:spPr>
        <p:txBody>
          <a:bodyPr rtlCol="0">
            <a:noAutofit/>
          </a:bodyPr>
          <a:lstStyle>
            <a:lvl1pPr marL="0" indent="0">
              <a:lnSpc>
                <a:spcPct val="150000"/>
              </a:lnSpc>
              <a:buNone/>
              <a:defRPr sz="2400">
                <a:solidFill>
                  <a:schemeClr val="bg1"/>
                </a:solidFill>
                <a:latin typeface="+mn-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rtl="0"/>
            <a:r>
              <a:rPr lang="id-ID" noProof="0"/>
              <a:t>Klik untuk mengedit gaya teks Master</a:t>
            </a:r>
          </a:p>
        </p:txBody>
      </p:sp>
      <p:sp>
        <p:nvSpPr>
          <p:cNvPr id="4" name="Tampungan Tanggal 3">
            <a:extLst>
              <a:ext uri="{FF2B5EF4-FFF2-40B4-BE49-F238E27FC236}">
                <a16:creationId xmlns:a16="http://schemas.microsoft.com/office/drawing/2014/main" id="{8E95D4F5-F69B-42F6-8A9D-330F696E144B}"/>
              </a:ext>
            </a:extLst>
          </p:cNvPr>
          <p:cNvSpPr>
            <a:spLocks noGrp="1"/>
          </p:cNvSpPr>
          <p:nvPr>
            <p:ph type="dt" sz="half" idx="10"/>
          </p:nvPr>
        </p:nvSpPr>
        <p:spPr/>
        <p:txBody>
          <a:bodyPr rtlCol="0">
            <a:noAutofit/>
          </a:bodyPr>
          <a:lstStyle>
            <a:lvl1pPr>
              <a:defRPr>
                <a:solidFill>
                  <a:schemeClr val="accent2"/>
                </a:solidFill>
                <a:latin typeface="+mn-lt"/>
              </a:defRPr>
            </a:lvl1pPr>
          </a:lstStyle>
          <a:p>
            <a:pPr rtl="0"/>
            <a:fld id="{C66938A1-13E2-4EB3-A9CB-9E58C4A52052}" type="datetime1">
              <a:rPr lang="id-ID" noProof="0" smtClean="0"/>
              <a:t>24/11/2025</a:t>
            </a:fld>
            <a:endParaRPr lang="id-ID" noProof="0"/>
          </a:p>
        </p:txBody>
      </p:sp>
      <p:sp>
        <p:nvSpPr>
          <p:cNvPr id="5" name="Tampungan Kaki 4">
            <a:extLst>
              <a:ext uri="{FF2B5EF4-FFF2-40B4-BE49-F238E27FC236}">
                <a16:creationId xmlns:a16="http://schemas.microsoft.com/office/drawing/2014/main" id="{FA79A23A-2238-4904-8692-9F2DAE8B8FC9}"/>
              </a:ext>
            </a:extLst>
          </p:cNvPr>
          <p:cNvSpPr>
            <a:spLocks noGrp="1"/>
          </p:cNvSpPr>
          <p:nvPr>
            <p:ph type="ftr" sz="quarter" idx="11"/>
          </p:nvPr>
        </p:nvSpPr>
        <p:spPr/>
        <p:txBody>
          <a:bodyPr rtlCol="0">
            <a:noAutofit/>
          </a:bodyPr>
          <a:lstStyle>
            <a:lvl1pPr>
              <a:defRPr>
                <a:solidFill>
                  <a:schemeClr val="accent2"/>
                </a:solidFill>
                <a:latin typeface="+mn-lt"/>
              </a:defRPr>
            </a:lvl1pPr>
          </a:lstStyle>
          <a:p>
            <a:pPr rtl="0"/>
            <a:r>
              <a:rPr lang="id-ID" noProof="0"/>
              <a:t>JUDUL PRESENTASI</a:t>
            </a:r>
          </a:p>
        </p:txBody>
      </p:sp>
      <p:sp>
        <p:nvSpPr>
          <p:cNvPr id="6" name="Tampungan Nomor Slide 5">
            <a:extLst>
              <a:ext uri="{FF2B5EF4-FFF2-40B4-BE49-F238E27FC236}">
                <a16:creationId xmlns:a16="http://schemas.microsoft.com/office/drawing/2014/main" id="{DB69FC35-DDC8-45FB-8ACB-21C15F57C1F1}"/>
              </a:ext>
            </a:extLst>
          </p:cNvPr>
          <p:cNvSpPr>
            <a:spLocks noGrp="1"/>
          </p:cNvSpPr>
          <p:nvPr>
            <p:ph type="sldNum" sz="quarter" idx="12"/>
          </p:nvPr>
        </p:nvSpPr>
        <p:spPr>
          <a:xfrm>
            <a:off x="10206318" y="6356350"/>
            <a:ext cx="1604682" cy="365125"/>
          </a:xfrm>
        </p:spPr>
        <p:txBody>
          <a:bodyPr rtlCol="0">
            <a:noAutofit/>
          </a:bodyPr>
          <a:lstStyle>
            <a:lvl1pPr>
              <a:defRPr>
                <a:solidFill>
                  <a:schemeClr val="accent3"/>
                </a:solidFill>
                <a:latin typeface="+mn-lt"/>
              </a:defRPr>
            </a:lvl1pPr>
          </a:lstStyle>
          <a:p>
            <a:pPr rtl="0"/>
            <a:fld id="{294A09A9-5501-47C1-A89A-A340965A2BE2}" type="slidenum">
              <a:rPr lang="id-ID" noProof="0" smtClean="0"/>
              <a:pPr/>
              <a:t>‹#›</a:t>
            </a:fld>
            <a:endParaRPr lang="id-ID" noProof="0"/>
          </a:p>
        </p:txBody>
      </p:sp>
    </p:spTree>
    <p:extLst>
      <p:ext uri="{BB962C8B-B14F-4D97-AF65-F5344CB8AC3E}">
        <p14:creationId xmlns:p14="http://schemas.microsoft.com/office/powerpoint/2010/main" val="28026350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Judul bagian">
    <p:spTree>
      <p:nvGrpSpPr>
        <p:cNvPr id="1" name=""/>
        <p:cNvGrpSpPr/>
        <p:nvPr/>
      </p:nvGrpSpPr>
      <p:grpSpPr>
        <a:xfrm>
          <a:off x="0" y="0"/>
          <a:ext cx="0" cy="0"/>
          <a:chOff x="0" y="0"/>
          <a:chExt cx="0" cy="0"/>
        </a:xfrm>
      </p:grpSpPr>
      <p:sp>
        <p:nvSpPr>
          <p:cNvPr id="23" name="Bentuk bebas 22">
            <a:extLst>
              <a:ext uri="{FF2B5EF4-FFF2-40B4-BE49-F238E27FC236}">
                <a16:creationId xmlns:a16="http://schemas.microsoft.com/office/drawing/2014/main" id="{067EACEC-C2DD-EA42-8504-176673AD1F20}"/>
              </a:ext>
            </a:extLst>
          </p:cNvPr>
          <p:cNvSpPr/>
          <p:nvPr userDrawn="1"/>
        </p:nvSpPr>
        <p:spPr>
          <a:xfrm>
            <a:off x="0" y="0"/>
            <a:ext cx="8025490" cy="6858000"/>
          </a:xfrm>
          <a:custGeom>
            <a:avLst/>
            <a:gdLst>
              <a:gd name="connsiteX0" fmla="*/ 0 w 8025490"/>
              <a:gd name="connsiteY0" fmla="*/ 0 h 6858000"/>
              <a:gd name="connsiteX1" fmla="*/ 4596490 w 8025490"/>
              <a:gd name="connsiteY1" fmla="*/ 0 h 6858000"/>
              <a:gd name="connsiteX2" fmla="*/ 8025490 w 8025490"/>
              <a:gd name="connsiteY2" fmla="*/ 3429000 h 6858000"/>
              <a:gd name="connsiteX3" fmla="*/ 4596490 w 8025490"/>
              <a:gd name="connsiteY3" fmla="*/ 6858000 h 6858000"/>
              <a:gd name="connsiteX4" fmla="*/ 0 w 8025490"/>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25490" h="6858000">
                <a:moveTo>
                  <a:pt x="0" y="0"/>
                </a:moveTo>
                <a:lnTo>
                  <a:pt x="4596490" y="0"/>
                </a:lnTo>
                <a:cubicBezTo>
                  <a:pt x="6490274" y="0"/>
                  <a:pt x="8025490" y="1535216"/>
                  <a:pt x="8025490" y="3429000"/>
                </a:cubicBezTo>
                <a:cubicBezTo>
                  <a:pt x="8025490" y="5322784"/>
                  <a:pt x="6490274" y="6858000"/>
                  <a:pt x="4596490" y="6858000"/>
                </a:cubicBezTo>
                <a:lnTo>
                  <a:pt x="0" y="685800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id-ID" noProof="0"/>
          </a:p>
        </p:txBody>
      </p:sp>
      <p:sp>
        <p:nvSpPr>
          <p:cNvPr id="2" name="Judul 1">
            <a:extLst>
              <a:ext uri="{FF2B5EF4-FFF2-40B4-BE49-F238E27FC236}">
                <a16:creationId xmlns:a16="http://schemas.microsoft.com/office/drawing/2014/main" id="{494248F2-5264-4601-AA0B-6C092F77F2DD}"/>
              </a:ext>
            </a:extLst>
          </p:cNvPr>
          <p:cNvSpPr>
            <a:spLocks noGrp="1"/>
          </p:cNvSpPr>
          <p:nvPr>
            <p:ph type="ctrTitle"/>
          </p:nvPr>
        </p:nvSpPr>
        <p:spPr>
          <a:xfrm>
            <a:off x="1167494" y="1059400"/>
            <a:ext cx="6245912" cy="2387600"/>
          </a:xfrm>
        </p:spPr>
        <p:txBody>
          <a:bodyPr rtlCol="0" anchor="b">
            <a:noAutofit/>
          </a:bodyPr>
          <a:lstStyle>
            <a:lvl1pPr algn="l">
              <a:defRPr sz="6000" b="1">
                <a:solidFill>
                  <a:schemeClr val="bg1"/>
                </a:solidFill>
                <a:latin typeface="+mj-lt"/>
              </a:defRPr>
            </a:lvl1pPr>
          </a:lstStyle>
          <a:p>
            <a:pPr rtl="0"/>
            <a:r>
              <a:rPr lang="en-US" noProof="0"/>
              <a:t>Click to edit Master title style</a:t>
            </a:r>
            <a:endParaRPr lang="id-ID" noProof="0"/>
          </a:p>
        </p:txBody>
      </p:sp>
      <p:sp>
        <p:nvSpPr>
          <p:cNvPr id="3" name="Subjudul 2">
            <a:extLst>
              <a:ext uri="{FF2B5EF4-FFF2-40B4-BE49-F238E27FC236}">
                <a16:creationId xmlns:a16="http://schemas.microsoft.com/office/drawing/2014/main" id="{DCFB69D3-5632-4285-A209-9DCA67DA668C}"/>
              </a:ext>
            </a:extLst>
          </p:cNvPr>
          <p:cNvSpPr>
            <a:spLocks noGrp="1"/>
          </p:cNvSpPr>
          <p:nvPr>
            <p:ph type="subTitle" idx="1"/>
          </p:nvPr>
        </p:nvSpPr>
        <p:spPr>
          <a:xfrm>
            <a:off x="1167494" y="3539075"/>
            <a:ext cx="6245912" cy="1406101"/>
          </a:xfrm>
        </p:spPr>
        <p:txBody>
          <a:bodyPr rtlCol="0">
            <a:noAutofit/>
          </a:bodyPr>
          <a:lstStyle>
            <a:lvl1pPr marL="0" indent="0" algn="l">
              <a:buNone/>
              <a:defRPr sz="3200">
                <a:solidFill>
                  <a:schemeClr val="bg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rtl="0"/>
            <a:r>
              <a:rPr lang="en-US" noProof="0"/>
              <a:t>Click to edit Master subtitle style</a:t>
            </a:r>
            <a:endParaRPr lang="id-ID" noProof="0"/>
          </a:p>
        </p:txBody>
      </p:sp>
      <p:grpSp>
        <p:nvGrpSpPr>
          <p:cNvPr id="6" name="Grup 5">
            <a:extLst>
              <a:ext uri="{FF2B5EF4-FFF2-40B4-BE49-F238E27FC236}">
                <a16:creationId xmlns:a16="http://schemas.microsoft.com/office/drawing/2014/main" id="{89843C7E-5704-7A46-8974-F3BFA42E7310}"/>
              </a:ext>
            </a:extLst>
          </p:cNvPr>
          <p:cNvGrpSpPr/>
          <p:nvPr userDrawn="1"/>
        </p:nvGrpSpPr>
        <p:grpSpPr>
          <a:xfrm rot="16200000">
            <a:off x="8286528" y="2207195"/>
            <a:ext cx="3032351" cy="2443610"/>
            <a:chOff x="9857014" y="13834"/>
            <a:chExt cx="2334986" cy="1881641"/>
          </a:xfrm>
        </p:grpSpPr>
        <p:sp>
          <p:nvSpPr>
            <p:cNvPr id="15" name="Bentuk bebas 14">
              <a:extLst>
                <a:ext uri="{FF2B5EF4-FFF2-40B4-BE49-F238E27FC236}">
                  <a16:creationId xmlns:a16="http://schemas.microsoft.com/office/drawing/2014/main" id="{EFBF1E52-11FA-DC48-B7AD-75734232FFE8}"/>
                </a:ext>
              </a:extLst>
            </p:cNvPr>
            <p:cNvSpPr/>
            <p:nvPr userDrawn="1"/>
          </p:nvSpPr>
          <p:spPr>
            <a:xfrm rot="5400000" flipH="1" flipV="1">
              <a:off x="10667433" y="370908"/>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id-ID" noProof="0"/>
            </a:p>
          </p:txBody>
        </p:sp>
        <p:sp>
          <p:nvSpPr>
            <p:cNvPr id="16" name="Bentuk bebas 15">
              <a:extLst>
                <a:ext uri="{FF2B5EF4-FFF2-40B4-BE49-F238E27FC236}">
                  <a16:creationId xmlns:a16="http://schemas.microsoft.com/office/drawing/2014/main" id="{4850B620-49F5-3748-84AF-682555D52792}"/>
                </a:ext>
              </a:extLst>
            </p:cNvPr>
            <p:cNvSpPr/>
            <p:nvPr userDrawn="1"/>
          </p:nvSpPr>
          <p:spPr>
            <a:xfrm rot="16200000" flipV="1">
              <a:off x="9499940" y="370908"/>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id-ID" noProof="0"/>
            </a:p>
          </p:txBody>
        </p:sp>
      </p:grpSp>
      <p:sp>
        <p:nvSpPr>
          <p:cNvPr id="17" name="Bentuk bebas 16">
            <a:extLst>
              <a:ext uri="{FF2B5EF4-FFF2-40B4-BE49-F238E27FC236}">
                <a16:creationId xmlns:a16="http://schemas.microsoft.com/office/drawing/2014/main" id="{0B179973-08D2-EF40-B516-35E75E906394}"/>
              </a:ext>
            </a:extLst>
          </p:cNvPr>
          <p:cNvSpPr/>
          <p:nvPr userDrawn="1"/>
        </p:nvSpPr>
        <p:spPr>
          <a:xfrm flipH="1">
            <a:off x="8580896" y="1"/>
            <a:ext cx="3611104" cy="3611104"/>
          </a:xfrm>
          <a:custGeom>
            <a:avLst/>
            <a:gdLst>
              <a:gd name="connsiteX0" fmla="*/ 0 w 1167493"/>
              <a:gd name="connsiteY0" fmla="*/ 0 h 1167493"/>
              <a:gd name="connsiteX1" fmla="*/ 1167493 w 1167493"/>
              <a:gd name="connsiteY1" fmla="*/ 0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lnTo>
                  <a:pt x="1167493" y="0"/>
                </a:lnTo>
                <a:cubicBezTo>
                  <a:pt x="522704" y="0"/>
                  <a:pt x="0" y="522704"/>
                  <a:pt x="0" y="1167493"/>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id-ID" noProof="0"/>
          </a:p>
        </p:txBody>
      </p:sp>
      <p:sp>
        <p:nvSpPr>
          <p:cNvPr id="18" name="Bentuk bebas 17">
            <a:extLst>
              <a:ext uri="{FF2B5EF4-FFF2-40B4-BE49-F238E27FC236}">
                <a16:creationId xmlns:a16="http://schemas.microsoft.com/office/drawing/2014/main" id="{6C811FF3-E48A-194D-8022-65F8C3A17449}"/>
              </a:ext>
            </a:extLst>
          </p:cNvPr>
          <p:cNvSpPr/>
          <p:nvPr userDrawn="1"/>
        </p:nvSpPr>
        <p:spPr>
          <a:xfrm flipH="1">
            <a:off x="8580896" y="3246896"/>
            <a:ext cx="3611104" cy="3611104"/>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id-ID" noProof="0"/>
          </a:p>
        </p:txBody>
      </p:sp>
    </p:spTree>
    <p:extLst>
      <p:ext uri="{BB962C8B-B14F-4D97-AF65-F5344CB8AC3E}">
        <p14:creationId xmlns:p14="http://schemas.microsoft.com/office/powerpoint/2010/main" val="9865294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Grafik">
    <p:spTree>
      <p:nvGrpSpPr>
        <p:cNvPr id="1" name=""/>
        <p:cNvGrpSpPr/>
        <p:nvPr/>
      </p:nvGrpSpPr>
      <p:grpSpPr>
        <a:xfrm>
          <a:off x="0" y="0"/>
          <a:ext cx="0" cy="0"/>
          <a:chOff x="0" y="0"/>
          <a:chExt cx="0" cy="0"/>
        </a:xfrm>
      </p:grpSpPr>
      <p:sp>
        <p:nvSpPr>
          <p:cNvPr id="2" name="Judul 1">
            <a:extLst>
              <a:ext uri="{FF2B5EF4-FFF2-40B4-BE49-F238E27FC236}">
                <a16:creationId xmlns:a16="http://schemas.microsoft.com/office/drawing/2014/main" id="{3CD97974-B93C-4C96-B3F6-F69E3D6DE6CA}"/>
              </a:ext>
            </a:extLst>
          </p:cNvPr>
          <p:cNvSpPr>
            <a:spLocks noGrp="1"/>
          </p:cNvSpPr>
          <p:nvPr>
            <p:ph type="title"/>
          </p:nvPr>
        </p:nvSpPr>
        <p:spPr>
          <a:xfrm>
            <a:off x="1167492" y="381000"/>
            <a:ext cx="9779183" cy="1325563"/>
          </a:xfrm>
        </p:spPr>
        <p:txBody>
          <a:bodyPr rtlCol="0" anchor="b">
            <a:noAutofit/>
          </a:bodyPr>
          <a:lstStyle>
            <a:lvl1pPr>
              <a:defRPr sz="4800" b="1">
                <a:latin typeface="+mj-lt"/>
              </a:defRPr>
            </a:lvl1pPr>
          </a:lstStyle>
          <a:p>
            <a:pPr rtl="0"/>
            <a:r>
              <a:rPr lang="en-US" noProof="0"/>
              <a:t>Click to edit Master title style</a:t>
            </a:r>
            <a:endParaRPr lang="id-ID" noProof="0"/>
          </a:p>
        </p:txBody>
      </p:sp>
      <p:sp>
        <p:nvSpPr>
          <p:cNvPr id="3" name="Tampungan Konten 2">
            <a:extLst>
              <a:ext uri="{FF2B5EF4-FFF2-40B4-BE49-F238E27FC236}">
                <a16:creationId xmlns:a16="http://schemas.microsoft.com/office/drawing/2014/main" id="{8A6FC6F2-80B4-49A7-9448-33FE2DF0E967}"/>
              </a:ext>
            </a:extLst>
          </p:cNvPr>
          <p:cNvSpPr>
            <a:spLocks noGrp="1"/>
          </p:cNvSpPr>
          <p:nvPr>
            <p:ph idx="1" hasCustomPrompt="1"/>
          </p:nvPr>
        </p:nvSpPr>
        <p:spPr>
          <a:xfrm>
            <a:off x="1167493" y="2087561"/>
            <a:ext cx="9779182" cy="3366815"/>
          </a:xfrm>
        </p:spPr>
        <p:txBody>
          <a:bodyPr rtlCol="0">
            <a:noAutofit/>
          </a:bodyPr>
          <a:lstStyle>
            <a:lvl1pPr marL="0" indent="0">
              <a:buNone/>
              <a:defRPr>
                <a:latin typeface="+mn-lt"/>
              </a:defRPr>
            </a:lvl1pPr>
            <a:lvl2pPr marL="457200" indent="0">
              <a:buNone/>
              <a:defRPr>
                <a:latin typeface="+mn-lt"/>
              </a:defRPr>
            </a:lvl2pPr>
            <a:lvl3pPr marL="914400" indent="0">
              <a:buNone/>
              <a:defRPr>
                <a:latin typeface="+mn-lt"/>
              </a:defRPr>
            </a:lvl3pPr>
            <a:lvl4pPr marL="1371600" indent="0">
              <a:buNone/>
              <a:defRPr>
                <a:latin typeface="+mn-lt"/>
              </a:defRPr>
            </a:lvl4pPr>
            <a:lvl5pPr marL="1828800" indent="0">
              <a:buNone/>
              <a:defRPr>
                <a:latin typeface="+mn-lt"/>
              </a:defRPr>
            </a:lvl5pPr>
          </a:lstStyle>
          <a:p>
            <a:pPr lvl="0" rtl="0"/>
            <a:r>
              <a:rPr lang="id-ID" noProof="0"/>
              <a:t>Klik untuk mengedit gaya teks Master</a:t>
            </a:r>
          </a:p>
          <a:p>
            <a:pPr lvl="1" rtl="0"/>
            <a:r>
              <a:rPr lang="id-ID" noProof="0"/>
              <a:t>Tingkat kedua</a:t>
            </a:r>
          </a:p>
          <a:p>
            <a:pPr lvl="2" rtl="0"/>
            <a:r>
              <a:rPr lang="id-ID" noProof="0"/>
              <a:t>Tingkat ketiga</a:t>
            </a:r>
          </a:p>
          <a:p>
            <a:pPr lvl="3" rtl="0"/>
            <a:r>
              <a:rPr lang="id-ID" noProof="0"/>
              <a:t>Tingkat keempat</a:t>
            </a:r>
          </a:p>
          <a:p>
            <a:pPr lvl="4" rtl="0"/>
            <a:r>
              <a:rPr lang="id-ID" noProof="0"/>
              <a:t>Tingkat kelima</a:t>
            </a:r>
          </a:p>
        </p:txBody>
      </p:sp>
      <p:sp>
        <p:nvSpPr>
          <p:cNvPr id="4" name="Bentuk bebas 3">
            <a:extLst>
              <a:ext uri="{FF2B5EF4-FFF2-40B4-BE49-F238E27FC236}">
                <a16:creationId xmlns:a16="http://schemas.microsoft.com/office/drawing/2014/main" id="{6A7F6A3F-E1DD-A246-9A6D-5F9B18BA2588}"/>
              </a:ext>
            </a:extLst>
          </p:cNvPr>
          <p:cNvSpPr/>
          <p:nvPr userDrawn="1"/>
        </p:nvSpPr>
        <p:spPr>
          <a:xfrm flipH="1">
            <a:off x="8580896" y="1"/>
            <a:ext cx="3611104" cy="3611104"/>
          </a:xfrm>
          <a:custGeom>
            <a:avLst/>
            <a:gdLst>
              <a:gd name="connsiteX0" fmla="*/ 0 w 1167493"/>
              <a:gd name="connsiteY0" fmla="*/ 0 h 1167493"/>
              <a:gd name="connsiteX1" fmla="*/ 1167493 w 1167493"/>
              <a:gd name="connsiteY1" fmla="*/ 0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lnTo>
                  <a:pt x="1167493" y="0"/>
                </a:lnTo>
                <a:cubicBezTo>
                  <a:pt x="522704" y="0"/>
                  <a:pt x="0" y="522704"/>
                  <a:pt x="0" y="1167493"/>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id-ID" noProof="0"/>
          </a:p>
        </p:txBody>
      </p:sp>
      <p:sp>
        <p:nvSpPr>
          <p:cNvPr id="5" name="Bentuk bebas 4">
            <a:extLst>
              <a:ext uri="{FF2B5EF4-FFF2-40B4-BE49-F238E27FC236}">
                <a16:creationId xmlns:a16="http://schemas.microsoft.com/office/drawing/2014/main" id="{055FD0FC-C8FF-6741-A364-A29CDC6F9495}"/>
              </a:ext>
            </a:extLst>
          </p:cNvPr>
          <p:cNvSpPr/>
          <p:nvPr userDrawn="1"/>
        </p:nvSpPr>
        <p:spPr>
          <a:xfrm rot="5400000" flipH="1">
            <a:off x="1" y="3246896"/>
            <a:ext cx="3611104" cy="3611104"/>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id-ID" noProof="0"/>
          </a:p>
        </p:txBody>
      </p:sp>
      <p:sp>
        <p:nvSpPr>
          <p:cNvPr id="10" name="Tampungan Tanggal 3">
            <a:extLst>
              <a:ext uri="{FF2B5EF4-FFF2-40B4-BE49-F238E27FC236}">
                <a16:creationId xmlns:a16="http://schemas.microsoft.com/office/drawing/2014/main" id="{7536C149-3EFE-A94E-902D-57CED00B2C0F}"/>
              </a:ext>
            </a:extLst>
          </p:cNvPr>
          <p:cNvSpPr>
            <a:spLocks noGrp="1"/>
          </p:cNvSpPr>
          <p:nvPr>
            <p:ph type="dt" sz="half" idx="2"/>
          </p:nvPr>
        </p:nvSpPr>
        <p:spPr>
          <a:xfrm>
            <a:off x="381000" y="6356350"/>
            <a:ext cx="1701018" cy="365125"/>
          </a:xfrm>
          <a:prstGeom prst="rect">
            <a:avLst/>
          </a:prstGeom>
        </p:spPr>
        <p:txBody>
          <a:bodyPr vert="horz" lIns="91440" tIns="45720" rIns="91440" bIns="45720" rtlCol="0" anchor="ctr">
            <a:noAutofit/>
          </a:bodyPr>
          <a:lstStyle>
            <a:lvl1pPr algn="l">
              <a:defRPr sz="1200">
                <a:solidFill>
                  <a:schemeClr val="accent2"/>
                </a:solidFill>
                <a:latin typeface="+mn-lt"/>
              </a:defRPr>
            </a:lvl1pPr>
          </a:lstStyle>
          <a:p>
            <a:pPr rtl="0"/>
            <a:fld id="{8E39C280-D1CE-4C14-BB73-A42EFC7AA47C}" type="datetime1">
              <a:rPr lang="id-ID" noProof="0" smtClean="0"/>
              <a:t>24/11/2025</a:t>
            </a:fld>
            <a:endParaRPr lang="id-ID" noProof="0"/>
          </a:p>
        </p:txBody>
      </p:sp>
      <p:sp>
        <p:nvSpPr>
          <p:cNvPr id="11" name="Tampungan Kaki 4">
            <a:extLst>
              <a:ext uri="{FF2B5EF4-FFF2-40B4-BE49-F238E27FC236}">
                <a16:creationId xmlns:a16="http://schemas.microsoft.com/office/drawing/2014/main" id="{53CA1E78-F17D-F34D-9F81-0DBF44F3789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noAutofit/>
          </a:bodyPr>
          <a:lstStyle>
            <a:lvl1pPr algn="ctr">
              <a:defRPr sz="1200">
                <a:solidFill>
                  <a:schemeClr val="accent3"/>
                </a:solidFill>
                <a:latin typeface="+mn-lt"/>
              </a:defRPr>
            </a:lvl1pPr>
          </a:lstStyle>
          <a:p>
            <a:pPr rtl="0"/>
            <a:r>
              <a:rPr lang="id-ID" noProof="0"/>
              <a:t>JUDUL PRESENTASI</a:t>
            </a:r>
          </a:p>
        </p:txBody>
      </p:sp>
      <p:sp>
        <p:nvSpPr>
          <p:cNvPr id="12" name="Tampungan Nomor Slide 5">
            <a:extLst>
              <a:ext uri="{FF2B5EF4-FFF2-40B4-BE49-F238E27FC236}">
                <a16:creationId xmlns:a16="http://schemas.microsoft.com/office/drawing/2014/main" id="{1FE54918-A625-F64F-A42E-A427E9B2D489}"/>
              </a:ext>
            </a:extLst>
          </p:cNvPr>
          <p:cNvSpPr>
            <a:spLocks noGrp="1"/>
          </p:cNvSpPr>
          <p:nvPr>
            <p:ph type="sldNum" sz="quarter" idx="4"/>
          </p:nvPr>
        </p:nvSpPr>
        <p:spPr>
          <a:xfrm>
            <a:off x="10153276" y="6356350"/>
            <a:ext cx="1657723" cy="365125"/>
          </a:xfrm>
          <a:prstGeom prst="rect">
            <a:avLst/>
          </a:prstGeom>
        </p:spPr>
        <p:txBody>
          <a:bodyPr vert="horz" lIns="91440" tIns="45720" rIns="91440" bIns="45720" rtlCol="0" anchor="ctr">
            <a:noAutofit/>
          </a:bodyPr>
          <a:lstStyle>
            <a:lvl1pPr algn="r">
              <a:defRPr sz="1200">
                <a:solidFill>
                  <a:schemeClr val="accent3"/>
                </a:solidFill>
                <a:latin typeface="+mn-lt"/>
              </a:defRPr>
            </a:lvl1pPr>
          </a:lstStyle>
          <a:p>
            <a:pPr rtl="0"/>
            <a:fld id="{294A09A9-5501-47C1-A89A-A340965A2BE2}" type="slidenum">
              <a:rPr lang="id-ID" noProof="0" smtClean="0"/>
              <a:pPr/>
              <a:t>‹#›</a:t>
            </a:fld>
            <a:endParaRPr lang="id-ID" noProof="0"/>
          </a:p>
        </p:txBody>
      </p:sp>
    </p:spTree>
    <p:extLst>
      <p:ext uri="{BB962C8B-B14F-4D97-AF65-F5344CB8AC3E}">
        <p14:creationId xmlns:p14="http://schemas.microsoft.com/office/powerpoint/2010/main" val="3697818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Bagan 2">
    <p:bg>
      <p:bgPr>
        <a:solidFill>
          <a:schemeClr val="accent2"/>
        </a:solidFill>
        <a:effectLst/>
      </p:bgPr>
    </p:bg>
    <p:spTree>
      <p:nvGrpSpPr>
        <p:cNvPr id="1" name=""/>
        <p:cNvGrpSpPr/>
        <p:nvPr/>
      </p:nvGrpSpPr>
      <p:grpSpPr>
        <a:xfrm>
          <a:off x="0" y="0"/>
          <a:ext cx="0" cy="0"/>
          <a:chOff x="0" y="0"/>
          <a:chExt cx="0" cy="0"/>
        </a:xfrm>
      </p:grpSpPr>
      <p:grpSp>
        <p:nvGrpSpPr>
          <p:cNvPr id="9" name="Grup 8">
            <a:extLst>
              <a:ext uri="{FF2B5EF4-FFF2-40B4-BE49-F238E27FC236}">
                <a16:creationId xmlns:a16="http://schemas.microsoft.com/office/drawing/2014/main" id="{ABA2A58C-57B7-834C-8F5C-3299322411B1}"/>
              </a:ext>
            </a:extLst>
          </p:cNvPr>
          <p:cNvGrpSpPr/>
          <p:nvPr userDrawn="1"/>
        </p:nvGrpSpPr>
        <p:grpSpPr>
          <a:xfrm rot="16200000">
            <a:off x="10772262" y="152641"/>
            <a:ext cx="1572380" cy="1267097"/>
            <a:chOff x="7413403" y="4976359"/>
            <a:chExt cx="2334986" cy="1881641"/>
          </a:xfrm>
        </p:grpSpPr>
        <p:sp>
          <p:nvSpPr>
            <p:cNvPr id="13" name="Bentuk bebas 12">
              <a:extLst>
                <a:ext uri="{FF2B5EF4-FFF2-40B4-BE49-F238E27FC236}">
                  <a16:creationId xmlns:a16="http://schemas.microsoft.com/office/drawing/2014/main" id="{801D8067-144A-FE48-AF1E-529B662DCAD3}"/>
                </a:ext>
              </a:extLst>
            </p:cNvPr>
            <p:cNvSpPr/>
            <p:nvPr userDrawn="1"/>
          </p:nvSpPr>
          <p:spPr>
            <a:xfrm rot="5400000" flipH="1" flipV="1">
              <a:off x="8223822"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id-ID" noProof="0"/>
            </a:p>
          </p:txBody>
        </p:sp>
        <p:sp>
          <p:nvSpPr>
            <p:cNvPr id="14" name="Bentuk bebas 13">
              <a:extLst>
                <a:ext uri="{FF2B5EF4-FFF2-40B4-BE49-F238E27FC236}">
                  <a16:creationId xmlns:a16="http://schemas.microsoft.com/office/drawing/2014/main" id="{2ECA7D87-C78C-C140-AA28-C0FB20209045}"/>
                </a:ext>
              </a:extLst>
            </p:cNvPr>
            <p:cNvSpPr/>
            <p:nvPr userDrawn="1"/>
          </p:nvSpPr>
          <p:spPr>
            <a:xfrm rot="16200000" flipV="1">
              <a:off x="7056329"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id-ID" noProof="0"/>
            </a:p>
          </p:txBody>
        </p:sp>
      </p:grpSp>
      <p:sp>
        <p:nvSpPr>
          <p:cNvPr id="2" name="Judul 1">
            <a:extLst>
              <a:ext uri="{FF2B5EF4-FFF2-40B4-BE49-F238E27FC236}">
                <a16:creationId xmlns:a16="http://schemas.microsoft.com/office/drawing/2014/main" id="{3CD97974-B93C-4C96-B3F6-F69E3D6DE6CA}"/>
              </a:ext>
            </a:extLst>
          </p:cNvPr>
          <p:cNvSpPr>
            <a:spLocks noGrp="1"/>
          </p:cNvSpPr>
          <p:nvPr>
            <p:ph type="title"/>
          </p:nvPr>
        </p:nvSpPr>
        <p:spPr>
          <a:xfrm>
            <a:off x="1167492" y="381000"/>
            <a:ext cx="9779183" cy="1325563"/>
          </a:xfrm>
        </p:spPr>
        <p:txBody>
          <a:bodyPr rtlCol="0" anchor="b">
            <a:noAutofit/>
          </a:bodyPr>
          <a:lstStyle>
            <a:lvl1pPr>
              <a:defRPr sz="4800" b="1">
                <a:latin typeface="+mj-lt"/>
              </a:defRPr>
            </a:lvl1pPr>
          </a:lstStyle>
          <a:p>
            <a:pPr rtl="0"/>
            <a:r>
              <a:rPr lang="en-US" noProof="0"/>
              <a:t>Click to edit Master title style</a:t>
            </a:r>
            <a:endParaRPr lang="id-ID" noProof="0"/>
          </a:p>
        </p:txBody>
      </p:sp>
      <p:sp>
        <p:nvSpPr>
          <p:cNvPr id="3" name="Tampungan Konten 2">
            <a:extLst>
              <a:ext uri="{FF2B5EF4-FFF2-40B4-BE49-F238E27FC236}">
                <a16:creationId xmlns:a16="http://schemas.microsoft.com/office/drawing/2014/main" id="{8A6FC6F2-80B4-49A7-9448-33FE2DF0E967}"/>
              </a:ext>
            </a:extLst>
          </p:cNvPr>
          <p:cNvSpPr>
            <a:spLocks noGrp="1"/>
          </p:cNvSpPr>
          <p:nvPr>
            <p:ph idx="1" hasCustomPrompt="1"/>
          </p:nvPr>
        </p:nvSpPr>
        <p:spPr>
          <a:xfrm>
            <a:off x="1167493" y="2087563"/>
            <a:ext cx="9779182" cy="3366813"/>
          </a:xfrm>
        </p:spPr>
        <p:txBody>
          <a:bodyPr rtlCol="0">
            <a:noAutofit/>
          </a:bodyPr>
          <a:lstStyle>
            <a:lvl1pPr marL="0" indent="0">
              <a:buNone/>
              <a:defRPr>
                <a:latin typeface="+mn-lt"/>
              </a:defRPr>
            </a:lvl1pPr>
            <a:lvl2pPr marL="457200" indent="0">
              <a:buNone/>
              <a:defRPr>
                <a:latin typeface="+mn-lt"/>
              </a:defRPr>
            </a:lvl2pPr>
            <a:lvl3pPr marL="914400" indent="0">
              <a:buNone/>
              <a:defRPr>
                <a:latin typeface="+mn-lt"/>
              </a:defRPr>
            </a:lvl3pPr>
            <a:lvl4pPr marL="1371600" indent="0">
              <a:buNone/>
              <a:defRPr>
                <a:latin typeface="+mn-lt"/>
              </a:defRPr>
            </a:lvl4pPr>
            <a:lvl5pPr marL="1828800" indent="0">
              <a:buNone/>
              <a:defRPr>
                <a:latin typeface="+mn-lt"/>
              </a:defRPr>
            </a:lvl5pPr>
          </a:lstStyle>
          <a:p>
            <a:pPr lvl="0" rtl="0"/>
            <a:r>
              <a:rPr lang="id-ID" noProof="0"/>
              <a:t>Klik untuk mengedit gaya teks Master</a:t>
            </a:r>
          </a:p>
          <a:p>
            <a:pPr lvl="1" rtl="0"/>
            <a:r>
              <a:rPr lang="id-ID" noProof="0"/>
              <a:t>Tingkat kedua</a:t>
            </a:r>
          </a:p>
          <a:p>
            <a:pPr lvl="2" rtl="0"/>
            <a:r>
              <a:rPr lang="id-ID" noProof="0"/>
              <a:t>Tingkat ketiga</a:t>
            </a:r>
          </a:p>
          <a:p>
            <a:pPr lvl="3" rtl="0"/>
            <a:r>
              <a:rPr lang="id-ID" noProof="0"/>
              <a:t>Tingkat keempat</a:t>
            </a:r>
          </a:p>
          <a:p>
            <a:pPr lvl="4" rtl="0"/>
            <a:r>
              <a:rPr lang="id-ID" noProof="0"/>
              <a:t>Tingkat kelima</a:t>
            </a:r>
          </a:p>
        </p:txBody>
      </p:sp>
      <p:sp>
        <p:nvSpPr>
          <p:cNvPr id="10" name="Tampungan Tanggal 3">
            <a:extLst>
              <a:ext uri="{FF2B5EF4-FFF2-40B4-BE49-F238E27FC236}">
                <a16:creationId xmlns:a16="http://schemas.microsoft.com/office/drawing/2014/main" id="{7536C149-3EFE-A94E-902D-57CED00B2C0F}"/>
              </a:ext>
            </a:extLst>
          </p:cNvPr>
          <p:cNvSpPr>
            <a:spLocks noGrp="1"/>
          </p:cNvSpPr>
          <p:nvPr>
            <p:ph type="dt" sz="half" idx="2"/>
          </p:nvPr>
        </p:nvSpPr>
        <p:spPr>
          <a:xfrm>
            <a:off x="381000" y="6356350"/>
            <a:ext cx="1701018" cy="365125"/>
          </a:xfrm>
          <a:prstGeom prst="rect">
            <a:avLst/>
          </a:prstGeom>
        </p:spPr>
        <p:txBody>
          <a:bodyPr vert="horz" lIns="91440" tIns="45720" rIns="91440" bIns="45720" rtlCol="0" anchor="ctr">
            <a:noAutofit/>
          </a:bodyPr>
          <a:lstStyle>
            <a:lvl1pPr algn="l">
              <a:defRPr sz="1200">
                <a:solidFill>
                  <a:schemeClr val="accent3"/>
                </a:solidFill>
                <a:latin typeface="+mn-lt"/>
              </a:defRPr>
            </a:lvl1pPr>
          </a:lstStyle>
          <a:p>
            <a:pPr rtl="0"/>
            <a:fld id="{7CF46B1F-6981-4F1A-BBFE-32021A818C89}" type="datetime1">
              <a:rPr lang="id-ID" noProof="0" smtClean="0"/>
              <a:t>24/11/2025</a:t>
            </a:fld>
            <a:endParaRPr lang="id-ID" noProof="0"/>
          </a:p>
        </p:txBody>
      </p:sp>
      <p:sp>
        <p:nvSpPr>
          <p:cNvPr id="11" name="Tampungan Kaki 4">
            <a:extLst>
              <a:ext uri="{FF2B5EF4-FFF2-40B4-BE49-F238E27FC236}">
                <a16:creationId xmlns:a16="http://schemas.microsoft.com/office/drawing/2014/main" id="{53CA1E78-F17D-F34D-9F81-0DBF44F3789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noAutofit/>
          </a:bodyPr>
          <a:lstStyle>
            <a:lvl1pPr algn="ctr">
              <a:defRPr sz="1200">
                <a:solidFill>
                  <a:schemeClr val="accent3"/>
                </a:solidFill>
                <a:latin typeface="+mn-lt"/>
              </a:defRPr>
            </a:lvl1pPr>
          </a:lstStyle>
          <a:p>
            <a:pPr rtl="0"/>
            <a:r>
              <a:rPr lang="id-ID" noProof="0"/>
              <a:t>JUDUL PRESENTASI</a:t>
            </a:r>
          </a:p>
        </p:txBody>
      </p:sp>
      <p:sp>
        <p:nvSpPr>
          <p:cNvPr id="12" name="Tampungan Nomor Slide 5">
            <a:extLst>
              <a:ext uri="{FF2B5EF4-FFF2-40B4-BE49-F238E27FC236}">
                <a16:creationId xmlns:a16="http://schemas.microsoft.com/office/drawing/2014/main" id="{1FE54918-A625-F64F-A42E-A427E9B2D489}"/>
              </a:ext>
            </a:extLst>
          </p:cNvPr>
          <p:cNvSpPr>
            <a:spLocks noGrp="1"/>
          </p:cNvSpPr>
          <p:nvPr>
            <p:ph type="sldNum" sz="quarter" idx="4"/>
          </p:nvPr>
        </p:nvSpPr>
        <p:spPr>
          <a:xfrm>
            <a:off x="10153276" y="6356350"/>
            <a:ext cx="1657723" cy="365125"/>
          </a:xfrm>
          <a:prstGeom prst="rect">
            <a:avLst/>
          </a:prstGeom>
        </p:spPr>
        <p:txBody>
          <a:bodyPr vert="horz" lIns="91440" tIns="45720" rIns="91440" bIns="45720" rtlCol="0" anchor="ctr">
            <a:noAutofit/>
          </a:bodyPr>
          <a:lstStyle>
            <a:lvl1pPr algn="r">
              <a:defRPr sz="1200">
                <a:solidFill>
                  <a:schemeClr val="accent3"/>
                </a:solidFill>
                <a:latin typeface="+mn-lt"/>
              </a:defRPr>
            </a:lvl1pPr>
          </a:lstStyle>
          <a:p>
            <a:pPr rtl="0"/>
            <a:fld id="{294A09A9-5501-47C1-A89A-A340965A2BE2}" type="slidenum">
              <a:rPr lang="id-ID" noProof="0" smtClean="0"/>
              <a:pPr/>
              <a:t>‹#›</a:t>
            </a:fld>
            <a:endParaRPr lang="id-ID" noProof="0"/>
          </a:p>
        </p:txBody>
      </p:sp>
    </p:spTree>
    <p:extLst>
      <p:ext uri="{BB962C8B-B14F-4D97-AF65-F5344CB8AC3E}">
        <p14:creationId xmlns:p14="http://schemas.microsoft.com/office/powerpoint/2010/main" val="319094516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Kutipan">
    <p:bg>
      <p:bgPr>
        <a:solidFill>
          <a:schemeClr val="accent1"/>
        </a:solidFill>
        <a:effectLst/>
      </p:bgPr>
    </p:bg>
    <p:spTree>
      <p:nvGrpSpPr>
        <p:cNvPr id="1" name=""/>
        <p:cNvGrpSpPr/>
        <p:nvPr/>
      </p:nvGrpSpPr>
      <p:grpSpPr>
        <a:xfrm>
          <a:off x="0" y="0"/>
          <a:ext cx="0" cy="0"/>
          <a:chOff x="0" y="0"/>
          <a:chExt cx="0" cy="0"/>
        </a:xfrm>
      </p:grpSpPr>
      <p:sp>
        <p:nvSpPr>
          <p:cNvPr id="2" name="Judul 1">
            <a:extLst>
              <a:ext uri="{FF2B5EF4-FFF2-40B4-BE49-F238E27FC236}">
                <a16:creationId xmlns:a16="http://schemas.microsoft.com/office/drawing/2014/main" id="{20B5ED18-7A07-47F1-8056-CD86B076AFE2}"/>
              </a:ext>
            </a:extLst>
          </p:cNvPr>
          <p:cNvSpPr>
            <a:spLocks noGrp="1"/>
          </p:cNvSpPr>
          <p:nvPr>
            <p:ph type="title"/>
          </p:nvPr>
        </p:nvSpPr>
        <p:spPr>
          <a:xfrm>
            <a:off x="1798721" y="1684338"/>
            <a:ext cx="8594558" cy="2810460"/>
          </a:xfrm>
        </p:spPr>
        <p:txBody>
          <a:bodyPr rtlCol="0">
            <a:noAutofit/>
          </a:bodyPr>
          <a:lstStyle>
            <a:lvl1pPr algn="ctr">
              <a:lnSpc>
                <a:spcPct val="100000"/>
              </a:lnSpc>
              <a:defRPr sz="4600">
                <a:solidFill>
                  <a:schemeClr val="bg1"/>
                </a:solidFill>
                <a:latin typeface="+mj-lt"/>
              </a:defRPr>
            </a:lvl1pPr>
          </a:lstStyle>
          <a:p>
            <a:pPr rtl="0"/>
            <a:r>
              <a:rPr lang="en-US" noProof="0"/>
              <a:t>Click to edit Master title style</a:t>
            </a:r>
            <a:endParaRPr lang="id-ID" noProof="0"/>
          </a:p>
        </p:txBody>
      </p:sp>
      <p:sp>
        <p:nvSpPr>
          <p:cNvPr id="8" name="Tampungan Teks 7">
            <a:extLst>
              <a:ext uri="{FF2B5EF4-FFF2-40B4-BE49-F238E27FC236}">
                <a16:creationId xmlns:a16="http://schemas.microsoft.com/office/drawing/2014/main" id="{4C91C146-F9A8-9A4C-9508-8590923B8D9A}"/>
              </a:ext>
            </a:extLst>
          </p:cNvPr>
          <p:cNvSpPr>
            <a:spLocks noGrp="1"/>
          </p:cNvSpPr>
          <p:nvPr>
            <p:ph type="body" sz="quarter" idx="13" hasCustomPrompt="1"/>
          </p:nvPr>
        </p:nvSpPr>
        <p:spPr>
          <a:xfrm>
            <a:off x="381000" y="519405"/>
            <a:ext cx="1364297" cy="1094521"/>
          </a:xfrm>
        </p:spPr>
        <p:txBody>
          <a:bodyPr rtlCol="0">
            <a:noAutofit/>
          </a:bodyPr>
          <a:lstStyle>
            <a:lvl1pPr marL="0" indent="0" algn="ctr">
              <a:buNone/>
              <a:defRPr sz="23900" b="1">
                <a:solidFill>
                  <a:schemeClr val="accent1">
                    <a:lumMod val="75000"/>
                  </a:schemeClr>
                </a:solidFill>
                <a:latin typeface="Tenorite" pitchFamily="2" charset="0"/>
              </a:defRPr>
            </a:lvl1pPr>
            <a:lvl2pPr marL="457200" indent="0">
              <a:buNone/>
              <a:defRPr b="1">
                <a:solidFill>
                  <a:schemeClr val="bg1"/>
                </a:solidFill>
                <a:latin typeface="Tenorite" pitchFamily="2" charset="0"/>
              </a:defRPr>
            </a:lvl2pPr>
            <a:lvl3pPr marL="914400" indent="0">
              <a:buNone/>
              <a:defRPr b="1">
                <a:solidFill>
                  <a:schemeClr val="bg1"/>
                </a:solidFill>
                <a:latin typeface="Tenorite" pitchFamily="2" charset="0"/>
              </a:defRPr>
            </a:lvl3pPr>
            <a:lvl4pPr marL="1371600" indent="0">
              <a:buNone/>
              <a:defRPr b="1">
                <a:solidFill>
                  <a:schemeClr val="bg1"/>
                </a:solidFill>
                <a:latin typeface="Tenorite" pitchFamily="2" charset="0"/>
              </a:defRPr>
            </a:lvl4pPr>
            <a:lvl5pPr marL="1828800" indent="0">
              <a:buNone/>
              <a:defRPr b="1">
                <a:solidFill>
                  <a:schemeClr val="bg1"/>
                </a:solidFill>
                <a:latin typeface="Tenorite" pitchFamily="2" charset="0"/>
              </a:defRPr>
            </a:lvl5pPr>
          </a:lstStyle>
          <a:p>
            <a:pPr lvl="0" rtl="0"/>
            <a:r>
              <a:rPr lang="id-ID" noProof="0"/>
              <a:t>“</a:t>
            </a:r>
          </a:p>
        </p:txBody>
      </p:sp>
      <p:sp>
        <p:nvSpPr>
          <p:cNvPr id="10" name="Tampungan Teks 9">
            <a:extLst>
              <a:ext uri="{FF2B5EF4-FFF2-40B4-BE49-F238E27FC236}">
                <a16:creationId xmlns:a16="http://schemas.microsoft.com/office/drawing/2014/main" id="{322D6C2B-78AC-DD47-9289-067C968B06C1}"/>
              </a:ext>
            </a:extLst>
          </p:cNvPr>
          <p:cNvSpPr>
            <a:spLocks noGrp="1"/>
          </p:cNvSpPr>
          <p:nvPr>
            <p:ph type="body" sz="quarter" idx="14" hasCustomPrompt="1"/>
          </p:nvPr>
        </p:nvSpPr>
        <p:spPr>
          <a:xfrm>
            <a:off x="6881813" y="4494213"/>
            <a:ext cx="3511550" cy="679450"/>
          </a:xfrm>
        </p:spPr>
        <p:txBody>
          <a:bodyPr rtlCol="0">
            <a:noAutofit/>
          </a:bodyPr>
          <a:lstStyle>
            <a:lvl1pPr marL="0" indent="0" algn="r">
              <a:buNone/>
              <a:defRPr sz="2000">
                <a:solidFill>
                  <a:schemeClr val="bg1"/>
                </a:solidFill>
                <a:latin typeface="+mn-lt"/>
              </a:defRPr>
            </a:lvl1pPr>
            <a:lvl2pPr marL="457200" indent="0" algn="r">
              <a:buNone/>
              <a:defRPr sz="1800">
                <a:solidFill>
                  <a:schemeClr val="bg1"/>
                </a:solidFill>
                <a:latin typeface="Tenorite" pitchFamily="2" charset="0"/>
              </a:defRPr>
            </a:lvl2pPr>
            <a:lvl3pPr marL="914400" indent="0" algn="r">
              <a:buNone/>
              <a:defRPr sz="1600">
                <a:solidFill>
                  <a:schemeClr val="bg1"/>
                </a:solidFill>
                <a:latin typeface="Tenorite" pitchFamily="2" charset="0"/>
              </a:defRPr>
            </a:lvl3pPr>
            <a:lvl4pPr marL="1371600" indent="0" algn="r">
              <a:buNone/>
              <a:defRPr sz="1400">
                <a:solidFill>
                  <a:schemeClr val="bg1"/>
                </a:solidFill>
                <a:latin typeface="Tenorite" pitchFamily="2" charset="0"/>
              </a:defRPr>
            </a:lvl4pPr>
            <a:lvl5pPr marL="1828800" indent="0" algn="r">
              <a:buNone/>
              <a:defRPr sz="1400">
                <a:solidFill>
                  <a:schemeClr val="bg1"/>
                </a:solidFill>
                <a:latin typeface="Tenorite" pitchFamily="2" charset="0"/>
              </a:defRPr>
            </a:lvl5pPr>
          </a:lstStyle>
          <a:p>
            <a:pPr lvl="0" rtl="0"/>
            <a:r>
              <a:rPr lang="id-ID" noProof="0"/>
              <a:t>Klik untuk mengedit gaya teks Master</a:t>
            </a:r>
          </a:p>
        </p:txBody>
      </p:sp>
      <p:sp>
        <p:nvSpPr>
          <p:cNvPr id="9" name="Tampungan Teks 7">
            <a:extLst>
              <a:ext uri="{FF2B5EF4-FFF2-40B4-BE49-F238E27FC236}">
                <a16:creationId xmlns:a16="http://schemas.microsoft.com/office/drawing/2014/main" id="{612193CD-03AD-D74D-A5CD-747A9B53F49A}"/>
              </a:ext>
            </a:extLst>
          </p:cNvPr>
          <p:cNvSpPr>
            <a:spLocks noGrp="1"/>
          </p:cNvSpPr>
          <p:nvPr>
            <p:ph type="body" sz="quarter" idx="15" hasCustomPrompt="1"/>
          </p:nvPr>
        </p:nvSpPr>
        <p:spPr>
          <a:xfrm>
            <a:off x="10609104" y="3399692"/>
            <a:ext cx="1364297" cy="1094521"/>
          </a:xfrm>
        </p:spPr>
        <p:txBody>
          <a:bodyPr rtlCol="0">
            <a:noAutofit/>
          </a:bodyPr>
          <a:lstStyle>
            <a:lvl1pPr marL="0" indent="0" algn="ctr">
              <a:buNone/>
              <a:defRPr sz="23900" b="1">
                <a:solidFill>
                  <a:schemeClr val="accent1">
                    <a:lumMod val="75000"/>
                  </a:schemeClr>
                </a:solidFill>
                <a:latin typeface="Tenorite" pitchFamily="2" charset="0"/>
              </a:defRPr>
            </a:lvl1pPr>
            <a:lvl2pPr marL="457200" indent="0">
              <a:buNone/>
              <a:defRPr b="1">
                <a:solidFill>
                  <a:schemeClr val="bg1"/>
                </a:solidFill>
                <a:latin typeface="Tenorite" pitchFamily="2" charset="0"/>
              </a:defRPr>
            </a:lvl2pPr>
            <a:lvl3pPr marL="914400" indent="0">
              <a:buNone/>
              <a:defRPr b="1">
                <a:solidFill>
                  <a:schemeClr val="bg1"/>
                </a:solidFill>
                <a:latin typeface="Tenorite" pitchFamily="2" charset="0"/>
              </a:defRPr>
            </a:lvl3pPr>
            <a:lvl4pPr marL="1371600" indent="0">
              <a:buNone/>
              <a:defRPr b="1">
                <a:solidFill>
                  <a:schemeClr val="bg1"/>
                </a:solidFill>
                <a:latin typeface="Tenorite" pitchFamily="2" charset="0"/>
              </a:defRPr>
            </a:lvl4pPr>
            <a:lvl5pPr marL="1828800" indent="0">
              <a:buNone/>
              <a:defRPr b="1">
                <a:solidFill>
                  <a:schemeClr val="bg1"/>
                </a:solidFill>
                <a:latin typeface="Tenorite" pitchFamily="2" charset="0"/>
              </a:defRPr>
            </a:lvl5pPr>
          </a:lstStyle>
          <a:p>
            <a:pPr lvl="0" rtl="0"/>
            <a:r>
              <a:rPr lang="id-ID" noProof="0"/>
              <a:t>”</a:t>
            </a:r>
          </a:p>
        </p:txBody>
      </p:sp>
      <p:sp>
        <p:nvSpPr>
          <p:cNvPr id="3" name="Tampungan Tanggal 2">
            <a:extLst>
              <a:ext uri="{FF2B5EF4-FFF2-40B4-BE49-F238E27FC236}">
                <a16:creationId xmlns:a16="http://schemas.microsoft.com/office/drawing/2014/main" id="{A0C71211-4520-46A1-9487-4AE49C3239EF}"/>
              </a:ext>
            </a:extLst>
          </p:cNvPr>
          <p:cNvSpPr>
            <a:spLocks noGrp="1"/>
          </p:cNvSpPr>
          <p:nvPr>
            <p:ph type="dt" sz="half" idx="10"/>
          </p:nvPr>
        </p:nvSpPr>
        <p:spPr/>
        <p:txBody>
          <a:bodyPr rtlCol="0">
            <a:noAutofit/>
          </a:bodyPr>
          <a:lstStyle>
            <a:lvl1pPr>
              <a:defRPr>
                <a:solidFill>
                  <a:schemeClr val="accent2"/>
                </a:solidFill>
                <a:latin typeface="+mn-lt"/>
              </a:defRPr>
            </a:lvl1pPr>
          </a:lstStyle>
          <a:p>
            <a:pPr rtl="0"/>
            <a:fld id="{84E9CC79-66B9-422C-A06E-4D4DCD64D4AF}" type="datetime1">
              <a:rPr lang="id-ID" noProof="0" smtClean="0"/>
              <a:t>24/11/2025</a:t>
            </a:fld>
            <a:endParaRPr lang="id-ID" noProof="0"/>
          </a:p>
        </p:txBody>
      </p:sp>
      <p:sp>
        <p:nvSpPr>
          <p:cNvPr id="4" name="Tampungan Kaki 3">
            <a:extLst>
              <a:ext uri="{FF2B5EF4-FFF2-40B4-BE49-F238E27FC236}">
                <a16:creationId xmlns:a16="http://schemas.microsoft.com/office/drawing/2014/main" id="{96356206-85FD-45F5-A1F7-128DB34C860F}"/>
              </a:ext>
            </a:extLst>
          </p:cNvPr>
          <p:cNvSpPr>
            <a:spLocks noGrp="1"/>
          </p:cNvSpPr>
          <p:nvPr>
            <p:ph type="ftr" sz="quarter" idx="11"/>
          </p:nvPr>
        </p:nvSpPr>
        <p:spPr/>
        <p:txBody>
          <a:bodyPr rtlCol="0">
            <a:noAutofit/>
          </a:bodyPr>
          <a:lstStyle>
            <a:lvl1pPr>
              <a:defRPr>
                <a:solidFill>
                  <a:schemeClr val="accent2"/>
                </a:solidFill>
                <a:latin typeface="+mn-lt"/>
              </a:defRPr>
            </a:lvl1pPr>
          </a:lstStyle>
          <a:p>
            <a:pPr rtl="0"/>
            <a:r>
              <a:rPr lang="id-ID" noProof="0"/>
              <a:t>JUDUL PRESENTASI</a:t>
            </a:r>
          </a:p>
        </p:txBody>
      </p:sp>
      <p:sp>
        <p:nvSpPr>
          <p:cNvPr id="5" name="Tampungan Nomor Slide 4">
            <a:extLst>
              <a:ext uri="{FF2B5EF4-FFF2-40B4-BE49-F238E27FC236}">
                <a16:creationId xmlns:a16="http://schemas.microsoft.com/office/drawing/2014/main" id="{0203763F-C8CD-4BCB-9A0A-B10F000BC1DB}"/>
              </a:ext>
            </a:extLst>
          </p:cNvPr>
          <p:cNvSpPr>
            <a:spLocks noGrp="1"/>
          </p:cNvSpPr>
          <p:nvPr>
            <p:ph type="sldNum" sz="quarter" idx="12"/>
          </p:nvPr>
        </p:nvSpPr>
        <p:spPr/>
        <p:txBody>
          <a:bodyPr rtlCol="0">
            <a:noAutofit/>
          </a:bodyPr>
          <a:lstStyle>
            <a:lvl1pPr>
              <a:defRPr>
                <a:solidFill>
                  <a:schemeClr val="accent2"/>
                </a:solidFill>
                <a:latin typeface="+mn-lt"/>
              </a:defRPr>
            </a:lvl1pPr>
          </a:lstStyle>
          <a:p>
            <a:pPr rtl="0"/>
            <a:fld id="{294A09A9-5501-47C1-A89A-A340965A2BE2}" type="slidenum">
              <a:rPr lang="id-ID" noProof="0" smtClean="0"/>
              <a:pPr/>
              <a:t>‹#›</a:t>
            </a:fld>
            <a:endParaRPr lang="id-ID" noProof="0"/>
          </a:p>
        </p:txBody>
      </p:sp>
    </p:spTree>
    <p:extLst>
      <p:ext uri="{BB962C8B-B14F-4D97-AF65-F5344CB8AC3E}">
        <p14:creationId xmlns:p14="http://schemas.microsoft.com/office/powerpoint/2010/main" val="14769475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m">
    <p:spTree>
      <p:nvGrpSpPr>
        <p:cNvPr id="1" name=""/>
        <p:cNvGrpSpPr/>
        <p:nvPr/>
      </p:nvGrpSpPr>
      <p:grpSpPr>
        <a:xfrm>
          <a:off x="0" y="0"/>
          <a:ext cx="0" cy="0"/>
          <a:chOff x="0" y="0"/>
          <a:chExt cx="0" cy="0"/>
        </a:xfrm>
      </p:grpSpPr>
      <p:sp>
        <p:nvSpPr>
          <p:cNvPr id="30" name="Persegi panjang 29">
            <a:extLst>
              <a:ext uri="{FF2B5EF4-FFF2-40B4-BE49-F238E27FC236}">
                <a16:creationId xmlns:a16="http://schemas.microsoft.com/office/drawing/2014/main" id="{28C225EC-F6EF-1144-834A-F0B91974AA41}"/>
              </a:ext>
            </a:extLst>
          </p:cNvPr>
          <p:cNvSpPr/>
          <p:nvPr userDrawn="1"/>
        </p:nvSpPr>
        <p:spPr>
          <a:xfrm>
            <a:off x="0" y="-1664"/>
            <a:ext cx="9857012" cy="685966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id-ID" noProof="0"/>
          </a:p>
        </p:txBody>
      </p:sp>
      <p:sp>
        <p:nvSpPr>
          <p:cNvPr id="31" name="Judul 1">
            <a:extLst>
              <a:ext uri="{FF2B5EF4-FFF2-40B4-BE49-F238E27FC236}">
                <a16:creationId xmlns:a16="http://schemas.microsoft.com/office/drawing/2014/main" id="{1E40CEAF-B1BB-174E-A798-3BA60D9C0458}"/>
              </a:ext>
            </a:extLst>
          </p:cNvPr>
          <p:cNvSpPr>
            <a:spLocks noGrp="1"/>
          </p:cNvSpPr>
          <p:nvPr>
            <p:ph type="title"/>
          </p:nvPr>
        </p:nvSpPr>
        <p:spPr>
          <a:xfrm>
            <a:off x="750430" y="381000"/>
            <a:ext cx="8401624" cy="1325563"/>
          </a:xfrm>
        </p:spPr>
        <p:txBody>
          <a:bodyPr lIns="0" rtlCol="0" anchor="b">
            <a:noAutofit/>
          </a:bodyPr>
          <a:lstStyle>
            <a:lvl1pPr>
              <a:defRPr sz="4800" b="1">
                <a:latin typeface="+mj-lt"/>
              </a:defRPr>
            </a:lvl1pPr>
          </a:lstStyle>
          <a:p>
            <a:pPr rtl="0"/>
            <a:r>
              <a:rPr lang="en-US" noProof="0"/>
              <a:t>Click to edit Master title style</a:t>
            </a:r>
            <a:endParaRPr lang="id-ID" noProof="0"/>
          </a:p>
        </p:txBody>
      </p:sp>
      <p:sp>
        <p:nvSpPr>
          <p:cNvPr id="6" name="Tampungan Gambar 23">
            <a:extLst>
              <a:ext uri="{FF2B5EF4-FFF2-40B4-BE49-F238E27FC236}">
                <a16:creationId xmlns:a16="http://schemas.microsoft.com/office/drawing/2014/main" id="{5E48B363-63E8-4F17-842B-53AD935A6529}"/>
              </a:ext>
            </a:extLst>
          </p:cNvPr>
          <p:cNvSpPr>
            <a:spLocks noGrp="1"/>
          </p:cNvSpPr>
          <p:nvPr>
            <p:ph type="pic" sz="quarter" idx="13"/>
          </p:nvPr>
        </p:nvSpPr>
        <p:spPr>
          <a:xfrm>
            <a:off x="750429" y="2227758"/>
            <a:ext cx="1200374" cy="1201242"/>
          </a:xfrm>
        </p:spPr>
        <p:txBody>
          <a:bodyPr rtlCol="0">
            <a:noAutofit/>
          </a:bodyPr>
          <a:lstStyle>
            <a:lvl1pPr marL="0" indent="0">
              <a:buNone/>
              <a:defRPr sz="1400">
                <a:solidFill>
                  <a:schemeClr val="tx1"/>
                </a:solidFill>
                <a:latin typeface="+mn-lt"/>
              </a:defRPr>
            </a:lvl1pPr>
          </a:lstStyle>
          <a:p>
            <a:pPr rtl="0"/>
            <a:r>
              <a:rPr lang="en-US" noProof="0"/>
              <a:t>Click icon to add picture</a:t>
            </a:r>
            <a:endParaRPr lang="id-ID" noProof="0"/>
          </a:p>
        </p:txBody>
      </p:sp>
      <p:sp>
        <p:nvSpPr>
          <p:cNvPr id="10" name="Tampungan Teks 28">
            <a:extLst>
              <a:ext uri="{FF2B5EF4-FFF2-40B4-BE49-F238E27FC236}">
                <a16:creationId xmlns:a16="http://schemas.microsoft.com/office/drawing/2014/main" id="{CC3A7E03-4F06-4380-90A1-845651EEA3C0}"/>
              </a:ext>
            </a:extLst>
          </p:cNvPr>
          <p:cNvSpPr>
            <a:spLocks noGrp="1"/>
          </p:cNvSpPr>
          <p:nvPr>
            <p:ph type="body" sz="quarter" idx="17" hasCustomPrompt="1"/>
          </p:nvPr>
        </p:nvSpPr>
        <p:spPr>
          <a:xfrm>
            <a:off x="2123351" y="2426400"/>
            <a:ext cx="2281237" cy="347662"/>
          </a:xfrm>
        </p:spPr>
        <p:txBody>
          <a:bodyPr lIns="0" tIns="0" rIns="0" bIns="0" rtlCol="0" anchor="b" anchorCtr="0">
            <a:noAutofit/>
          </a:bodyPr>
          <a:lstStyle>
            <a:lvl1pPr marL="0" indent="0" algn="l">
              <a:lnSpc>
                <a:spcPct val="100000"/>
              </a:lnSpc>
              <a:spcBef>
                <a:spcPts val="0"/>
              </a:spcBef>
              <a:buNone/>
              <a:defRPr sz="1800" b="1" spc="20" baseline="0">
                <a:solidFill>
                  <a:schemeClr val="tx1"/>
                </a:solidFill>
                <a:latin typeface="+mn-lt"/>
              </a:defRPr>
            </a:lvl1pPr>
          </a:lstStyle>
          <a:p>
            <a:pPr lvl="0" rtl="0"/>
            <a:r>
              <a:rPr lang="id-ID" noProof="0"/>
              <a:t>Nama</a:t>
            </a:r>
          </a:p>
        </p:txBody>
      </p:sp>
      <p:sp>
        <p:nvSpPr>
          <p:cNvPr id="11" name="Tampungan Teks 28">
            <a:extLst>
              <a:ext uri="{FF2B5EF4-FFF2-40B4-BE49-F238E27FC236}">
                <a16:creationId xmlns:a16="http://schemas.microsoft.com/office/drawing/2014/main" id="{31AF5791-727B-438A-A7EF-5D132167C89B}"/>
              </a:ext>
            </a:extLst>
          </p:cNvPr>
          <p:cNvSpPr>
            <a:spLocks noGrp="1"/>
          </p:cNvSpPr>
          <p:nvPr>
            <p:ph type="body" sz="quarter" idx="18" hasCustomPrompt="1"/>
          </p:nvPr>
        </p:nvSpPr>
        <p:spPr>
          <a:xfrm>
            <a:off x="2123350" y="2811646"/>
            <a:ext cx="2281237" cy="347662"/>
          </a:xfrm>
        </p:spPr>
        <p:txBody>
          <a:bodyPr lIns="0" tIns="0" rIns="0" bIns="0" rtlCol="0">
            <a:noAutofit/>
          </a:bodyPr>
          <a:lstStyle>
            <a:lvl1pPr marL="0" indent="0" algn="l">
              <a:lnSpc>
                <a:spcPct val="100000"/>
              </a:lnSpc>
              <a:spcBef>
                <a:spcPts val="0"/>
              </a:spcBef>
              <a:buNone/>
              <a:defRPr sz="1400" b="0" spc="20" baseline="0">
                <a:solidFill>
                  <a:schemeClr val="tx1"/>
                </a:solidFill>
                <a:latin typeface="+mn-lt"/>
              </a:defRPr>
            </a:lvl1pPr>
          </a:lstStyle>
          <a:p>
            <a:pPr lvl="0" rtl="0"/>
            <a:r>
              <a:rPr lang="id-ID" noProof="0"/>
              <a:t>Judul</a:t>
            </a:r>
          </a:p>
        </p:txBody>
      </p:sp>
      <p:sp>
        <p:nvSpPr>
          <p:cNvPr id="7" name="Tampungan Gambar 23">
            <a:extLst>
              <a:ext uri="{FF2B5EF4-FFF2-40B4-BE49-F238E27FC236}">
                <a16:creationId xmlns:a16="http://schemas.microsoft.com/office/drawing/2014/main" id="{9ABA5222-6FD6-405B-8AC8-18022C36590F}"/>
              </a:ext>
            </a:extLst>
          </p:cNvPr>
          <p:cNvSpPr>
            <a:spLocks noGrp="1"/>
          </p:cNvSpPr>
          <p:nvPr>
            <p:ph type="pic" sz="quarter" idx="14"/>
          </p:nvPr>
        </p:nvSpPr>
        <p:spPr>
          <a:xfrm>
            <a:off x="5495813" y="2227758"/>
            <a:ext cx="1200374" cy="1201242"/>
          </a:xfrm>
        </p:spPr>
        <p:txBody>
          <a:bodyPr rtlCol="0">
            <a:noAutofit/>
          </a:bodyPr>
          <a:lstStyle>
            <a:lvl1pPr marL="0" indent="0">
              <a:buNone/>
              <a:defRPr sz="1400">
                <a:solidFill>
                  <a:schemeClr val="tx1"/>
                </a:solidFill>
                <a:latin typeface="+mn-lt"/>
              </a:defRPr>
            </a:lvl1pPr>
          </a:lstStyle>
          <a:p>
            <a:pPr rtl="0"/>
            <a:r>
              <a:rPr lang="en-US" noProof="0"/>
              <a:t>Click icon to add picture</a:t>
            </a:r>
            <a:endParaRPr lang="id-ID" noProof="0"/>
          </a:p>
        </p:txBody>
      </p:sp>
      <p:sp>
        <p:nvSpPr>
          <p:cNvPr id="12" name="Tampungan Teks 28">
            <a:extLst>
              <a:ext uri="{FF2B5EF4-FFF2-40B4-BE49-F238E27FC236}">
                <a16:creationId xmlns:a16="http://schemas.microsoft.com/office/drawing/2014/main" id="{A1A33FCF-D2EB-478E-8679-428657895F76}"/>
              </a:ext>
            </a:extLst>
          </p:cNvPr>
          <p:cNvSpPr>
            <a:spLocks noGrp="1"/>
          </p:cNvSpPr>
          <p:nvPr>
            <p:ph type="body" sz="quarter" idx="19" hasCustomPrompt="1"/>
          </p:nvPr>
        </p:nvSpPr>
        <p:spPr>
          <a:xfrm>
            <a:off x="6870817" y="2422565"/>
            <a:ext cx="2281237" cy="347662"/>
          </a:xfrm>
        </p:spPr>
        <p:txBody>
          <a:bodyPr lIns="0" tIns="0" rIns="0" bIns="0" rtlCol="0" anchor="b" anchorCtr="0">
            <a:noAutofit/>
          </a:bodyPr>
          <a:lstStyle>
            <a:lvl1pPr marL="0" indent="0" algn="l">
              <a:lnSpc>
                <a:spcPct val="100000"/>
              </a:lnSpc>
              <a:spcBef>
                <a:spcPts val="0"/>
              </a:spcBef>
              <a:buNone/>
              <a:defRPr sz="1800" b="1" spc="20" baseline="0">
                <a:solidFill>
                  <a:schemeClr val="tx1"/>
                </a:solidFill>
                <a:latin typeface="+mn-lt"/>
              </a:defRPr>
            </a:lvl1pPr>
          </a:lstStyle>
          <a:p>
            <a:pPr lvl="0" rtl="0"/>
            <a:r>
              <a:rPr lang="id-ID" noProof="0"/>
              <a:t>Nama</a:t>
            </a:r>
          </a:p>
        </p:txBody>
      </p:sp>
      <p:sp>
        <p:nvSpPr>
          <p:cNvPr id="13" name="Tampungan Teks 28">
            <a:extLst>
              <a:ext uri="{FF2B5EF4-FFF2-40B4-BE49-F238E27FC236}">
                <a16:creationId xmlns:a16="http://schemas.microsoft.com/office/drawing/2014/main" id="{55274EF8-F641-41B2-89C1-FD94AFA48684}"/>
              </a:ext>
            </a:extLst>
          </p:cNvPr>
          <p:cNvSpPr>
            <a:spLocks noGrp="1"/>
          </p:cNvSpPr>
          <p:nvPr>
            <p:ph type="body" sz="quarter" idx="20" hasCustomPrompt="1"/>
          </p:nvPr>
        </p:nvSpPr>
        <p:spPr>
          <a:xfrm>
            <a:off x="6870816" y="2807811"/>
            <a:ext cx="2281237" cy="347662"/>
          </a:xfrm>
        </p:spPr>
        <p:txBody>
          <a:bodyPr lIns="0" tIns="0" rIns="0" bIns="0" rtlCol="0">
            <a:noAutofit/>
          </a:bodyPr>
          <a:lstStyle>
            <a:lvl1pPr marL="0" indent="0" algn="l">
              <a:lnSpc>
                <a:spcPct val="100000"/>
              </a:lnSpc>
              <a:spcBef>
                <a:spcPts val="0"/>
              </a:spcBef>
              <a:buNone/>
              <a:defRPr sz="1400" b="0" spc="20" baseline="0">
                <a:solidFill>
                  <a:schemeClr val="tx1"/>
                </a:solidFill>
                <a:latin typeface="+mn-lt"/>
              </a:defRPr>
            </a:lvl1pPr>
          </a:lstStyle>
          <a:p>
            <a:pPr lvl="0" rtl="0"/>
            <a:r>
              <a:rPr lang="id-ID" noProof="0"/>
              <a:t>Judul</a:t>
            </a:r>
          </a:p>
        </p:txBody>
      </p:sp>
      <p:sp>
        <p:nvSpPr>
          <p:cNvPr id="8" name="Tampungan Gambar 23">
            <a:extLst>
              <a:ext uri="{FF2B5EF4-FFF2-40B4-BE49-F238E27FC236}">
                <a16:creationId xmlns:a16="http://schemas.microsoft.com/office/drawing/2014/main" id="{124DE785-775F-4AE4-94B3-FA728188EBA5}"/>
              </a:ext>
            </a:extLst>
          </p:cNvPr>
          <p:cNvSpPr>
            <a:spLocks noGrp="1"/>
          </p:cNvSpPr>
          <p:nvPr>
            <p:ph type="pic" sz="quarter" idx="15"/>
          </p:nvPr>
        </p:nvSpPr>
        <p:spPr>
          <a:xfrm>
            <a:off x="750429" y="4254273"/>
            <a:ext cx="1200374" cy="1201242"/>
          </a:xfrm>
        </p:spPr>
        <p:txBody>
          <a:bodyPr rtlCol="0">
            <a:noAutofit/>
          </a:bodyPr>
          <a:lstStyle>
            <a:lvl1pPr marL="0" indent="0">
              <a:buNone/>
              <a:defRPr sz="1400">
                <a:solidFill>
                  <a:schemeClr val="tx1"/>
                </a:solidFill>
                <a:latin typeface="+mn-lt"/>
              </a:defRPr>
            </a:lvl1pPr>
          </a:lstStyle>
          <a:p>
            <a:pPr rtl="0"/>
            <a:r>
              <a:rPr lang="en-US" noProof="0"/>
              <a:t>Click icon to add picture</a:t>
            </a:r>
            <a:endParaRPr lang="id-ID" noProof="0"/>
          </a:p>
        </p:txBody>
      </p:sp>
      <p:sp>
        <p:nvSpPr>
          <p:cNvPr id="14" name="Tampungan Teks 28">
            <a:extLst>
              <a:ext uri="{FF2B5EF4-FFF2-40B4-BE49-F238E27FC236}">
                <a16:creationId xmlns:a16="http://schemas.microsoft.com/office/drawing/2014/main" id="{5A429D4E-B795-4E55-852E-9E161F9EBD36}"/>
              </a:ext>
            </a:extLst>
          </p:cNvPr>
          <p:cNvSpPr>
            <a:spLocks noGrp="1"/>
          </p:cNvSpPr>
          <p:nvPr>
            <p:ph type="body" sz="quarter" idx="21" hasCustomPrompt="1"/>
          </p:nvPr>
        </p:nvSpPr>
        <p:spPr>
          <a:xfrm>
            <a:off x="2123351" y="4498793"/>
            <a:ext cx="2281237" cy="347662"/>
          </a:xfrm>
        </p:spPr>
        <p:txBody>
          <a:bodyPr lIns="0" tIns="0" rIns="0" bIns="0" rtlCol="0" anchor="b" anchorCtr="0">
            <a:noAutofit/>
          </a:bodyPr>
          <a:lstStyle>
            <a:lvl1pPr marL="0" indent="0" algn="l">
              <a:lnSpc>
                <a:spcPct val="100000"/>
              </a:lnSpc>
              <a:spcBef>
                <a:spcPts val="0"/>
              </a:spcBef>
              <a:buNone/>
              <a:defRPr sz="1800" b="1" spc="20" baseline="0">
                <a:solidFill>
                  <a:schemeClr val="tx1"/>
                </a:solidFill>
                <a:latin typeface="+mn-lt"/>
              </a:defRPr>
            </a:lvl1pPr>
          </a:lstStyle>
          <a:p>
            <a:pPr lvl="0" rtl="0"/>
            <a:r>
              <a:rPr lang="id-ID" noProof="0"/>
              <a:t>Nama</a:t>
            </a:r>
          </a:p>
        </p:txBody>
      </p:sp>
      <p:sp>
        <p:nvSpPr>
          <p:cNvPr id="15" name="Tampungan Teks 28">
            <a:extLst>
              <a:ext uri="{FF2B5EF4-FFF2-40B4-BE49-F238E27FC236}">
                <a16:creationId xmlns:a16="http://schemas.microsoft.com/office/drawing/2014/main" id="{41D297CB-52EE-4DE4-AEAC-CD4AAF2BF17B}"/>
              </a:ext>
            </a:extLst>
          </p:cNvPr>
          <p:cNvSpPr>
            <a:spLocks noGrp="1"/>
          </p:cNvSpPr>
          <p:nvPr>
            <p:ph type="body" sz="quarter" idx="22" hasCustomPrompt="1"/>
          </p:nvPr>
        </p:nvSpPr>
        <p:spPr>
          <a:xfrm>
            <a:off x="2123350" y="4884039"/>
            <a:ext cx="2281237" cy="347662"/>
          </a:xfrm>
        </p:spPr>
        <p:txBody>
          <a:bodyPr lIns="0" tIns="0" rIns="0" bIns="0" rtlCol="0">
            <a:noAutofit/>
          </a:bodyPr>
          <a:lstStyle>
            <a:lvl1pPr marL="0" indent="0" algn="l">
              <a:lnSpc>
                <a:spcPct val="100000"/>
              </a:lnSpc>
              <a:spcBef>
                <a:spcPts val="0"/>
              </a:spcBef>
              <a:buNone/>
              <a:defRPr sz="1400" b="0" spc="20" baseline="0">
                <a:solidFill>
                  <a:schemeClr val="tx1"/>
                </a:solidFill>
                <a:latin typeface="+mn-lt"/>
              </a:defRPr>
            </a:lvl1pPr>
          </a:lstStyle>
          <a:p>
            <a:pPr lvl="0" rtl="0"/>
            <a:r>
              <a:rPr lang="id-ID" noProof="0"/>
              <a:t>Judul</a:t>
            </a:r>
          </a:p>
        </p:txBody>
      </p:sp>
      <p:sp>
        <p:nvSpPr>
          <p:cNvPr id="9" name="Tampungan Gambar 23">
            <a:extLst>
              <a:ext uri="{FF2B5EF4-FFF2-40B4-BE49-F238E27FC236}">
                <a16:creationId xmlns:a16="http://schemas.microsoft.com/office/drawing/2014/main" id="{F5694B35-7776-4DB9-9EB7-3AF076EC357D}"/>
              </a:ext>
            </a:extLst>
          </p:cNvPr>
          <p:cNvSpPr>
            <a:spLocks noGrp="1"/>
          </p:cNvSpPr>
          <p:nvPr>
            <p:ph type="pic" sz="quarter" idx="16"/>
          </p:nvPr>
        </p:nvSpPr>
        <p:spPr>
          <a:xfrm>
            <a:off x="5495813" y="4254273"/>
            <a:ext cx="1200374" cy="1201242"/>
          </a:xfrm>
        </p:spPr>
        <p:txBody>
          <a:bodyPr rtlCol="0">
            <a:noAutofit/>
          </a:bodyPr>
          <a:lstStyle>
            <a:lvl1pPr marL="0" indent="0">
              <a:buNone/>
              <a:defRPr sz="1400">
                <a:solidFill>
                  <a:schemeClr val="tx1"/>
                </a:solidFill>
                <a:latin typeface="+mn-lt"/>
              </a:defRPr>
            </a:lvl1pPr>
          </a:lstStyle>
          <a:p>
            <a:pPr rtl="0"/>
            <a:r>
              <a:rPr lang="en-US" noProof="0"/>
              <a:t>Click icon to add picture</a:t>
            </a:r>
            <a:endParaRPr lang="id-ID" noProof="0"/>
          </a:p>
        </p:txBody>
      </p:sp>
      <p:sp>
        <p:nvSpPr>
          <p:cNvPr id="16" name="Tampungan Teks 28">
            <a:extLst>
              <a:ext uri="{FF2B5EF4-FFF2-40B4-BE49-F238E27FC236}">
                <a16:creationId xmlns:a16="http://schemas.microsoft.com/office/drawing/2014/main" id="{AD7B736B-3A10-499F-8F23-4437982C8231}"/>
              </a:ext>
            </a:extLst>
          </p:cNvPr>
          <p:cNvSpPr>
            <a:spLocks noGrp="1"/>
          </p:cNvSpPr>
          <p:nvPr>
            <p:ph type="body" sz="quarter" idx="23" hasCustomPrompt="1"/>
          </p:nvPr>
        </p:nvSpPr>
        <p:spPr>
          <a:xfrm>
            <a:off x="6870817" y="4498793"/>
            <a:ext cx="2281237" cy="347662"/>
          </a:xfrm>
        </p:spPr>
        <p:txBody>
          <a:bodyPr lIns="0" tIns="0" rIns="0" bIns="0" rtlCol="0" anchor="b" anchorCtr="0">
            <a:noAutofit/>
          </a:bodyPr>
          <a:lstStyle>
            <a:lvl1pPr marL="0" indent="0" algn="l">
              <a:lnSpc>
                <a:spcPct val="100000"/>
              </a:lnSpc>
              <a:spcBef>
                <a:spcPts val="0"/>
              </a:spcBef>
              <a:buNone/>
              <a:defRPr sz="1800" b="1" spc="20" baseline="0">
                <a:solidFill>
                  <a:schemeClr val="tx1"/>
                </a:solidFill>
                <a:latin typeface="+mn-lt"/>
              </a:defRPr>
            </a:lvl1pPr>
          </a:lstStyle>
          <a:p>
            <a:pPr lvl="0" rtl="0"/>
            <a:r>
              <a:rPr lang="id-ID" noProof="0"/>
              <a:t>Nama</a:t>
            </a:r>
          </a:p>
        </p:txBody>
      </p:sp>
      <p:sp>
        <p:nvSpPr>
          <p:cNvPr id="17" name="Tampungan Teks 28">
            <a:extLst>
              <a:ext uri="{FF2B5EF4-FFF2-40B4-BE49-F238E27FC236}">
                <a16:creationId xmlns:a16="http://schemas.microsoft.com/office/drawing/2014/main" id="{07165540-290D-4A38-87DE-F52B05BD6A1A}"/>
              </a:ext>
            </a:extLst>
          </p:cNvPr>
          <p:cNvSpPr>
            <a:spLocks noGrp="1"/>
          </p:cNvSpPr>
          <p:nvPr>
            <p:ph type="body" sz="quarter" idx="24" hasCustomPrompt="1"/>
          </p:nvPr>
        </p:nvSpPr>
        <p:spPr>
          <a:xfrm>
            <a:off x="6870816" y="4884039"/>
            <a:ext cx="2281237" cy="347662"/>
          </a:xfrm>
        </p:spPr>
        <p:txBody>
          <a:bodyPr lIns="0" tIns="0" rIns="0" bIns="0" rtlCol="0">
            <a:noAutofit/>
          </a:bodyPr>
          <a:lstStyle>
            <a:lvl1pPr marL="0" indent="0" algn="l">
              <a:lnSpc>
                <a:spcPct val="100000"/>
              </a:lnSpc>
              <a:spcBef>
                <a:spcPts val="0"/>
              </a:spcBef>
              <a:buNone/>
              <a:defRPr sz="1400" b="0" spc="20" baseline="0">
                <a:solidFill>
                  <a:schemeClr val="tx1"/>
                </a:solidFill>
                <a:latin typeface="+mn-lt"/>
              </a:defRPr>
            </a:lvl1pPr>
          </a:lstStyle>
          <a:p>
            <a:pPr lvl="0" rtl="0"/>
            <a:r>
              <a:rPr lang="id-ID" noProof="0"/>
              <a:t>Judul</a:t>
            </a:r>
          </a:p>
        </p:txBody>
      </p:sp>
      <p:sp>
        <p:nvSpPr>
          <p:cNvPr id="3" name="Tampungan Tanggal 2">
            <a:extLst>
              <a:ext uri="{FF2B5EF4-FFF2-40B4-BE49-F238E27FC236}">
                <a16:creationId xmlns:a16="http://schemas.microsoft.com/office/drawing/2014/main" id="{A0C71211-4520-46A1-9487-4AE49C3239EF}"/>
              </a:ext>
            </a:extLst>
          </p:cNvPr>
          <p:cNvSpPr>
            <a:spLocks noGrp="1"/>
          </p:cNvSpPr>
          <p:nvPr>
            <p:ph type="dt" sz="half" idx="10"/>
          </p:nvPr>
        </p:nvSpPr>
        <p:spPr>
          <a:xfrm>
            <a:off x="381000" y="6356350"/>
            <a:ext cx="1569803" cy="365125"/>
          </a:xfrm>
        </p:spPr>
        <p:txBody>
          <a:bodyPr rtlCol="0">
            <a:noAutofit/>
          </a:bodyPr>
          <a:lstStyle>
            <a:lvl1pPr>
              <a:defRPr>
                <a:solidFill>
                  <a:schemeClr val="accent3"/>
                </a:solidFill>
                <a:latin typeface="+mn-lt"/>
              </a:defRPr>
            </a:lvl1pPr>
          </a:lstStyle>
          <a:p>
            <a:pPr rtl="0"/>
            <a:fld id="{7B48DF3E-AD03-4E2F-9529-7FF1401E86D2}" type="datetime1">
              <a:rPr lang="id-ID" noProof="0" smtClean="0"/>
              <a:t>24/11/2025</a:t>
            </a:fld>
            <a:endParaRPr lang="id-ID" noProof="0"/>
          </a:p>
        </p:txBody>
      </p:sp>
      <p:sp>
        <p:nvSpPr>
          <p:cNvPr id="4" name="Tampungan Kaki 3">
            <a:extLst>
              <a:ext uri="{FF2B5EF4-FFF2-40B4-BE49-F238E27FC236}">
                <a16:creationId xmlns:a16="http://schemas.microsoft.com/office/drawing/2014/main" id="{96356206-85FD-45F5-A1F7-128DB34C860F}"/>
              </a:ext>
            </a:extLst>
          </p:cNvPr>
          <p:cNvSpPr>
            <a:spLocks noGrp="1"/>
          </p:cNvSpPr>
          <p:nvPr>
            <p:ph type="ftr" sz="quarter" idx="11"/>
          </p:nvPr>
        </p:nvSpPr>
        <p:spPr>
          <a:xfrm>
            <a:off x="2871106" y="6356350"/>
            <a:ext cx="4114800" cy="365125"/>
          </a:xfrm>
        </p:spPr>
        <p:txBody>
          <a:bodyPr rtlCol="0">
            <a:noAutofit/>
          </a:bodyPr>
          <a:lstStyle>
            <a:lvl1pPr>
              <a:defRPr>
                <a:solidFill>
                  <a:schemeClr val="accent3"/>
                </a:solidFill>
                <a:latin typeface="+mn-lt"/>
              </a:defRPr>
            </a:lvl1pPr>
          </a:lstStyle>
          <a:p>
            <a:pPr rtl="0"/>
            <a:r>
              <a:rPr lang="id-ID" noProof="0"/>
              <a:t>JUDUL PRESENTASI</a:t>
            </a:r>
          </a:p>
        </p:txBody>
      </p:sp>
      <p:sp>
        <p:nvSpPr>
          <p:cNvPr id="5" name="Tampungan Nomor Slide 4">
            <a:extLst>
              <a:ext uri="{FF2B5EF4-FFF2-40B4-BE49-F238E27FC236}">
                <a16:creationId xmlns:a16="http://schemas.microsoft.com/office/drawing/2014/main" id="{0203763F-C8CD-4BCB-9A0A-B10F000BC1DB}"/>
              </a:ext>
            </a:extLst>
          </p:cNvPr>
          <p:cNvSpPr>
            <a:spLocks noGrp="1"/>
          </p:cNvSpPr>
          <p:nvPr>
            <p:ph type="sldNum" sz="quarter" idx="12"/>
          </p:nvPr>
        </p:nvSpPr>
        <p:spPr>
          <a:xfrm>
            <a:off x="8332334" y="6356350"/>
            <a:ext cx="1167495" cy="365125"/>
          </a:xfrm>
        </p:spPr>
        <p:txBody>
          <a:bodyPr rtlCol="0">
            <a:noAutofit/>
          </a:bodyPr>
          <a:lstStyle>
            <a:lvl1pPr>
              <a:defRPr>
                <a:solidFill>
                  <a:schemeClr val="accent3"/>
                </a:solidFill>
                <a:latin typeface="+mn-lt"/>
              </a:defRPr>
            </a:lvl1pPr>
          </a:lstStyle>
          <a:p>
            <a:pPr rtl="0"/>
            <a:fld id="{294A09A9-5501-47C1-A89A-A340965A2BE2}" type="slidenum">
              <a:rPr lang="id-ID" noProof="0" smtClean="0"/>
              <a:pPr/>
              <a:t>‹#›</a:t>
            </a:fld>
            <a:endParaRPr lang="id-ID" noProof="0"/>
          </a:p>
        </p:txBody>
      </p:sp>
      <p:sp>
        <p:nvSpPr>
          <p:cNvPr id="19" name="Bentuk bebas 18">
            <a:extLst>
              <a:ext uri="{FF2B5EF4-FFF2-40B4-BE49-F238E27FC236}">
                <a16:creationId xmlns:a16="http://schemas.microsoft.com/office/drawing/2014/main" id="{AAB3BC7E-B34F-EF47-B125-1574C5484E22}"/>
              </a:ext>
            </a:extLst>
          </p:cNvPr>
          <p:cNvSpPr/>
          <p:nvPr userDrawn="1"/>
        </p:nvSpPr>
        <p:spPr>
          <a:xfrm rot="16200000" flipV="1">
            <a:off x="9499940" y="355410"/>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id-ID" noProof="0"/>
          </a:p>
        </p:txBody>
      </p:sp>
      <p:sp>
        <p:nvSpPr>
          <p:cNvPr id="21" name="Bentuk bebas 20">
            <a:extLst>
              <a:ext uri="{FF2B5EF4-FFF2-40B4-BE49-F238E27FC236}">
                <a16:creationId xmlns:a16="http://schemas.microsoft.com/office/drawing/2014/main" id="{7CBC82D0-4F72-C649-8B7F-D4B087957B6C}"/>
              </a:ext>
            </a:extLst>
          </p:cNvPr>
          <p:cNvSpPr/>
          <p:nvPr userDrawn="1"/>
        </p:nvSpPr>
        <p:spPr>
          <a:xfrm flipH="1">
            <a:off x="10866436" y="1879977"/>
            <a:ext cx="1325563" cy="1325563"/>
          </a:xfrm>
          <a:custGeom>
            <a:avLst/>
            <a:gdLst>
              <a:gd name="connsiteX0" fmla="*/ 0 w 1167493"/>
              <a:gd name="connsiteY0" fmla="*/ 0 h 1167493"/>
              <a:gd name="connsiteX1" fmla="*/ 1167493 w 1167493"/>
              <a:gd name="connsiteY1" fmla="*/ 0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lnTo>
                  <a:pt x="1167493" y="0"/>
                </a:lnTo>
                <a:cubicBezTo>
                  <a:pt x="522704" y="0"/>
                  <a:pt x="0" y="522704"/>
                  <a:pt x="0" y="1167493"/>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id-ID" noProof="0"/>
          </a:p>
        </p:txBody>
      </p:sp>
      <p:sp>
        <p:nvSpPr>
          <p:cNvPr id="25" name="Bentuk bebas 24">
            <a:extLst>
              <a:ext uri="{FF2B5EF4-FFF2-40B4-BE49-F238E27FC236}">
                <a16:creationId xmlns:a16="http://schemas.microsoft.com/office/drawing/2014/main" id="{9383F23A-D872-2A4C-B386-A9D269BE694D}"/>
              </a:ext>
            </a:extLst>
          </p:cNvPr>
          <p:cNvSpPr/>
          <p:nvPr userDrawn="1"/>
        </p:nvSpPr>
        <p:spPr>
          <a:xfrm>
            <a:off x="11024507" y="-1664"/>
            <a:ext cx="1167494" cy="1881641"/>
          </a:xfrm>
          <a:custGeom>
            <a:avLst/>
            <a:gdLst>
              <a:gd name="connsiteX0" fmla="*/ 1167473 w 1167494"/>
              <a:gd name="connsiteY0" fmla="*/ 0 h 1881641"/>
              <a:gd name="connsiteX1" fmla="*/ 1167493 w 1167494"/>
              <a:gd name="connsiteY1" fmla="*/ 0 h 1881641"/>
              <a:gd name="connsiteX2" fmla="*/ 1167493 w 1167494"/>
              <a:gd name="connsiteY2" fmla="*/ 714148 h 1881641"/>
              <a:gd name="connsiteX3" fmla="*/ 1166666 w 1167494"/>
              <a:gd name="connsiteY3" fmla="*/ 730534 h 1881641"/>
              <a:gd name="connsiteX4" fmla="*/ 1167494 w 1167494"/>
              <a:gd name="connsiteY4" fmla="*/ 730534 h 1881641"/>
              <a:gd name="connsiteX5" fmla="*/ 1167494 w 1167494"/>
              <a:gd name="connsiteY5" fmla="*/ 1378059 h 1881641"/>
              <a:gd name="connsiteX6" fmla="*/ 1167493 w 1167494"/>
              <a:gd name="connsiteY6" fmla="*/ 1378059 h 1881641"/>
              <a:gd name="connsiteX7" fmla="*/ 1167493 w 1167494"/>
              <a:gd name="connsiteY7" fmla="*/ 1881641 h 1881641"/>
              <a:gd name="connsiteX8" fmla="*/ 0 w 1167494"/>
              <a:gd name="connsiteY8" fmla="*/ 1881641 h 1881641"/>
              <a:gd name="connsiteX9" fmla="*/ 0 w 1167494"/>
              <a:gd name="connsiteY9" fmla="*/ 1234116 h 1881641"/>
              <a:gd name="connsiteX10" fmla="*/ 0 w 1167494"/>
              <a:gd name="connsiteY10" fmla="*/ 1167492 h 1881641"/>
              <a:gd name="connsiteX11" fmla="*/ 1048124 w 1167494"/>
              <a:gd name="connsiteY11" fmla="*/ 6027 h 18816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67494" h="1881641">
                <a:moveTo>
                  <a:pt x="1167473" y="0"/>
                </a:moveTo>
                <a:lnTo>
                  <a:pt x="1167493" y="0"/>
                </a:lnTo>
                <a:lnTo>
                  <a:pt x="1167493" y="714148"/>
                </a:lnTo>
                <a:lnTo>
                  <a:pt x="1166666" y="730534"/>
                </a:lnTo>
                <a:lnTo>
                  <a:pt x="1167494" y="730534"/>
                </a:lnTo>
                <a:lnTo>
                  <a:pt x="1167494" y="1378059"/>
                </a:lnTo>
                <a:lnTo>
                  <a:pt x="1167493" y="1378059"/>
                </a:lnTo>
                <a:lnTo>
                  <a:pt x="1167493" y="1881641"/>
                </a:lnTo>
                <a:lnTo>
                  <a:pt x="0" y="1881641"/>
                </a:lnTo>
                <a:lnTo>
                  <a:pt x="0" y="1234116"/>
                </a:lnTo>
                <a:lnTo>
                  <a:pt x="0" y="1167492"/>
                </a:lnTo>
                <a:cubicBezTo>
                  <a:pt x="0" y="563002"/>
                  <a:pt x="459408" y="65814"/>
                  <a:pt x="1048124" y="6027"/>
                </a:cubicBez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id-ID" noProof="0"/>
          </a:p>
        </p:txBody>
      </p:sp>
      <p:sp>
        <p:nvSpPr>
          <p:cNvPr id="26" name="Oval 25">
            <a:extLst>
              <a:ext uri="{FF2B5EF4-FFF2-40B4-BE49-F238E27FC236}">
                <a16:creationId xmlns:a16="http://schemas.microsoft.com/office/drawing/2014/main" id="{9221FFDB-AAE2-5943-97A1-82D66AE05DB4}"/>
              </a:ext>
            </a:extLst>
          </p:cNvPr>
          <p:cNvSpPr/>
          <p:nvPr userDrawn="1"/>
        </p:nvSpPr>
        <p:spPr>
          <a:xfrm>
            <a:off x="10334091" y="2737752"/>
            <a:ext cx="1380830" cy="138083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rtl="0"/>
            <a:endParaRPr lang="id-ID" noProof="0"/>
          </a:p>
        </p:txBody>
      </p:sp>
      <p:sp>
        <p:nvSpPr>
          <p:cNvPr id="27" name="Bentuk bebas 26">
            <a:extLst>
              <a:ext uri="{FF2B5EF4-FFF2-40B4-BE49-F238E27FC236}">
                <a16:creationId xmlns:a16="http://schemas.microsoft.com/office/drawing/2014/main" id="{2E58EEF7-63CA-A845-BAC4-9D3BE05918B5}"/>
              </a:ext>
            </a:extLst>
          </p:cNvPr>
          <p:cNvSpPr/>
          <p:nvPr userDrawn="1"/>
        </p:nvSpPr>
        <p:spPr>
          <a:xfrm rot="16200000" flipH="1">
            <a:off x="10667432" y="5333432"/>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id-ID" noProof="0"/>
          </a:p>
        </p:txBody>
      </p:sp>
      <p:sp>
        <p:nvSpPr>
          <p:cNvPr id="28" name="Bentuk bebas 27">
            <a:extLst>
              <a:ext uri="{FF2B5EF4-FFF2-40B4-BE49-F238E27FC236}">
                <a16:creationId xmlns:a16="http://schemas.microsoft.com/office/drawing/2014/main" id="{757A4624-D8ED-2E4B-AF8C-00DFA6A72D5F}"/>
              </a:ext>
            </a:extLst>
          </p:cNvPr>
          <p:cNvSpPr/>
          <p:nvPr userDrawn="1"/>
        </p:nvSpPr>
        <p:spPr>
          <a:xfrm flipV="1">
            <a:off x="9857012" y="3651505"/>
            <a:ext cx="1325563" cy="1325563"/>
          </a:xfrm>
          <a:custGeom>
            <a:avLst/>
            <a:gdLst>
              <a:gd name="connsiteX0" fmla="*/ 0 w 1167493"/>
              <a:gd name="connsiteY0" fmla="*/ 0 h 1167493"/>
              <a:gd name="connsiteX1" fmla="*/ 1167493 w 1167493"/>
              <a:gd name="connsiteY1" fmla="*/ 0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lnTo>
                  <a:pt x="1167493" y="0"/>
                </a:lnTo>
                <a:cubicBezTo>
                  <a:pt x="522704" y="0"/>
                  <a:pt x="0" y="522704"/>
                  <a:pt x="0" y="1167493"/>
                </a:cubicBez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id-ID" noProof="0"/>
          </a:p>
        </p:txBody>
      </p:sp>
      <p:sp>
        <p:nvSpPr>
          <p:cNvPr id="29" name="Bentuk bebas 28">
            <a:extLst>
              <a:ext uri="{FF2B5EF4-FFF2-40B4-BE49-F238E27FC236}">
                <a16:creationId xmlns:a16="http://schemas.microsoft.com/office/drawing/2014/main" id="{DF312EF8-91BE-5946-BE31-8CFE107A2FEA}"/>
              </a:ext>
            </a:extLst>
          </p:cNvPr>
          <p:cNvSpPr/>
          <p:nvPr userDrawn="1"/>
        </p:nvSpPr>
        <p:spPr>
          <a:xfrm flipH="1" flipV="1">
            <a:off x="9857013" y="4976359"/>
            <a:ext cx="1167494" cy="1881641"/>
          </a:xfrm>
          <a:custGeom>
            <a:avLst/>
            <a:gdLst>
              <a:gd name="connsiteX0" fmla="*/ 1167473 w 1167494"/>
              <a:gd name="connsiteY0" fmla="*/ 0 h 1881641"/>
              <a:gd name="connsiteX1" fmla="*/ 1167493 w 1167494"/>
              <a:gd name="connsiteY1" fmla="*/ 0 h 1881641"/>
              <a:gd name="connsiteX2" fmla="*/ 1167493 w 1167494"/>
              <a:gd name="connsiteY2" fmla="*/ 714148 h 1881641"/>
              <a:gd name="connsiteX3" fmla="*/ 1166666 w 1167494"/>
              <a:gd name="connsiteY3" fmla="*/ 730534 h 1881641"/>
              <a:gd name="connsiteX4" fmla="*/ 1167494 w 1167494"/>
              <a:gd name="connsiteY4" fmla="*/ 730534 h 1881641"/>
              <a:gd name="connsiteX5" fmla="*/ 1167494 w 1167494"/>
              <a:gd name="connsiteY5" fmla="*/ 1378059 h 1881641"/>
              <a:gd name="connsiteX6" fmla="*/ 1167493 w 1167494"/>
              <a:gd name="connsiteY6" fmla="*/ 1378059 h 1881641"/>
              <a:gd name="connsiteX7" fmla="*/ 1167493 w 1167494"/>
              <a:gd name="connsiteY7" fmla="*/ 1881641 h 1881641"/>
              <a:gd name="connsiteX8" fmla="*/ 0 w 1167494"/>
              <a:gd name="connsiteY8" fmla="*/ 1881641 h 1881641"/>
              <a:gd name="connsiteX9" fmla="*/ 0 w 1167494"/>
              <a:gd name="connsiteY9" fmla="*/ 1234116 h 1881641"/>
              <a:gd name="connsiteX10" fmla="*/ 0 w 1167494"/>
              <a:gd name="connsiteY10" fmla="*/ 1167492 h 1881641"/>
              <a:gd name="connsiteX11" fmla="*/ 1048124 w 1167494"/>
              <a:gd name="connsiteY11" fmla="*/ 6027 h 18816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67494" h="1881641">
                <a:moveTo>
                  <a:pt x="1167473" y="0"/>
                </a:moveTo>
                <a:lnTo>
                  <a:pt x="1167493" y="0"/>
                </a:lnTo>
                <a:lnTo>
                  <a:pt x="1167493" y="714148"/>
                </a:lnTo>
                <a:lnTo>
                  <a:pt x="1166666" y="730534"/>
                </a:lnTo>
                <a:lnTo>
                  <a:pt x="1167494" y="730534"/>
                </a:lnTo>
                <a:lnTo>
                  <a:pt x="1167494" y="1378059"/>
                </a:lnTo>
                <a:lnTo>
                  <a:pt x="1167493" y="1378059"/>
                </a:lnTo>
                <a:lnTo>
                  <a:pt x="1167493" y="1881641"/>
                </a:lnTo>
                <a:lnTo>
                  <a:pt x="0" y="1881641"/>
                </a:lnTo>
                <a:lnTo>
                  <a:pt x="0" y="1234116"/>
                </a:lnTo>
                <a:lnTo>
                  <a:pt x="0" y="1167492"/>
                </a:lnTo>
                <a:cubicBezTo>
                  <a:pt x="0" y="563002"/>
                  <a:pt x="459408" y="65814"/>
                  <a:pt x="1048124" y="6027"/>
                </a:cubicBez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id-ID" noProof="0"/>
          </a:p>
        </p:txBody>
      </p:sp>
    </p:spTree>
    <p:extLst>
      <p:ext uri="{BB962C8B-B14F-4D97-AF65-F5344CB8AC3E}">
        <p14:creationId xmlns:p14="http://schemas.microsoft.com/office/powerpoint/2010/main" val="31544191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eluruh tim">
    <p:bg>
      <p:bgPr>
        <a:solidFill>
          <a:schemeClr val="accent2"/>
        </a:solidFill>
        <a:effectLst/>
      </p:bgPr>
    </p:bg>
    <p:spTree>
      <p:nvGrpSpPr>
        <p:cNvPr id="1" name=""/>
        <p:cNvGrpSpPr/>
        <p:nvPr/>
      </p:nvGrpSpPr>
      <p:grpSpPr>
        <a:xfrm>
          <a:off x="0" y="0"/>
          <a:ext cx="0" cy="0"/>
          <a:chOff x="0" y="0"/>
          <a:chExt cx="0" cy="0"/>
        </a:xfrm>
      </p:grpSpPr>
      <p:sp>
        <p:nvSpPr>
          <p:cNvPr id="54" name="Judul 1">
            <a:extLst>
              <a:ext uri="{FF2B5EF4-FFF2-40B4-BE49-F238E27FC236}">
                <a16:creationId xmlns:a16="http://schemas.microsoft.com/office/drawing/2014/main" id="{6825B690-1AD7-4243-AC42-D2CF19B7B02C}"/>
              </a:ext>
            </a:extLst>
          </p:cNvPr>
          <p:cNvSpPr>
            <a:spLocks noGrp="1"/>
          </p:cNvSpPr>
          <p:nvPr>
            <p:ph type="title"/>
          </p:nvPr>
        </p:nvSpPr>
        <p:spPr>
          <a:xfrm>
            <a:off x="750430" y="381000"/>
            <a:ext cx="10678142" cy="1325563"/>
          </a:xfrm>
        </p:spPr>
        <p:txBody>
          <a:bodyPr lIns="0" rtlCol="0" anchor="b">
            <a:noAutofit/>
          </a:bodyPr>
          <a:lstStyle>
            <a:lvl1pPr>
              <a:defRPr sz="4800" b="1">
                <a:latin typeface="+mj-lt"/>
              </a:defRPr>
            </a:lvl1pPr>
          </a:lstStyle>
          <a:p>
            <a:pPr rtl="0"/>
            <a:r>
              <a:rPr lang="en-US" noProof="0"/>
              <a:t>Click to edit Master title style</a:t>
            </a:r>
            <a:endParaRPr lang="id-ID" noProof="0"/>
          </a:p>
        </p:txBody>
      </p:sp>
      <p:sp>
        <p:nvSpPr>
          <p:cNvPr id="6" name="Tampungan Gambar 23">
            <a:extLst>
              <a:ext uri="{FF2B5EF4-FFF2-40B4-BE49-F238E27FC236}">
                <a16:creationId xmlns:a16="http://schemas.microsoft.com/office/drawing/2014/main" id="{5E48B363-63E8-4F17-842B-53AD935A6529}"/>
              </a:ext>
            </a:extLst>
          </p:cNvPr>
          <p:cNvSpPr>
            <a:spLocks noGrp="1"/>
          </p:cNvSpPr>
          <p:nvPr>
            <p:ph type="pic" sz="quarter" idx="13"/>
          </p:nvPr>
        </p:nvSpPr>
        <p:spPr>
          <a:xfrm>
            <a:off x="750429" y="2068734"/>
            <a:ext cx="904987" cy="905641"/>
          </a:xfrm>
        </p:spPr>
        <p:txBody>
          <a:bodyPr rtlCol="0">
            <a:noAutofit/>
          </a:bodyPr>
          <a:lstStyle>
            <a:lvl1pPr marL="0" indent="0">
              <a:buNone/>
              <a:defRPr sz="1400">
                <a:solidFill>
                  <a:schemeClr val="tx1"/>
                </a:solidFill>
              </a:defRPr>
            </a:lvl1pPr>
          </a:lstStyle>
          <a:p>
            <a:pPr rtl="0"/>
            <a:r>
              <a:rPr lang="en-US" noProof="0"/>
              <a:t>Click icon to add picture</a:t>
            </a:r>
            <a:endParaRPr lang="id-ID" noProof="0"/>
          </a:p>
        </p:txBody>
      </p:sp>
      <p:sp>
        <p:nvSpPr>
          <p:cNvPr id="31" name="Tampungan Teks 28">
            <a:extLst>
              <a:ext uri="{FF2B5EF4-FFF2-40B4-BE49-F238E27FC236}">
                <a16:creationId xmlns:a16="http://schemas.microsoft.com/office/drawing/2014/main" id="{1825005B-0520-EC49-9A5C-554CB700387B}"/>
              </a:ext>
            </a:extLst>
          </p:cNvPr>
          <p:cNvSpPr>
            <a:spLocks noGrp="1"/>
          </p:cNvSpPr>
          <p:nvPr>
            <p:ph type="body" sz="quarter" idx="17" hasCustomPrompt="1"/>
          </p:nvPr>
        </p:nvSpPr>
        <p:spPr>
          <a:xfrm>
            <a:off x="750430" y="2994545"/>
            <a:ext cx="2281237" cy="347662"/>
          </a:xfrm>
        </p:spPr>
        <p:txBody>
          <a:bodyPr lIns="0" tIns="0" rIns="0" bIns="0" rtlCol="0" anchor="b" anchorCtr="0">
            <a:noAutofit/>
          </a:bodyPr>
          <a:lstStyle>
            <a:lvl1pPr marL="0" indent="0" algn="l">
              <a:lnSpc>
                <a:spcPct val="100000"/>
              </a:lnSpc>
              <a:spcBef>
                <a:spcPts val="0"/>
              </a:spcBef>
              <a:buNone/>
              <a:defRPr sz="1800" b="1" spc="20" baseline="0">
                <a:solidFill>
                  <a:schemeClr val="tx1"/>
                </a:solidFill>
                <a:latin typeface="+mn-lt"/>
              </a:defRPr>
            </a:lvl1pPr>
          </a:lstStyle>
          <a:p>
            <a:pPr lvl="0" rtl="0"/>
            <a:r>
              <a:rPr lang="id-ID" noProof="0"/>
              <a:t>Nama</a:t>
            </a:r>
          </a:p>
        </p:txBody>
      </p:sp>
      <p:sp>
        <p:nvSpPr>
          <p:cNvPr id="32" name="Tampungan Teks 28">
            <a:extLst>
              <a:ext uri="{FF2B5EF4-FFF2-40B4-BE49-F238E27FC236}">
                <a16:creationId xmlns:a16="http://schemas.microsoft.com/office/drawing/2014/main" id="{B6697B92-AF89-2C46-BC1E-6CB47E8EA421}"/>
              </a:ext>
            </a:extLst>
          </p:cNvPr>
          <p:cNvSpPr>
            <a:spLocks noGrp="1"/>
          </p:cNvSpPr>
          <p:nvPr>
            <p:ph type="body" sz="quarter" idx="18" hasCustomPrompt="1"/>
          </p:nvPr>
        </p:nvSpPr>
        <p:spPr>
          <a:xfrm>
            <a:off x="750429" y="3379791"/>
            <a:ext cx="2281237" cy="347662"/>
          </a:xfrm>
        </p:spPr>
        <p:txBody>
          <a:bodyPr lIns="0" tIns="0" rIns="0" bIns="0" rtlCol="0">
            <a:noAutofit/>
          </a:bodyPr>
          <a:lstStyle>
            <a:lvl1pPr marL="0" indent="0" algn="l">
              <a:lnSpc>
                <a:spcPct val="100000"/>
              </a:lnSpc>
              <a:spcBef>
                <a:spcPts val="0"/>
              </a:spcBef>
              <a:buNone/>
              <a:defRPr sz="1400" b="0" spc="20" baseline="0">
                <a:solidFill>
                  <a:schemeClr val="tx1"/>
                </a:solidFill>
                <a:latin typeface="+mn-lt"/>
              </a:defRPr>
            </a:lvl1pPr>
          </a:lstStyle>
          <a:p>
            <a:pPr lvl="0" rtl="0"/>
            <a:r>
              <a:rPr lang="id-ID" noProof="0"/>
              <a:t>Judul</a:t>
            </a:r>
          </a:p>
        </p:txBody>
      </p:sp>
      <p:sp>
        <p:nvSpPr>
          <p:cNvPr id="33" name="Tampungan Gambar 23">
            <a:extLst>
              <a:ext uri="{FF2B5EF4-FFF2-40B4-BE49-F238E27FC236}">
                <a16:creationId xmlns:a16="http://schemas.microsoft.com/office/drawing/2014/main" id="{FA9FEBB0-45F1-DF45-89C4-B343F8B20BA0}"/>
              </a:ext>
            </a:extLst>
          </p:cNvPr>
          <p:cNvSpPr>
            <a:spLocks noGrp="1"/>
          </p:cNvSpPr>
          <p:nvPr>
            <p:ph type="pic" sz="quarter" idx="28"/>
          </p:nvPr>
        </p:nvSpPr>
        <p:spPr>
          <a:xfrm>
            <a:off x="3549397" y="2068734"/>
            <a:ext cx="904987" cy="905641"/>
          </a:xfrm>
        </p:spPr>
        <p:txBody>
          <a:bodyPr rtlCol="0">
            <a:noAutofit/>
          </a:bodyPr>
          <a:lstStyle>
            <a:lvl1pPr marL="0" indent="0">
              <a:buNone/>
              <a:defRPr sz="1400">
                <a:solidFill>
                  <a:schemeClr val="tx1"/>
                </a:solidFill>
              </a:defRPr>
            </a:lvl1pPr>
          </a:lstStyle>
          <a:p>
            <a:pPr rtl="0"/>
            <a:r>
              <a:rPr lang="en-US" noProof="0"/>
              <a:t>Click icon to add picture</a:t>
            </a:r>
            <a:endParaRPr lang="id-ID" noProof="0"/>
          </a:p>
        </p:txBody>
      </p:sp>
      <p:sp>
        <p:nvSpPr>
          <p:cNvPr id="34" name="Tampungan Teks 28">
            <a:extLst>
              <a:ext uri="{FF2B5EF4-FFF2-40B4-BE49-F238E27FC236}">
                <a16:creationId xmlns:a16="http://schemas.microsoft.com/office/drawing/2014/main" id="{EF331731-A7FC-C245-A9C1-0B1A2E994DB6}"/>
              </a:ext>
            </a:extLst>
          </p:cNvPr>
          <p:cNvSpPr>
            <a:spLocks noGrp="1"/>
          </p:cNvSpPr>
          <p:nvPr>
            <p:ph type="body" sz="quarter" idx="29" hasCustomPrompt="1"/>
          </p:nvPr>
        </p:nvSpPr>
        <p:spPr>
          <a:xfrm>
            <a:off x="3549398" y="2994545"/>
            <a:ext cx="2281237" cy="347662"/>
          </a:xfrm>
        </p:spPr>
        <p:txBody>
          <a:bodyPr lIns="0" tIns="0" rIns="0" bIns="0" rtlCol="0" anchor="b" anchorCtr="0">
            <a:noAutofit/>
          </a:bodyPr>
          <a:lstStyle>
            <a:lvl1pPr marL="0" indent="0" algn="l">
              <a:lnSpc>
                <a:spcPct val="100000"/>
              </a:lnSpc>
              <a:spcBef>
                <a:spcPts val="0"/>
              </a:spcBef>
              <a:buNone/>
              <a:defRPr sz="1800" b="1" spc="20" baseline="0">
                <a:solidFill>
                  <a:schemeClr val="tx1"/>
                </a:solidFill>
                <a:latin typeface="+mn-lt"/>
              </a:defRPr>
            </a:lvl1pPr>
          </a:lstStyle>
          <a:p>
            <a:pPr lvl="0" rtl="0"/>
            <a:r>
              <a:rPr lang="id-ID" noProof="0"/>
              <a:t>Nama</a:t>
            </a:r>
          </a:p>
        </p:txBody>
      </p:sp>
      <p:sp>
        <p:nvSpPr>
          <p:cNvPr id="35" name="Tampungan Teks 28">
            <a:extLst>
              <a:ext uri="{FF2B5EF4-FFF2-40B4-BE49-F238E27FC236}">
                <a16:creationId xmlns:a16="http://schemas.microsoft.com/office/drawing/2014/main" id="{313B974E-E762-EE48-B2DF-C8F10DF73444}"/>
              </a:ext>
            </a:extLst>
          </p:cNvPr>
          <p:cNvSpPr>
            <a:spLocks noGrp="1"/>
          </p:cNvSpPr>
          <p:nvPr>
            <p:ph type="body" sz="quarter" idx="30" hasCustomPrompt="1"/>
          </p:nvPr>
        </p:nvSpPr>
        <p:spPr>
          <a:xfrm>
            <a:off x="3549397" y="3379791"/>
            <a:ext cx="2281237" cy="347662"/>
          </a:xfrm>
        </p:spPr>
        <p:txBody>
          <a:bodyPr lIns="0" tIns="0" rIns="0" bIns="0" rtlCol="0">
            <a:noAutofit/>
          </a:bodyPr>
          <a:lstStyle>
            <a:lvl1pPr marL="0" indent="0" algn="l">
              <a:lnSpc>
                <a:spcPct val="100000"/>
              </a:lnSpc>
              <a:spcBef>
                <a:spcPts val="0"/>
              </a:spcBef>
              <a:buNone/>
              <a:defRPr sz="1400" b="0" spc="20" baseline="0">
                <a:solidFill>
                  <a:schemeClr val="tx1"/>
                </a:solidFill>
                <a:latin typeface="+mn-lt"/>
              </a:defRPr>
            </a:lvl1pPr>
          </a:lstStyle>
          <a:p>
            <a:pPr lvl="0" rtl="0"/>
            <a:r>
              <a:rPr lang="id-ID" noProof="0"/>
              <a:t>Judul</a:t>
            </a:r>
          </a:p>
        </p:txBody>
      </p:sp>
      <p:sp>
        <p:nvSpPr>
          <p:cNvPr id="36" name="Tampungan Gambar 23">
            <a:extLst>
              <a:ext uri="{FF2B5EF4-FFF2-40B4-BE49-F238E27FC236}">
                <a16:creationId xmlns:a16="http://schemas.microsoft.com/office/drawing/2014/main" id="{8BA62E8C-79E6-D245-B706-FFB1E051B2D6}"/>
              </a:ext>
            </a:extLst>
          </p:cNvPr>
          <p:cNvSpPr>
            <a:spLocks noGrp="1"/>
          </p:cNvSpPr>
          <p:nvPr>
            <p:ph type="pic" sz="quarter" idx="31"/>
          </p:nvPr>
        </p:nvSpPr>
        <p:spPr>
          <a:xfrm>
            <a:off x="6348367" y="2068734"/>
            <a:ext cx="904987" cy="905641"/>
          </a:xfrm>
        </p:spPr>
        <p:txBody>
          <a:bodyPr rtlCol="0">
            <a:noAutofit/>
          </a:bodyPr>
          <a:lstStyle>
            <a:lvl1pPr marL="0" indent="0">
              <a:buNone/>
              <a:defRPr sz="1400">
                <a:solidFill>
                  <a:schemeClr val="tx1"/>
                </a:solidFill>
              </a:defRPr>
            </a:lvl1pPr>
          </a:lstStyle>
          <a:p>
            <a:pPr rtl="0"/>
            <a:r>
              <a:rPr lang="en-US" noProof="0"/>
              <a:t>Click icon to add picture</a:t>
            </a:r>
            <a:endParaRPr lang="id-ID" noProof="0"/>
          </a:p>
        </p:txBody>
      </p:sp>
      <p:sp>
        <p:nvSpPr>
          <p:cNvPr id="37" name="Tampungan Teks 28">
            <a:extLst>
              <a:ext uri="{FF2B5EF4-FFF2-40B4-BE49-F238E27FC236}">
                <a16:creationId xmlns:a16="http://schemas.microsoft.com/office/drawing/2014/main" id="{4199EE50-5386-0446-8ADA-23C1B0D6EA4F}"/>
              </a:ext>
            </a:extLst>
          </p:cNvPr>
          <p:cNvSpPr>
            <a:spLocks noGrp="1"/>
          </p:cNvSpPr>
          <p:nvPr>
            <p:ph type="body" sz="quarter" idx="32" hasCustomPrompt="1"/>
          </p:nvPr>
        </p:nvSpPr>
        <p:spPr>
          <a:xfrm>
            <a:off x="6348368" y="2994545"/>
            <a:ext cx="2281237" cy="347662"/>
          </a:xfrm>
        </p:spPr>
        <p:txBody>
          <a:bodyPr lIns="0" tIns="0" rIns="0" bIns="0" rtlCol="0" anchor="b" anchorCtr="0">
            <a:noAutofit/>
          </a:bodyPr>
          <a:lstStyle>
            <a:lvl1pPr marL="0" indent="0" algn="l">
              <a:lnSpc>
                <a:spcPct val="100000"/>
              </a:lnSpc>
              <a:spcBef>
                <a:spcPts val="0"/>
              </a:spcBef>
              <a:buNone/>
              <a:defRPr sz="1800" b="1" spc="20" baseline="0">
                <a:solidFill>
                  <a:schemeClr val="tx1"/>
                </a:solidFill>
                <a:latin typeface="+mn-lt"/>
              </a:defRPr>
            </a:lvl1pPr>
          </a:lstStyle>
          <a:p>
            <a:pPr lvl="0" rtl="0"/>
            <a:r>
              <a:rPr lang="id-ID" noProof="0"/>
              <a:t>Nama</a:t>
            </a:r>
          </a:p>
        </p:txBody>
      </p:sp>
      <p:sp>
        <p:nvSpPr>
          <p:cNvPr id="38" name="Tampungan Teks 28">
            <a:extLst>
              <a:ext uri="{FF2B5EF4-FFF2-40B4-BE49-F238E27FC236}">
                <a16:creationId xmlns:a16="http://schemas.microsoft.com/office/drawing/2014/main" id="{478AB5CA-B5A5-934D-BF51-1485953A703D}"/>
              </a:ext>
            </a:extLst>
          </p:cNvPr>
          <p:cNvSpPr>
            <a:spLocks noGrp="1"/>
          </p:cNvSpPr>
          <p:nvPr>
            <p:ph type="body" sz="quarter" idx="33" hasCustomPrompt="1"/>
          </p:nvPr>
        </p:nvSpPr>
        <p:spPr>
          <a:xfrm>
            <a:off x="6348367" y="3379791"/>
            <a:ext cx="2281237" cy="347662"/>
          </a:xfrm>
        </p:spPr>
        <p:txBody>
          <a:bodyPr lIns="0" tIns="0" rIns="0" bIns="0" rtlCol="0">
            <a:noAutofit/>
          </a:bodyPr>
          <a:lstStyle>
            <a:lvl1pPr marL="0" indent="0" algn="l">
              <a:lnSpc>
                <a:spcPct val="100000"/>
              </a:lnSpc>
              <a:spcBef>
                <a:spcPts val="0"/>
              </a:spcBef>
              <a:buNone/>
              <a:defRPr sz="1400" b="0" spc="20" baseline="0">
                <a:solidFill>
                  <a:schemeClr val="tx1"/>
                </a:solidFill>
                <a:latin typeface="+mn-lt"/>
              </a:defRPr>
            </a:lvl1pPr>
          </a:lstStyle>
          <a:p>
            <a:pPr lvl="0" rtl="0"/>
            <a:r>
              <a:rPr lang="id-ID" noProof="0"/>
              <a:t>Judul</a:t>
            </a:r>
          </a:p>
        </p:txBody>
      </p:sp>
      <p:sp>
        <p:nvSpPr>
          <p:cNvPr id="39" name="Tampungan Gambar 23">
            <a:extLst>
              <a:ext uri="{FF2B5EF4-FFF2-40B4-BE49-F238E27FC236}">
                <a16:creationId xmlns:a16="http://schemas.microsoft.com/office/drawing/2014/main" id="{3D78BE06-1FC7-3C43-BD15-F4137B564B58}"/>
              </a:ext>
            </a:extLst>
          </p:cNvPr>
          <p:cNvSpPr>
            <a:spLocks noGrp="1"/>
          </p:cNvSpPr>
          <p:nvPr>
            <p:ph type="pic" sz="quarter" idx="34"/>
          </p:nvPr>
        </p:nvSpPr>
        <p:spPr>
          <a:xfrm>
            <a:off x="9147335" y="2068734"/>
            <a:ext cx="904987" cy="905641"/>
          </a:xfrm>
        </p:spPr>
        <p:txBody>
          <a:bodyPr rtlCol="0">
            <a:noAutofit/>
          </a:bodyPr>
          <a:lstStyle>
            <a:lvl1pPr marL="0" indent="0">
              <a:buNone/>
              <a:defRPr sz="1400">
                <a:solidFill>
                  <a:schemeClr val="tx1"/>
                </a:solidFill>
              </a:defRPr>
            </a:lvl1pPr>
          </a:lstStyle>
          <a:p>
            <a:pPr rtl="0"/>
            <a:r>
              <a:rPr lang="en-US" noProof="0"/>
              <a:t>Click icon to add picture</a:t>
            </a:r>
            <a:endParaRPr lang="id-ID" noProof="0"/>
          </a:p>
        </p:txBody>
      </p:sp>
      <p:sp>
        <p:nvSpPr>
          <p:cNvPr id="40" name="Tampungan Teks 28">
            <a:extLst>
              <a:ext uri="{FF2B5EF4-FFF2-40B4-BE49-F238E27FC236}">
                <a16:creationId xmlns:a16="http://schemas.microsoft.com/office/drawing/2014/main" id="{14F01FCC-4797-0343-8739-20331C751C18}"/>
              </a:ext>
            </a:extLst>
          </p:cNvPr>
          <p:cNvSpPr>
            <a:spLocks noGrp="1"/>
          </p:cNvSpPr>
          <p:nvPr>
            <p:ph type="body" sz="quarter" idx="35" hasCustomPrompt="1"/>
          </p:nvPr>
        </p:nvSpPr>
        <p:spPr>
          <a:xfrm>
            <a:off x="9147336" y="2994545"/>
            <a:ext cx="2281237" cy="347662"/>
          </a:xfrm>
        </p:spPr>
        <p:txBody>
          <a:bodyPr lIns="0" tIns="0" rIns="0" bIns="0" rtlCol="0" anchor="b" anchorCtr="0">
            <a:noAutofit/>
          </a:bodyPr>
          <a:lstStyle>
            <a:lvl1pPr marL="0" indent="0" algn="l">
              <a:lnSpc>
                <a:spcPct val="100000"/>
              </a:lnSpc>
              <a:spcBef>
                <a:spcPts val="0"/>
              </a:spcBef>
              <a:buNone/>
              <a:defRPr sz="1800" b="1" spc="20" baseline="0">
                <a:solidFill>
                  <a:schemeClr val="tx1"/>
                </a:solidFill>
                <a:latin typeface="+mn-lt"/>
              </a:defRPr>
            </a:lvl1pPr>
          </a:lstStyle>
          <a:p>
            <a:pPr lvl="0" rtl="0"/>
            <a:r>
              <a:rPr lang="id-ID" noProof="0"/>
              <a:t>Nama</a:t>
            </a:r>
          </a:p>
        </p:txBody>
      </p:sp>
      <p:sp>
        <p:nvSpPr>
          <p:cNvPr id="41" name="Tampungan Teks 28">
            <a:extLst>
              <a:ext uri="{FF2B5EF4-FFF2-40B4-BE49-F238E27FC236}">
                <a16:creationId xmlns:a16="http://schemas.microsoft.com/office/drawing/2014/main" id="{33FBE6CA-EC7A-1A4B-ADA3-6B78F2DE09C2}"/>
              </a:ext>
            </a:extLst>
          </p:cNvPr>
          <p:cNvSpPr>
            <a:spLocks noGrp="1"/>
          </p:cNvSpPr>
          <p:nvPr>
            <p:ph type="body" sz="quarter" idx="36" hasCustomPrompt="1"/>
          </p:nvPr>
        </p:nvSpPr>
        <p:spPr>
          <a:xfrm>
            <a:off x="9147335" y="3379791"/>
            <a:ext cx="2281237" cy="347662"/>
          </a:xfrm>
        </p:spPr>
        <p:txBody>
          <a:bodyPr lIns="0" tIns="0" rIns="0" bIns="0" rtlCol="0">
            <a:noAutofit/>
          </a:bodyPr>
          <a:lstStyle>
            <a:lvl1pPr marL="0" indent="0" algn="l">
              <a:lnSpc>
                <a:spcPct val="100000"/>
              </a:lnSpc>
              <a:spcBef>
                <a:spcPts val="0"/>
              </a:spcBef>
              <a:buNone/>
              <a:defRPr sz="1400" b="0" spc="20" baseline="0">
                <a:solidFill>
                  <a:schemeClr val="tx1"/>
                </a:solidFill>
                <a:latin typeface="+mn-lt"/>
              </a:defRPr>
            </a:lvl1pPr>
          </a:lstStyle>
          <a:p>
            <a:pPr lvl="0" rtl="0"/>
            <a:r>
              <a:rPr lang="id-ID" noProof="0"/>
              <a:t>Judul</a:t>
            </a:r>
          </a:p>
        </p:txBody>
      </p:sp>
      <p:sp>
        <p:nvSpPr>
          <p:cNvPr id="42" name="Tampungan Gambar 23">
            <a:extLst>
              <a:ext uri="{FF2B5EF4-FFF2-40B4-BE49-F238E27FC236}">
                <a16:creationId xmlns:a16="http://schemas.microsoft.com/office/drawing/2014/main" id="{6DD7CCE4-AD48-B64F-909E-F88961FBDFC5}"/>
              </a:ext>
            </a:extLst>
          </p:cNvPr>
          <p:cNvSpPr>
            <a:spLocks noGrp="1"/>
          </p:cNvSpPr>
          <p:nvPr>
            <p:ph type="pic" sz="quarter" idx="37"/>
          </p:nvPr>
        </p:nvSpPr>
        <p:spPr>
          <a:xfrm>
            <a:off x="750429" y="4118551"/>
            <a:ext cx="904987" cy="905641"/>
          </a:xfrm>
        </p:spPr>
        <p:txBody>
          <a:bodyPr rtlCol="0">
            <a:noAutofit/>
          </a:bodyPr>
          <a:lstStyle>
            <a:lvl1pPr marL="0" indent="0">
              <a:buNone/>
              <a:defRPr sz="1400">
                <a:solidFill>
                  <a:schemeClr val="tx1"/>
                </a:solidFill>
              </a:defRPr>
            </a:lvl1pPr>
          </a:lstStyle>
          <a:p>
            <a:pPr rtl="0"/>
            <a:r>
              <a:rPr lang="en-US" noProof="0"/>
              <a:t>Click icon to add picture</a:t>
            </a:r>
            <a:endParaRPr lang="id-ID" noProof="0"/>
          </a:p>
        </p:txBody>
      </p:sp>
      <p:sp>
        <p:nvSpPr>
          <p:cNvPr id="43" name="Tampungan Teks 28">
            <a:extLst>
              <a:ext uri="{FF2B5EF4-FFF2-40B4-BE49-F238E27FC236}">
                <a16:creationId xmlns:a16="http://schemas.microsoft.com/office/drawing/2014/main" id="{C076E7E2-3D95-EA47-BF86-444615F1F141}"/>
              </a:ext>
            </a:extLst>
          </p:cNvPr>
          <p:cNvSpPr>
            <a:spLocks noGrp="1"/>
          </p:cNvSpPr>
          <p:nvPr>
            <p:ph type="body" sz="quarter" idx="38" hasCustomPrompt="1"/>
          </p:nvPr>
        </p:nvSpPr>
        <p:spPr>
          <a:xfrm>
            <a:off x="750430" y="5044362"/>
            <a:ext cx="2281237" cy="347662"/>
          </a:xfrm>
        </p:spPr>
        <p:txBody>
          <a:bodyPr lIns="0" tIns="0" rIns="0" bIns="0" rtlCol="0" anchor="b" anchorCtr="0">
            <a:noAutofit/>
          </a:bodyPr>
          <a:lstStyle>
            <a:lvl1pPr marL="0" indent="0" algn="l">
              <a:lnSpc>
                <a:spcPct val="100000"/>
              </a:lnSpc>
              <a:spcBef>
                <a:spcPts val="0"/>
              </a:spcBef>
              <a:buNone/>
              <a:defRPr sz="1800" b="1" spc="20" baseline="0">
                <a:solidFill>
                  <a:schemeClr val="tx1"/>
                </a:solidFill>
                <a:latin typeface="+mn-lt"/>
              </a:defRPr>
            </a:lvl1pPr>
          </a:lstStyle>
          <a:p>
            <a:pPr lvl="0" rtl="0"/>
            <a:r>
              <a:rPr lang="id-ID" noProof="0"/>
              <a:t>Nama</a:t>
            </a:r>
          </a:p>
        </p:txBody>
      </p:sp>
      <p:sp>
        <p:nvSpPr>
          <p:cNvPr id="44" name="Tampungan Teks 28">
            <a:extLst>
              <a:ext uri="{FF2B5EF4-FFF2-40B4-BE49-F238E27FC236}">
                <a16:creationId xmlns:a16="http://schemas.microsoft.com/office/drawing/2014/main" id="{612499D2-373C-3940-97A5-FCA8B245BE45}"/>
              </a:ext>
            </a:extLst>
          </p:cNvPr>
          <p:cNvSpPr>
            <a:spLocks noGrp="1"/>
          </p:cNvSpPr>
          <p:nvPr>
            <p:ph type="body" sz="quarter" idx="39" hasCustomPrompt="1"/>
          </p:nvPr>
        </p:nvSpPr>
        <p:spPr>
          <a:xfrm>
            <a:off x="750429" y="5429608"/>
            <a:ext cx="2281237" cy="347662"/>
          </a:xfrm>
        </p:spPr>
        <p:txBody>
          <a:bodyPr lIns="0" tIns="0" rIns="0" bIns="0" rtlCol="0">
            <a:noAutofit/>
          </a:bodyPr>
          <a:lstStyle>
            <a:lvl1pPr marL="0" indent="0" algn="l">
              <a:lnSpc>
                <a:spcPct val="100000"/>
              </a:lnSpc>
              <a:spcBef>
                <a:spcPts val="0"/>
              </a:spcBef>
              <a:buNone/>
              <a:defRPr sz="1400" b="0" spc="20" baseline="0">
                <a:solidFill>
                  <a:schemeClr val="tx1"/>
                </a:solidFill>
                <a:latin typeface="+mn-lt"/>
              </a:defRPr>
            </a:lvl1pPr>
          </a:lstStyle>
          <a:p>
            <a:pPr lvl="0" rtl="0"/>
            <a:r>
              <a:rPr lang="id-ID" noProof="0"/>
              <a:t>Judul</a:t>
            </a:r>
          </a:p>
        </p:txBody>
      </p:sp>
      <p:sp>
        <p:nvSpPr>
          <p:cNvPr id="45" name="Tampungan Gambar 23">
            <a:extLst>
              <a:ext uri="{FF2B5EF4-FFF2-40B4-BE49-F238E27FC236}">
                <a16:creationId xmlns:a16="http://schemas.microsoft.com/office/drawing/2014/main" id="{24B34D6D-4F7E-3942-B8D7-9970BDE53C10}"/>
              </a:ext>
            </a:extLst>
          </p:cNvPr>
          <p:cNvSpPr>
            <a:spLocks noGrp="1"/>
          </p:cNvSpPr>
          <p:nvPr>
            <p:ph type="pic" sz="quarter" idx="40"/>
          </p:nvPr>
        </p:nvSpPr>
        <p:spPr>
          <a:xfrm>
            <a:off x="3549397" y="4118551"/>
            <a:ext cx="904987" cy="905641"/>
          </a:xfrm>
        </p:spPr>
        <p:txBody>
          <a:bodyPr rtlCol="0">
            <a:noAutofit/>
          </a:bodyPr>
          <a:lstStyle>
            <a:lvl1pPr marL="0" indent="0">
              <a:buNone/>
              <a:defRPr sz="1400">
                <a:solidFill>
                  <a:schemeClr val="tx1"/>
                </a:solidFill>
              </a:defRPr>
            </a:lvl1pPr>
          </a:lstStyle>
          <a:p>
            <a:pPr rtl="0"/>
            <a:r>
              <a:rPr lang="en-US" noProof="0"/>
              <a:t>Click icon to add picture</a:t>
            </a:r>
            <a:endParaRPr lang="id-ID" noProof="0"/>
          </a:p>
        </p:txBody>
      </p:sp>
      <p:sp>
        <p:nvSpPr>
          <p:cNvPr id="46" name="Tampungan Teks 28">
            <a:extLst>
              <a:ext uri="{FF2B5EF4-FFF2-40B4-BE49-F238E27FC236}">
                <a16:creationId xmlns:a16="http://schemas.microsoft.com/office/drawing/2014/main" id="{D34EDB1D-7E85-D242-B6AE-F6D6907D325A}"/>
              </a:ext>
            </a:extLst>
          </p:cNvPr>
          <p:cNvSpPr>
            <a:spLocks noGrp="1"/>
          </p:cNvSpPr>
          <p:nvPr>
            <p:ph type="body" sz="quarter" idx="41" hasCustomPrompt="1"/>
          </p:nvPr>
        </p:nvSpPr>
        <p:spPr>
          <a:xfrm>
            <a:off x="3549398" y="5044362"/>
            <a:ext cx="2281237" cy="347662"/>
          </a:xfrm>
        </p:spPr>
        <p:txBody>
          <a:bodyPr lIns="0" tIns="0" rIns="0" bIns="0" rtlCol="0" anchor="b" anchorCtr="0">
            <a:noAutofit/>
          </a:bodyPr>
          <a:lstStyle>
            <a:lvl1pPr marL="0" indent="0" algn="l">
              <a:lnSpc>
                <a:spcPct val="100000"/>
              </a:lnSpc>
              <a:spcBef>
                <a:spcPts val="0"/>
              </a:spcBef>
              <a:buNone/>
              <a:defRPr sz="1800" b="1" spc="20" baseline="0">
                <a:solidFill>
                  <a:schemeClr val="tx1"/>
                </a:solidFill>
                <a:latin typeface="+mn-lt"/>
              </a:defRPr>
            </a:lvl1pPr>
          </a:lstStyle>
          <a:p>
            <a:pPr lvl="0" rtl="0"/>
            <a:r>
              <a:rPr lang="id-ID" noProof="0"/>
              <a:t>Nama</a:t>
            </a:r>
          </a:p>
        </p:txBody>
      </p:sp>
      <p:sp>
        <p:nvSpPr>
          <p:cNvPr id="47" name="Tampungan Teks 28">
            <a:extLst>
              <a:ext uri="{FF2B5EF4-FFF2-40B4-BE49-F238E27FC236}">
                <a16:creationId xmlns:a16="http://schemas.microsoft.com/office/drawing/2014/main" id="{3E3BFFF0-114B-6D42-B5E0-8020AC2E26BF}"/>
              </a:ext>
            </a:extLst>
          </p:cNvPr>
          <p:cNvSpPr>
            <a:spLocks noGrp="1"/>
          </p:cNvSpPr>
          <p:nvPr>
            <p:ph type="body" sz="quarter" idx="42" hasCustomPrompt="1"/>
          </p:nvPr>
        </p:nvSpPr>
        <p:spPr>
          <a:xfrm>
            <a:off x="3549397" y="5429608"/>
            <a:ext cx="2281237" cy="347662"/>
          </a:xfrm>
        </p:spPr>
        <p:txBody>
          <a:bodyPr lIns="0" tIns="0" rIns="0" bIns="0" rtlCol="0">
            <a:noAutofit/>
          </a:bodyPr>
          <a:lstStyle>
            <a:lvl1pPr marL="0" indent="0" algn="l">
              <a:lnSpc>
                <a:spcPct val="100000"/>
              </a:lnSpc>
              <a:spcBef>
                <a:spcPts val="0"/>
              </a:spcBef>
              <a:buNone/>
              <a:defRPr sz="1400" b="0" spc="20" baseline="0">
                <a:solidFill>
                  <a:schemeClr val="tx1"/>
                </a:solidFill>
                <a:latin typeface="+mn-lt"/>
              </a:defRPr>
            </a:lvl1pPr>
          </a:lstStyle>
          <a:p>
            <a:pPr lvl="0" rtl="0"/>
            <a:r>
              <a:rPr lang="id-ID" noProof="0"/>
              <a:t>Judul</a:t>
            </a:r>
          </a:p>
        </p:txBody>
      </p:sp>
      <p:sp>
        <p:nvSpPr>
          <p:cNvPr id="48" name="Tampungan Gambar 23">
            <a:extLst>
              <a:ext uri="{FF2B5EF4-FFF2-40B4-BE49-F238E27FC236}">
                <a16:creationId xmlns:a16="http://schemas.microsoft.com/office/drawing/2014/main" id="{EB4488EE-E854-724E-95AE-B9943EE249EA}"/>
              </a:ext>
            </a:extLst>
          </p:cNvPr>
          <p:cNvSpPr>
            <a:spLocks noGrp="1"/>
          </p:cNvSpPr>
          <p:nvPr>
            <p:ph type="pic" sz="quarter" idx="43"/>
          </p:nvPr>
        </p:nvSpPr>
        <p:spPr>
          <a:xfrm>
            <a:off x="6348367" y="4118551"/>
            <a:ext cx="904987" cy="905641"/>
          </a:xfrm>
        </p:spPr>
        <p:txBody>
          <a:bodyPr rtlCol="0">
            <a:noAutofit/>
          </a:bodyPr>
          <a:lstStyle>
            <a:lvl1pPr marL="0" indent="0">
              <a:buNone/>
              <a:defRPr sz="1400">
                <a:solidFill>
                  <a:schemeClr val="tx1"/>
                </a:solidFill>
              </a:defRPr>
            </a:lvl1pPr>
          </a:lstStyle>
          <a:p>
            <a:pPr rtl="0"/>
            <a:r>
              <a:rPr lang="en-US" noProof="0"/>
              <a:t>Click icon to add picture</a:t>
            </a:r>
            <a:endParaRPr lang="id-ID" noProof="0"/>
          </a:p>
        </p:txBody>
      </p:sp>
      <p:sp>
        <p:nvSpPr>
          <p:cNvPr id="49" name="Tampungan Teks 28">
            <a:extLst>
              <a:ext uri="{FF2B5EF4-FFF2-40B4-BE49-F238E27FC236}">
                <a16:creationId xmlns:a16="http://schemas.microsoft.com/office/drawing/2014/main" id="{C5551B4D-583E-D644-9069-EC096CE76F50}"/>
              </a:ext>
            </a:extLst>
          </p:cNvPr>
          <p:cNvSpPr>
            <a:spLocks noGrp="1"/>
          </p:cNvSpPr>
          <p:nvPr>
            <p:ph type="body" sz="quarter" idx="44" hasCustomPrompt="1"/>
          </p:nvPr>
        </p:nvSpPr>
        <p:spPr>
          <a:xfrm>
            <a:off x="6348368" y="5044362"/>
            <a:ext cx="2281237" cy="347662"/>
          </a:xfrm>
        </p:spPr>
        <p:txBody>
          <a:bodyPr lIns="0" tIns="0" rIns="0" bIns="0" rtlCol="0" anchor="b" anchorCtr="0">
            <a:noAutofit/>
          </a:bodyPr>
          <a:lstStyle>
            <a:lvl1pPr marL="0" indent="0" algn="l">
              <a:lnSpc>
                <a:spcPct val="100000"/>
              </a:lnSpc>
              <a:spcBef>
                <a:spcPts val="0"/>
              </a:spcBef>
              <a:buNone/>
              <a:defRPr sz="1800" b="1" spc="20" baseline="0">
                <a:solidFill>
                  <a:schemeClr val="tx1"/>
                </a:solidFill>
                <a:latin typeface="+mn-lt"/>
              </a:defRPr>
            </a:lvl1pPr>
          </a:lstStyle>
          <a:p>
            <a:pPr lvl="0" rtl="0"/>
            <a:r>
              <a:rPr lang="id-ID" noProof="0"/>
              <a:t>Nama</a:t>
            </a:r>
          </a:p>
        </p:txBody>
      </p:sp>
      <p:sp>
        <p:nvSpPr>
          <p:cNvPr id="50" name="Tampungan Teks 28">
            <a:extLst>
              <a:ext uri="{FF2B5EF4-FFF2-40B4-BE49-F238E27FC236}">
                <a16:creationId xmlns:a16="http://schemas.microsoft.com/office/drawing/2014/main" id="{E30C4783-1643-2243-BB4F-E99E04D9216B}"/>
              </a:ext>
            </a:extLst>
          </p:cNvPr>
          <p:cNvSpPr>
            <a:spLocks noGrp="1"/>
          </p:cNvSpPr>
          <p:nvPr>
            <p:ph type="body" sz="quarter" idx="45" hasCustomPrompt="1"/>
          </p:nvPr>
        </p:nvSpPr>
        <p:spPr>
          <a:xfrm>
            <a:off x="6348367" y="5429608"/>
            <a:ext cx="2281237" cy="347662"/>
          </a:xfrm>
        </p:spPr>
        <p:txBody>
          <a:bodyPr lIns="0" tIns="0" rIns="0" bIns="0" rtlCol="0">
            <a:noAutofit/>
          </a:bodyPr>
          <a:lstStyle>
            <a:lvl1pPr marL="0" indent="0" algn="l">
              <a:lnSpc>
                <a:spcPct val="100000"/>
              </a:lnSpc>
              <a:spcBef>
                <a:spcPts val="0"/>
              </a:spcBef>
              <a:buNone/>
              <a:defRPr sz="1400" b="0" spc="20" baseline="0">
                <a:solidFill>
                  <a:schemeClr val="tx1"/>
                </a:solidFill>
                <a:latin typeface="+mn-lt"/>
              </a:defRPr>
            </a:lvl1pPr>
          </a:lstStyle>
          <a:p>
            <a:pPr lvl="0" rtl="0"/>
            <a:r>
              <a:rPr lang="id-ID" noProof="0"/>
              <a:t>Judul</a:t>
            </a:r>
          </a:p>
        </p:txBody>
      </p:sp>
      <p:sp>
        <p:nvSpPr>
          <p:cNvPr id="51" name="Tampungan Gambar 23">
            <a:extLst>
              <a:ext uri="{FF2B5EF4-FFF2-40B4-BE49-F238E27FC236}">
                <a16:creationId xmlns:a16="http://schemas.microsoft.com/office/drawing/2014/main" id="{7BBADCE0-02E8-3249-8CBA-17D3783DFE70}"/>
              </a:ext>
            </a:extLst>
          </p:cNvPr>
          <p:cNvSpPr>
            <a:spLocks noGrp="1"/>
          </p:cNvSpPr>
          <p:nvPr>
            <p:ph type="pic" sz="quarter" idx="46"/>
          </p:nvPr>
        </p:nvSpPr>
        <p:spPr>
          <a:xfrm>
            <a:off x="9147335" y="4118551"/>
            <a:ext cx="904987" cy="905641"/>
          </a:xfrm>
        </p:spPr>
        <p:txBody>
          <a:bodyPr rtlCol="0">
            <a:noAutofit/>
          </a:bodyPr>
          <a:lstStyle>
            <a:lvl1pPr marL="0" indent="0">
              <a:buNone/>
              <a:defRPr sz="1400">
                <a:solidFill>
                  <a:schemeClr val="tx1"/>
                </a:solidFill>
              </a:defRPr>
            </a:lvl1pPr>
          </a:lstStyle>
          <a:p>
            <a:pPr rtl="0"/>
            <a:r>
              <a:rPr lang="en-US" noProof="0"/>
              <a:t>Click icon to add picture</a:t>
            </a:r>
            <a:endParaRPr lang="id-ID" noProof="0"/>
          </a:p>
        </p:txBody>
      </p:sp>
      <p:sp>
        <p:nvSpPr>
          <p:cNvPr id="52" name="Tampungan Teks 28">
            <a:extLst>
              <a:ext uri="{FF2B5EF4-FFF2-40B4-BE49-F238E27FC236}">
                <a16:creationId xmlns:a16="http://schemas.microsoft.com/office/drawing/2014/main" id="{8D294C40-97E4-FF4F-8A02-10FC7D0EE8B0}"/>
              </a:ext>
            </a:extLst>
          </p:cNvPr>
          <p:cNvSpPr>
            <a:spLocks noGrp="1"/>
          </p:cNvSpPr>
          <p:nvPr>
            <p:ph type="body" sz="quarter" idx="47" hasCustomPrompt="1"/>
          </p:nvPr>
        </p:nvSpPr>
        <p:spPr>
          <a:xfrm>
            <a:off x="9147336" y="5044362"/>
            <a:ext cx="2281237" cy="347662"/>
          </a:xfrm>
        </p:spPr>
        <p:txBody>
          <a:bodyPr lIns="0" tIns="0" rIns="0" bIns="0" rtlCol="0" anchor="b" anchorCtr="0">
            <a:noAutofit/>
          </a:bodyPr>
          <a:lstStyle>
            <a:lvl1pPr marL="0" indent="0" algn="l">
              <a:lnSpc>
                <a:spcPct val="100000"/>
              </a:lnSpc>
              <a:spcBef>
                <a:spcPts val="0"/>
              </a:spcBef>
              <a:buNone/>
              <a:defRPr sz="1800" b="1" spc="20" baseline="0">
                <a:solidFill>
                  <a:schemeClr val="tx1"/>
                </a:solidFill>
                <a:latin typeface="+mn-lt"/>
              </a:defRPr>
            </a:lvl1pPr>
          </a:lstStyle>
          <a:p>
            <a:pPr lvl="0" rtl="0"/>
            <a:r>
              <a:rPr lang="id-ID" noProof="0"/>
              <a:t>Nama</a:t>
            </a:r>
          </a:p>
        </p:txBody>
      </p:sp>
      <p:sp>
        <p:nvSpPr>
          <p:cNvPr id="53" name="Tampungan Teks 28">
            <a:extLst>
              <a:ext uri="{FF2B5EF4-FFF2-40B4-BE49-F238E27FC236}">
                <a16:creationId xmlns:a16="http://schemas.microsoft.com/office/drawing/2014/main" id="{8B38241F-01B5-574C-A827-67C6352C463C}"/>
              </a:ext>
            </a:extLst>
          </p:cNvPr>
          <p:cNvSpPr>
            <a:spLocks noGrp="1"/>
          </p:cNvSpPr>
          <p:nvPr>
            <p:ph type="body" sz="quarter" idx="48" hasCustomPrompt="1"/>
          </p:nvPr>
        </p:nvSpPr>
        <p:spPr>
          <a:xfrm>
            <a:off x="9147335" y="5429608"/>
            <a:ext cx="2281237" cy="347662"/>
          </a:xfrm>
        </p:spPr>
        <p:txBody>
          <a:bodyPr lIns="0" tIns="0" rIns="0" bIns="0" rtlCol="0">
            <a:noAutofit/>
          </a:bodyPr>
          <a:lstStyle>
            <a:lvl1pPr marL="0" indent="0" algn="l">
              <a:lnSpc>
                <a:spcPct val="100000"/>
              </a:lnSpc>
              <a:spcBef>
                <a:spcPts val="0"/>
              </a:spcBef>
              <a:buNone/>
              <a:defRPr sz="1400" b="0" spc="20" baseline="0">
                <a:solidFill>
                  <a:schemeClr val="tx1"/>
                </a:solidFill>
                <a:latin typeface="+mn-lt"/>
              </a:defRPr>
            </a:lvl1pPr>
          </a:lstStyle>
          <a:p>
            <a:pPr lvl="0" rtl="0"/>
            <a:r>
              <a:rPr lang="id-ID" noProof="0"/>
              <a:t>Judul</a:t>
            </a:r>
          </a:p>
        </p:txBody>
      </p:sp>
      <p:sp>
        <p:nvSpPr>
          <p:cNvPr id="18" name="Tampungan Tanggal 17">
            <a:extLst>
              <a:ext uri="{FF2B5EF4-FFF2-40B4-BE49-F238E27FC236}">
                <a16:creationId xmlns:a16="http://schemas.microsoft.com/office/drawing/2014/main" id="{30445668-2DC5-E84C-8B16-922BC95F13F2}"/>
              </a:ext>
            </a:extLst>
          </p:cNvPr>
          <p:cNvSpPr>
            <a:spLocks noGrp="1"/>
          </p:cNvSpPr>
          <p:nvPr>
            <p:ph type="dt" sz="half" idx="25"/>
          </p:nvPr>
        </p:nvSpPr>
        <p:spPr/>
        <p:txBody>
          <a:bodyPr rtlCol="0">
            <a:noAutofit/>
          </a:bodyPr>
          <a:lstStyle>
            <a:lvl1pPr>
              <a:defRPr>
                <a:solidFill>
                  <a:schemeClr val="accent3"/>
                </a:solidFill>
                <a:latin typeface="+mn-lt"/>
              </a:defRPr>
            </a:lvl1pPr>
          </a:lstStyle>
          <a:p>
            <a:pPr rtl="0"/>
            <a:fld id="{0313E8A0-0BEB-4298-AEE4-B7CCF6490583}" type="datetime1">
              <a:rPr lang="id-ID" noProof="0" smtClean="0"/>
              <a:t>24/11/2025</a:t>
            </a:fld>
            <a:endParaRPr lang="id-ID" noProof="0"/>
          </a:p>
        </p:txBody>
      </p:sp>
      <p:sp>
        <p:nvSpPr>
          <p:cNvPr id="22" name="Tampungan Kaki 21">
            <a:extLst>
              <a:ext uri="{FF2B5EF4-FFF2-40B4-BE49-F238E27FC236}">
                <a16:creationId xmlns:a16="http://schemas.microsoft.com/office/drawing/2014/main" id="{D9227732-A878-814C-8621-64ED1B2CCF9F}"/>
              </a:ext>
            </a:extLst>
          </p:cNvPr>
          <p:cNvSpPr>
            <a:spLocks noGrp="1"/>
          </p:cNvSpPr>
          <p:nvPr>
            <p:ph type="ftr" sz="quarter" idx="26"/>
          </p:nvPr>
        </p:nvSpPr>
        <p:spPr/>
        <p:txBody>
          <a:bodyPr rtlCol="0">
            <a:noAutofit/>
          </a:bodyPr>
          <a:lstStyle>
            <a:lvl1pPr>
              <a:defRPr>
                <a:solidFill>
                  <a:schemeClr val="accent3"/>
                </a:solidFill>
                <a:latin typeface="+mn-lt"/>
              </a:defRPr>
            </a:lvl1pPr>
          </a:lstStyle>
          <a:p>
            <a:pPr rtl="0"/>
            <a:r>
              <a:rPr lang="id-ID" noProof="0"/>
              <a:t>JUDUL PRESENTASI</a:t>
            </a:r>
          </a:p>
        </p:txBody>
      </p:sp>
      <p:sp>
        <p:nvSpPr>
          <p:cNvPr id="23" name="Tampungan Nomor Slide 22">
            <a:extLst>
              <a:ext uri="{FF2B5EF4-FFF2-40B4-BE49-F238E27FC236}">
                <a16:creationId xmlns:a16="http://schemas.microsoft.com/office/drawing/2014/main" id="{CE9F02AC-6DFB-0C47-BC8E-4B0594007F33}"/>
              </a:ext>
            </a:extLst>
          </p:cNvPr>
          <p:cNvSpPr>
            <a:spLocks noGrp="1"/>
          </p:cNvSpPr>
          <p:nvPr>
            <p:ph type="sldNum" sz="quarter" idx="27"/>
          </p:nvPr>
        </p:nvSpPr>
        <p:spPr/>
        <p:txBody>
          <a:bodyPr rtlCol="0">
            <a:noAutofit/>
          </a:bodyPr>
          <a:lstStyle>
            <a:lvl1pPr>
              <a:defRPr>
                <a:solidFill>
                  <a:schemeClr val="accent3"/>
                </a:solidFill>
                <a:latin typeface="+mn-lt"/>
              </a:defRPr>
            </a:lvl1pPr>
          </a:lstStyle>
          <a:p>
            <a:pPr rtl="0"/>
            <a:fld id="{294A09A9-5501-47C1-A89A-A340965A2BE2}" type="slidenum">
              <a:rPr lang="id-ID" noProof="0" smtClean="0"/>
              <a:pPr/>
              <a:t>‹#›</a:t>
            </a:fld>
            <a:endParaRPr lang="id-ID" noProof="0"/>
          </a:p>
        </p:txBody>
      </p:sp>
    </p:spTree>
    <p:extLst>
      <p:ext uri="{BB962C8B-B14F-4D97-AF65-F5344CB8AC3E}">
        <p14:creationId xmlns:p14="http://schemas.microsoft.com/office/powerpoint/2010/main" val="20057219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 preserve="1">
  <p:cSld name="Garis waktu">
    <p:bg>
      <p:bgPr>
        <a:solidFill>
          <a:schemeClr val="accent1"/>
        </a:solidFill>
        <a:effectLst/>
      </p:bgPr>
    </p:bg>
    <p:spTree>
      <p:nvGrpSpPr>
        <p:cNvPr id="1" name=""/>
        <p:cNvGrpSpPr/>
        <p:nvPr/>
      </p:nvGrpSpPr>
      <p:grpSpPr>
        <a:xfrm>
          <a:off x="0" y="0"/>
          <a:ext cx="0" cy="0"/>
          <a:chOff x="0" y="0"/>
          <a:chExt cx="0" cy="0"/>
        </a:xfrm>
      </p:grpSpPr>
      <p:sp>
        <p:nvSpPr>
          <p:cNvPr id="4" name="Bentuk bebas 3">
            <a:extLst>
              <a:ext uri="{FF2B5EF4-FFF2-40B4-BE49-F238E27FC236}">
                <a16:creationId xmlns:a16="http://schemas.microsoft.com/office/drawing/2014/main" id="{6A7F6A3F-E1DD-A246-9A6D-5F9B18BA2588}"/>
              </a:ext>
            </a:extLst>
          </p:cNvPr>
          <p:cNvSpPr/>
          <p:nvPr userDrawn="1"/>
        </p:nvSpPr>
        <p:spPr>
          <a:xfrm flipH="1">
            <a:off x="8580896" y="1"/>
            <a:ext cx="3611104" cy="3611104"/>
          </a:xfrm>
          <a:custGeom>
            <a:avLst/>
            <a:gdLst>
              <a:gd name="connsiteX0" fmla="*/ 0 w 1167493"/>
              <a:gd name="connsiteY0" fmla="*/ 0 h 1167493"/>
              <a:gd name="connsiteX1" fmla="*/ 1167493 w 1167493"/>
              <a:gd name="connsiteY1" fmla="*/ 0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lnTo>
                  <a:pt x="1167493" y="0"/>
                </a:lnTo>
                <a:cubicBezTo>
                  <a:pt x="522704" y="0"/>
                  <a:pt x="0" y="522704"/>
                  <a:pt x="0" y="1167493"/>
                </a:cubicBezTo>
                <a:lnTo>
                  <a:pt x="0" y="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id-ID" noProof="0"/>
          </a:p>
        </p:txBody>
      </p:sp>
      <p:sp>
        <p:nvSpPr>
          <p:cNvPr id="5" name="Bentuk bebas 4">
            <a:extLst>
              <a:ext uri="{FF2B5EF4-FFF2-40B4-BE49-F238E27FC236}">
                <a16:creationId xmlns:a16="http://schemas.microsoft.com/office/drawing/2014/main" id="{055FD0FC-C8FF-6741-A364-A29CDC6F9495}"/>
              </a:ext>
            </a:extLst>
          </p:cNvPr>
          <p:cNvSpPr/>
          <p:nvPr userDrawn="1"/>
        </p:nvSpPr>
        <p:spPr>
          <a:xfrm rot="5400000" flipH="1">
            <a:off x="1" y="3246896"/>
            <a:ext cx="3611104" cy="3611104"/>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id-ID" noProof="0"/>
          </a:p>
        </p:txBody>
      </p:sp>
      <p:sp>
        <p:nvSpPr>
          <p:cNvPr id="2" name="Judul 1">
            <a:extLst>
              <a:ext uri="{FF2B5EF4-FFF2-40B4-BE49-F238E27FC236}">
                <a16:creationId xmlns:a16="http://schemas.microsoft.com/office/drawing/2014/main" id="{3CD97974-B93C-4C96-B3F6-F69E3D6DE6CA}"/>
              </a:ext>
            </a:extLst>
          </p:cNvPr>
          <p:cNvSpPr>
            <a:spLocks noGrp="1"/>
          </p:cNvSpPr>
          <p:nvPr>
            <p:ph type="title"/>
          </p:nvPr>
        </p:nvSpPr>
        <p:spPr>
          <a:xfrm>
            <a:off x="1167492" y="381000"/>
            <a:ext cx="9779183" cy="1325563"/>
          </a:xfrm>
        </p:spPr>
        <p:txBody>
          <a:bodyPr rtlCol="0" anchor="b">
            <a:noAutofit/>
          </a:bodyPr>
          <a:lstStyle>
            <a:lvl1pPr>
              <a:defRPr sz="4800" b="1">
                <a:solidFill>
                  <a:schemeClr val="bg1"/>
                </a:solidFill>
                <a:latin typeface="+mj-lt"/>
              </a:defRPr>
            </a:lvl1pPr>
          </a:lstStyle>
          <a:p>
            <a:pPr rtl="0"/>
            <a:r>
              <a:rPr lang="en-US" noProof="0"/>
              <a:t>Click to edit Master title style</a:t>
            </a:r>
            <a:endParaRPr lang="id-ID" noProof="0"/>
          </a:p>
        </p:txBody>
      </p:sp>
      <p:sp>
        <p:nvSpPr>
          <p:cNvPr id="3" name="Tampungan Konten 2">
            <a:extLst>
              <a:ext uri="{FF2B5EF4-FFF2-40B4-BE49-F238E27FC236}">
                <a16:creationId xmlns:a16="http://schemas.microsoft.com/office/drawing/2014/main" id="{8A6FC6F2-80B4-49A7-9448-33FE2DF0E967}"/>
              </a:ext>
            </a:extLst>
          </p:cNvPr>
          <p:cNvSpPr>
            <a:spLocks noGrp="1"/>
          </p:cNvSpPr>
          <p:nvPr>
            <p:ph idx="1" hasCustomPrompt="1"/>
          </p:nvPr>
        </p:nvSpPr>
        <p:spPr>
          <a:xfrm>
            <a:off x="1167493" y="2087561"/>
            <a:ext cx="9779182" cy="3366815"/>
          </a:xfrm>
        </p:spPr>
        <p:txBody>
          <a:bodyPr rtlCol="0">
            <a:noAutofit/>
          </a:bodyPr>
          <a:lstStyle>
            <a:lvl1pPr marL="0" indent="0">
              <a:buNone/>
              <a:defRPr>
                <a:solidFill>
                  <a:schemeClr val="bg1"/>
                </a:solidFill>
                <a:latin typeface="+mn-lt"/>
              </a:defRPr>
            </a:lvl1pPr>
            <a:lvl2pPr marL="457200" indent="0">
              <a:buNone/>
              <a:defRPr>
                <a:solidFill>
                  <a:schemeClr val="bg1"/>
                </a:solidFill>
                <a:latin typeface="+mn-lt"/>
              </a:defRPr>
            </a:lvl2pPr>
            <a:lvl3pPr marL="914400" indent="0">
              <a:buNone/>
              <a:defRPr>
                <a:solidFill>
                  <a:schemeClr val="bg1"/>
                </a:solidFill>
                <a:latin typeface="+mn-lt"/>
              </a:defRPr>
            </a:lvl3pPr>
            <a:lvl4pPr marL="1371600" indent="0">
              <a:buNone/>
              <a:defRPr>
                <a:solidFill>
                  <a:schemeClr val="bg1"/>
                </a:solidFill>
                <a:latin typeface="+mn-lt"/>
              </a:defRPr>
            </a:lvl4pPr>
            <a:lvl5pPr marL="1828800" indent="0">
              <a:buNone/>
              <a:defRPr>
                <a:solidFill>
                  <a:schemeClr val="bg1"/>
                </a:solidFill>
                <a:latin typeface="+mn-lt"/>
              </a:defRPr>
            </a:lvl5pPr>
          </a:lstStyle>
          <a:p>
            <a:pPr lvl="0" rtl="0"/>
            <a:r>
              <a:rPr lang="id-ID" noProof="0"/>
              <a:t>Klik untuk mengedit gaya teks Master</a:t>
            </a:r>
          </a:p>
          <a:p>
            <a:pPr lvl="1" rtl="0"/>
            <a:r>
              <a:rPr lang="id-ID" noProof="0"/>
              <a:t>Tingkat kedua</a:t>
            </a:r>
          </a:p>
          <a:p>
            <a:pPr lvl="2" rtl="0"/>
            <a:r>
              <a:rPr lang="id-ID" noProof="0"/>
              <a:t>Tingkat ketiga</a:t>
            </a:r>
          </a:p>
          <a:p>
            <a:pPr lvl="3" rtl="0"/>
            <a:r>
              <a:rPr lang="id-ID" noProof="0"/>
              <a:t>Tingkat keempat</a:t>
            </a:r>
          </a:p>
          <a:p>
            <a:pPr lvl="4" rtl="0"/>
            <a:r>
              <a:rPr lang="id-ID" noProof="0"/>
              <a:t>Tingkat kelima</a:t>
            </a:r>
          </a:p>
        </p:txBody>
      </p:sp>
      <p:sp>
        <p:nvSpPr>
          <p:cNvPr id="10" name="Tampungan Tanggal 3">
            <a:extLst>
              <a:ext uri="{FF2B5EF4-FFF2-40B4-BE49-F238E27FC236}">
                <a16:creationId xmlns:a16="http://schemas.microsoft.com/office/drawing/2014/main" id="{7536C149-3EFE-A94E-902D-57CED00B2C0F}"/>
              </a:ext>
            </a:extLst>
          </p:cNvPr>
          <p:cNvSpPr>
            <a:spLocks noGrp="1"/>
          </p:cNvSpPr>
          <p:nvPr>
            <p:ph type="dt" sz="half" idx="2"/>
          </p:nvPr>
        </p:nvSpPr>
        <p:spPr>
          <a:xfrm>
            <a:off x="381000" y="6356350"/>
            <a:ext cx="1701018" cy="365125"/>
          </a:xfrm>
          <a:prstGeom prst="rect">
            <a:avLst/>
          </a:prstGeom>
        </p:spPr>
        <p:txBody>
          <a:bodyPr vert="horz" lIns="91440" tIns="45720" rIns="91440" bIns="45720" rtlCol="0" anchor="ctr">
            <a:noAutofit/>
          </a:bodyPr>
          <a:lstStyle>
            <a:lvl1pPr algn="l">
              <a:defRPr sz="1200">
                <a:solidFill>
                  <a:schemeClr val="accent3"/>
                </a:solidFill>
                <a:latin typeface="+mn-lt"/>
              </a:defRPr>
            </a:lvl1pPr>
          </a:lstStyle>
          <a:p>
            <a:pPr rtl="0"/>
            <a:fld id="{5FB06667-F309-4D31-9192-FA935AFD6E2C}" type="datetime1">
              <a:rPr lang="id-ID" noProof="0" smtClean="0"/>
              <a:t>24/11/2025</a:t>
            </a:fld>
            <a:endParaRPr lang="id-ID" noProof="0"/>
          </a:p>
        </p:txBody>
      </p:sp>
      <p:sp>
        <p:nvSpPr>
          <p:cNvPr id="11" name="Tampungan Kaki 4">
            <a:extLst>
              <a:ext uri="{FF2B5EF4-FFF2-40B4-BE49-F238E27FC236}">
                <a16:creationId xmlns:a16="http://schemas.microsoft.com/office/drawing/2014/main" id="{53CA1E78-F17D-F34D-9F81-0DBF44F3789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noAutofit/>
          </a:bodyPr>
          <a:lstStyle>
            <a:lvl1pPr algn="ctr">
              <a:defRPr sz="1200">
                <a:solidFill>
                  <a:schemeClr val="accent2"/>
                </a:solidFill>
                <a:latin typeface="+mn-lt"/>
              </a:defRPr>
            </a:lvl1pPr>
          </a:lstStyle>
          <a:p>
            <a:pPr rtl="0"/>
            <a:r>
              <a:rPr lang="id-ID" noProof="0"/>
              <a:t>JUDUL PRESENTASI</a:t>
            </a:r>
          </a:p>
        </p:txBody>
      </p:sp>
      <p:sp>
        <p:nvSpPr>
          <p:cNvPr id="12" name="Tampungan Nomor Slide 5">
            <a:extLst>
              <a:ext uri="{FF2B5EF4-FFF2-40B4-BE49-F238E27FC236}">
                <a16:creationId xmlns:a16="http://schemas.microsoft.com/office/drawing/2014/main" id="{1FE54918-A625-F64F-A42E-A427E9B2D489}"/>
              </a:ext>
            </a:extLst>
          </p:cNvPr>
          <p:cNvSpPr>
            <a:spLocks noGrp="1"/>
          </p:cNvSpPr>
          <p:nvPr>
            <p:ph type="sldNum" sz="quarter" idx="4"/>
          </p:nvPr>
        </p:nvSpPr>
        <p:spPr>
          <a:xfrm>
            <a:off x="10153276" y="6356350"/>
            <a:ext cx="1657723" cy="365125"/>
          </a:xfrm>
          <a:prstGeom prst="rect">
            <a:avLst/>
          </a:prstGeom>
        </p:spPr>
        <p:txBody>
          <a:bodyPr vert="horz" lIns="91440" tIns="45720" rIns="91440" bIns="45720" rtlCol="0" anchor="ctr">
            <a:noAutofit/>
          </a:bodyPr>
          <a:lstStyle>
            <a:lvl1pPr algn="r">
              <a:defRPr sz="1200">
                <a:solidFill>
                  <a:schemeClr val="accent2"/>
                </a:solidFill>
                <a:latin typeface="+mn-lt"/>
              </a:defRPr>
            </a:lvl1pPr>
          </a:lstStyle>
          <a:p>
            <a:pPr rtl="0"/>
            <a:fld id="{294A09A9-5501-47C1-A89A-A340965A2BE2}" type="slidenum">
              <a:rPr lang="id-ID" noProof="0" smtClean="0"/>
              <a:pPr/>
              <a:t>‹#›</a:t>
            </a:fld>
            <a:endParaRPr lang="id-ID" noProof="0"/>
          </a:p>
        </p:txBody>
      </p:sp>
    </p:spTree>
    <p:extLst>
      <p:ext uri="{BB962C8B-B14F-4D97-AF65-F5344CB8AC3E}">
        <p14:creationId xmlns:p14="http://schemas.microsoft.com/office/powerpoint/2010/main" val="5692755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 preserve="1">
  <p:cSld name="2 Judul dan Konten">
    <p:spTree>
      <p:nvGrpSpPr>
        <p:cNvPr id="1" name=""/>
        <p:cNvGrpSpPr/>
        <p:nvPr/>
      </p:nvGrpSpPr>
      <p:grpSpPr>
        <a:xfrm>
          <a:off x="0" y="0"/>
          <a:ext cx="0" cy="0"/>
          <a:chOff x="0" y="0"/>
          <a:chExt cx="0" cy="0"/>
        </a:xfrm>
      </p:grpSpPr>
      <p:sp>
        <p:nvSpPr>
          <p:cNvPr id="2" name="Judul 1">
            <a:extLst>
              <a:ext uri="{FF2B5EF4-FFF2-40B4-BE49-F238E27FC236}">
                <a16:creationId xmlns:a16="http://schemas.microsoft.com/office/drawing/2014/main" id="{3CD97974-B93C-4C96-B3F6-F69E3D6DE6CA}"/>
              </a:ext>
            </a:extLst>
          </p:cNvPr>
          <p:cNvSpPr>
            <a:spLocks noGrp="1"/>
          </p:cNvSpPr>
          <p:nvPr>
            <p:ph type="title"/>
          </p:nvPr>
        </p:nvSpPr>
        <p:spPr>
          <a:xfrm>
            <a:off x="1167492" y="381000"/>
            <a:ext cx="9779183" cy="1325563"/>
          </a:xfrm>
        </p:spPr>
        <p:txBody>
          <a:bodyPr rtlCol="0" anchor="b">
            <a:noAutofit/>
          </a:bodyPr>
          <a:lstStyle>
            <a:lvl1pPr>
              <a:defRPr sz="4800" b="1">
                <a:latin typeface="+mj-lt"/>
              </a:defRPr>
            </a:lvl1pPr>
          </a:lstStyle>
          <a:p>
            <a:pPr rtl="0"/>
            <a:r>
              <a:rPr lang="en-US" noProof="0"/>
              <a:t>Click to edit Master title style</a:t>
            </a:r>
            <a:endParaRPr lang="id-ID" noProof="0"/>
          </a:p>
        </p:txBody>
      </p:sp>
      <p:sp>
        <p:nvSpPr>
          <p:cNvPr id="3" name="Tampungan Konten 2">
            <a:extLst>
              <a:ext uri="{FF2B5EF4-FFF2-40B4-BE49-F238E27FC236}">
                <a16:creationId xmlns:a16="http://schemas.microsoft.com/office/drawing/2014/main" id="{8A6FC6F2-80B4-49A7-9448-33FE2DF0E967}"/>
              </a:ext>
            </a:extLst>
          </p:cNvPr>
          <p:cNvSpPr>
            <a:spLocks noGrp="1"/>
          </p:cNvSpPr>
          <p:nvPr>
            <p:ph idx="1" hasCustomPrompt="1"/>
          </p:nvPr>
        </p:nvSpPr>
        <p:spPr>
          <a:xfrm>
            <a:off x="1167493" y="2528203"/>
            <a:ext cx="4663440" cy="2828613"/>
          </a:xfrm>
        </p:spPr>
        <p:txBody>
          <a:bodyPr rtlCol="0">
            <a:noAutofit/>
          </a:bodyPr>
          <a:lstStyle>
            <a:lvl1pPr marL="0" indent="0">
              <a:buNone/>
              <a:defRPr sz="2000">
                <a:latin typeface="+mn-lt"/>
              </a:defRPr>
            </a:lvl1pPr>
            <a:lvl2pPr marL="457200" indent="0">
              <a:buNone/>
              <a:defRPr sz="1800">
                <a:latin typeface="+mn-lt"/>
              </a:defRPr>
            </a:lvl2pPr>
            <a:lvl3pPr marL="914400" indent="0">
              <a:buNone/>
              <a:defRPr sz="1600">
                <a:latin typeface="+mn-lt"/>
              </a:defRPr>
            </a:lvl3pPr>
            <a:lvl4pPr marL="1371600" indent="0">
              <a:buNone/>
              <a:defRPr sz="1400">
                <a:latin typeface="+mn-lt"/>
              </a:defRPr>
            </a:lvl4pPr>
            <a:lvl5pPr marL="1828800" indent="0">
              <a:buNone/>
              <a:defRPr sz="1400">
                <a:latin typeface="+mn-lt"/>
              </a:defRPr>
            </a:lvl5pPr>
          </a:lstStyle>
          <a:p>
            <a:pPr lvl="0" rtl="0"/>
            <a:r>
              <a:rPr lang="id-ID" noProof="0"/>
              <a:t>Klik untuk mengedit gaya teks Master</a:t>
            </a:r>
          </a:p>
          <a:p>
            <a:pPr lvl="1" rtl="0"/>
            <a:r>
              <a:rPr lang="id-ID" noProof="0"/>
              <a:t>Tingkat kedua</a:t>
            </a:r>
          </a:p>
          <a:p>
            <a:pPr lvl="2" rtl="0"/>
            <a:r>
              <a:rPr lang="id-ID" noProof="0"/>
              <a:t>Tingkat ketiga</a:t>
            </a:r>
          </a:p>
          <a:p>
            <a:pPr lvl="3" rtl="0"/>
            <a:r>
              <a:rPr lang="id-ID" noProof="0"/>
              <a:t>Tingkat keempat</a:t>
            </a:r>
          </a:p>
          <a:p>
            <a:pPr lvl="4" rtl="0"/>
            <a:r>
              <a:rPr lang="id-ID" noProof="0"/>
              <a:t>Tingkat kelima</a:t>
            </a:r>
          </a:p>
        </p:txBody>
      </p:sp>
      <p:sp>
        <p:nvSpPr>
          <p:cNvPr id="4" name="Bentuk bebas 3">
            <a:extLst>
              <a:ext uri="{FF2B5EF4-FFF2-40B4-BE49-F238E27FC236}">
                <a16:creationId xmlns:a16="http://schemas.microsoft.com/office/drawing/2014/main" id="{6A7F6A3F-E1DD-A246-9A6D-5F9B18BA2588}"/>
              </a:ext>
            </a:extLst>
          </p:cNvPr>
          <p:cNvSpPr/>
          <p:nvPr userDrawn="1"/>
        </p:nvSpPr>
        <p:spPr>
          <a:xfrm flipH="1">
            <a:off x="8580896" y="1"/>
            <a:ext cx="3611104" cy="3611104"/>
          </a:xfrm>
          <a:custGeom>
            <a:avLst/>
            <a:gdLst>
              <a:gd name="connsiteX0" fmla="*/ 0 w 1167493"/>
              <a:gd name="connsiteY0" fmla="*/ 0 h 1167493"/>
              <a:gd name="connsiteX1" fmla="*/ 1167493 w 1167493"/>
              <a:gd name="connsiteY1" fmla="*/ 0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lnTo>
                  <a:pt x="1167493" y="0"/>
                </a:lnTo>
                <a:cubicBezTo>
                  <a:pt x="522704" y="0"/>
                  <a:pt x="0" y="522704"/>
                  <a:pt x="0" y="1167493"/>
                </a:cubicBez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id-ID" noProof="0"/>
          </a:p>
        </p:txBody>
      </p:sp>
      <p:sp>
        <p:nvSpPr>
          <p:cNvPr id="5" name="Bentuk bebas 4">
            <a:extLst>
              <a:ext uri="{FF2B5EF4-FFF2-40B4-BE49-F238E27FC236}">
                <a16:creationId xmlns:a16="http://schemas.microsoft.com/office/drawing/2014/main" id="{055FD0FC-C8FF-6741-A364-A29CDC6F9495}"/>
              </a:ext>
            </a:extLst>
          </p:cNvPr>
          <p:cNvSpPr/>
          <p:nvPr userDrawn="1"/>
        </p:nvSpPr>
        <p:spPr>
          <a:xfrm flipH="1">
            <a:off x="8580896" y="3246896"/>
            <a:ext cx="3611104" cy="3611104"/>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id-ID" noProof="0"/>
          </a:p>
        </p:txBody>
      </p:sp>
      <p:sp>
        <p:nvSpPr>
          <p:cNvPr id="6" name="Bentuk bebas 5">
            <a:extLst>
              <a:ext uri="{FF2B5EF4-FFF2-40B4-BE49-F238E27FC236}">
                <a16:creationId xmlns:a16="http://schemas.microsoft.com/office/drawing/2014/main" id="{D11C9832-A021-954E-A34F-2988D1189AE9}"/>
              </a:ext>
            </a:extLst>
          </p:cNvPr>
          <p:cNvSpPr/>
          <p:nvPr userDrawn="1"/>
        </p:nvSpPr>
        <p:spPr>
          <a:xfrm>
            <a:off x="1" y="0"/>
            <a:ext cx="933856" cy="933856"/>
          </a:xfrm>
          <a:custGeom>
            <a:avLst/>
            <a:gdLst>
              <a:gd name="connsiteX0" fmla="*/ 0 w 862693"/>
              <a:gd name="connsiteY0" fmla="*/ 0 h 862693"/>
              <a:gd name="connsiteX1" fmla="*/ 862693 w 862693"/>
              <a:gd name="connsiteY1" fmla="*/ 0 h 862693"/>
              <a:gd name="connsiteX2" fmla="*/ 0 w 862693"/>
              <a:gd name="connsiteY2" fmla="*/ 862693 h 862693"/>
              <a:gd name="connsiteX3" fmla="*/ 0 w 862693"/>
              <a:gd name="connsiteY3" fmla="*/ 0 h 862693"/>
            </a:gdLst>
            <a:ahLst/>
            <a:cxnLst>
              <a:cxn ang="0">
                <a:pos x="connsiteX0" y="connsiteY0"/>
              </a:cxn>
              <a:cxn ang="0">
                <a:pos x="connsiteX1" y="connsiteY1"/>
              </a:cxn>
              <a:cxn ang="0">
                <a:pos x="connsiteX2" y="connsiteY2"/>
              </a:cxn>
              <a:cxn ang="0">
                <a:pos x="connsiteX3" y="connsiteY3"/>
              </a:cxn>
            </a:cxnLst>
            <a:rect l="l" t="t" r="r" b="b"/>
            <a:pathLst>
              <a:path w="862693" h="862693">
                <a:moveTo>
                  <a:pt x="0" y="0"/>
                </a:moveTo>
                <a:lnTo>
                  <a:pt x="862693" y="0"/>
                </a:lnTo>
                <a:cubicBezTo>
                  <a:pt x="862693" y="476453"/>
                  <a:pt x="476452" y="862693"/>
                  <a:pt x="0" y="862693"/>
                </a:cubicBez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id-ID" noProof="0"/>
          </a:p>
        </p:txBody>
      </p:sp>
      <p:grpSp>
        <p:nvGrpSpPr>
          <p:cNvPr id="9" name="Grup 8">
            <a:extLst>
              <a:ext uri="{FF2B5EF4-FFF2-40B4-BE49-F238E27FC236}">
                <a16:creationId xmlns:a16="http://schemas.microsoft.com/office/drawing/2014/main" id="{9861BC34-DFBF-2D4F-B463-FCFBC08391FF}"/>
              </a:ext>
            </a:extLst>
          </p:cNvPr>
          <p:cNvGrpSpPr/>
          <p:nvPr userDrawn="1"/>
        </p:nvGrpSpPr>
        <p:grpSpPr>
          <a:xfrm>
            <a:off x="8082092" y="5590903"/>
            <a:ext cx="1572380" cy="1267097"/>
            <a:chOff x="7413403" y="4976359"/>
            <a:chExt cx="2334986" cy="1881641"/>
          </a:xfrm>
        </p:grpSpPr>
        <p:sp>
          <p:nvSpPr>
            <p:cNvPr id="7" name="Bentuk bebas 6">
              <a:extLst>
                <a:ext uri="{FF2B5EF4-FFF2-40B4-BE49-F238E27FC236}">
                  <a16:creationId xmlns:a16="http://schemas.microsoft.com/office/drawing/2014/main" id="{55C37C19-F268-4A43-A0D4-3B1B38D48952}"/>
                </a:ext>
              </a:extLst>
            </p:cNvPr>
            <p:cNvSpPr/>
            <p:nvPr userDrawn="1"/>
          </p:nvSpPr>
          <p:spPr>
            <a:xfrm rot="5400000" flipH="1" flipV="1">
              <a:off x="8223822"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id-ID" noProof="0">
                <a:latin typeface="+mn-lt"/>
              </a:endParaRPr>
            </a:p>
          </p:txBody>
        </p:sp>
        <p:sp>
          <p:nvSpPr>
            <p:cNvPr id="8" name="Bentuk bebas 7">
              <a:extLst>
                <a:ext uri="{FF2B5EF4-FFF2-40B4-BE49-F238E27FC236}">
                  <a16:creationId xmlns:a16="http://schemas.microsoft.com/office/drawing/2014/main" id="{E4F760E5-9D5D-E44F-AEBF-20CA8DE87D11}"/>
                </a:ext>
              </a:extLst>
            </p:cNvPr>
            <p:cNvSpPr/>
            <p:nvPr userDrawn="1"/>
          </p:nvSpPr>
          <p:spPr>
            <a:xfrm rot="16200000" flipV="1">
              <a:off x="7056329"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id-ID" noProof="0">
                <a:latin typeface="+mn-lt"/>
              </a:endParaRPr>
            </a:p>
          </p:txBody>
        </p:sp>
      </p:grpSp>
      <p:sp>
        <p:nvSpPr>
          <p:cNvPr id="10" name="Tampungan Tanggal 3">
            <a:extLst>
              <a:ext uri="{FF2B5EF4-FFF2-40B4-BE49-F238E27FC236}">
                <a16:creationId xmlns:a16="http://schemas.microsoft.com/office/drawing/2014/main" id="{7536C149-3EFE-A94E-902D-57CED00B2C0F}"/>
              </a:ext>
            </a:extLst>
          </p:cNvPr>
          <p:cNvSpPr>
            <a:spLocks noGrp="1"/>
          </p:cNvSpPr>
          <p:nvPr>
            <p:ph type="dt" sz="half" idx="2"/>
          </p:nvPr>
        </p:nvSpPr>
        <p:spPr>
          <a:xfrm>
            <a:off x="381000" y="6356350"/>
            <a:ext cx="2743200" cy="365125"/>
          </a:xfrm>
          <a:prstGeom prst="rect">
            <a:avLst/>
          </a:prstGeom>
        </p:spPr>
        <p:txBody>
          <a:bodyPr vert="horz" lIns="91440" tIns="45720" rIns="91440" bIns="45720" rtlCol="0" anchor="ctr">
            <a:noAutofit/>
          </a:bodyPr>
          <a:lstStyle>
            <a:lvl1pPr algn="l">
              <a:defRPr sz="1200">
                <a:solidFill>
                  <a:schemeClr val="accent3"/>
                </a:solidFill>
                <a:latin typeface="+mn-lt"/>
              </a:defRPr>
            </a:lvl1pPr>
          </a:lstStyle>
          <a:p>
            <a:pPr rtl="0"/>
            <a:fld id="{864F080E-00EF-45FB-879B-543FC5219789}" type="datetime1">
              <a:rPr lang="id-ID" noProof="0" smtClean="0"/>
              <a:t>24/11/2025</a:t>
            </a:fld>
            <a:endParaRPr lang="id-ID" noProof="0"/>
          </a:p>
        </p:txBody>
      </p:sp>
      <p:sp>
        <p:nvSpPr>
          <p:cNvPr id="11" name="Tampungan Kaki 4">
            <a:extLst>
              <a:ext uri="{FF2B5EF4-FFF2-40B4-BE49-F238E27FC236}">
                <a16:creationId xmlns:a16="http://schemas.microsoft.com/office/drawing/2014/main" id="{53CA1E78-F17D-F34D-9F81-0DBF44F3789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noAutofit/>
          </a:bodyPr>
          <a:lstStyle>
            <a:lvl1pPr algn="ctr">
              <a:defRPr sz="1200">
                <a:solidFill>
                  <a:schemeClr val="accent3"/>
                </a:solidFill>
                <a:latin typeface="+mn-lt"/>
              </a:defRPr>
            </a:lvl1pPr>
          </a:lstStyle>
          <a:p>
            <a:pPr rtl="0"/>
            <a:r>
              <a:rPr lang="id-ID" noProof="0"/>
              <a:t>JUDUL PRESENTASI</a:t>
            </a:r>
          </a:p>
        </p:txBody>
      </p:sp>
      <p:sp>
        <p:nvSpPr>
          <p:cNvPr id="12" name="Tampungan Nomor Slide 5">
            <a:extLst>
              <a:ext uri="{FF2B5EF4-FFF2-40B4-BE49-F238E27FC236}">
                <a16:creationId xmlns:a16="http://schemas.microsoft.com/office/drawing/2014/main" id="{1FE54918-A625-F64F-A42E-A427E9B2D489}"/>
              </a:ext>
            </a:extLst>
          </p:cNvPr>
          <p:cNvSpPr>
            <a:spLocks noGrp="1"/>
          </p:cNvSpPr>
          <p:nvPr>
            <p:ph type="sldNum" sz="quarter" idx="4"/>
          </p:nvPr>
        </p:nvSpPr>
        <p:spPr>
          <a:xfrm>
            <a:off x="10153276" y="6356350"/>
            <a:ext cx="1657723" cy="365125"/>
          </a:xfrm>
          <a:prstGeom prst="rect">
            <a:avLst/>
          </a:prstGeom>
        </p:spPr>
        <p:txBody>
          <a:bodyPr vert="horz" lIns="91440" tIns="45720" rIns="91440" bIns="45720" rtlCol="0" anchor="ctr">
            <a:noAutofit/>
          </a:bodyPr>
          <a:lstStyle>
            <a:lvl1pPr algn="r">
              <a:defRPr sz="1200">
                <a:solidFill>
                  <a:schemeClr val="accent2"/>
                </a:solidFill>
                <a:latin typeface="+mn-lt"/>
              </a:defRPr>
            </a:lvl1pPr>
          </a:lstStyle>
          <a:p>
            <a:pPr rtl="0"/>
            <a:fld id="{294A09A9-5501-47C1-A89A-A340965A2BE2}" type="slidenum">
              <a:rPr lang="id-ID" noProof="0" smtClean="0"/>
              <a:pPr/>
              <a:t>‹#›</a:t>
            </a:fld>
            <a:endParaRPr lang="id-ID" noProof="0"/>
          </a:p>
        </p:txBody>
      </p:sp>
      <p:sp>
        <p:nvSpPr>
          <p:cNvPr id="13" name="Tampungan Konten 2">
            <a:extLst>
              <a:ext uri="{FF2B5EF4-FFF2-40B4-BE49-F238E27FC236}">
                <a16:creationId xmlns:a16="http://schemas.microsoft.com/office/drawing/2014/main" id="{94CA559C-3355-DE44-ACF9-BDB6083C4225}"/>
              </a:ext>
            </a:extLst>
          </p:cNvPr>
          <p:cNvSpPr>
            <a:spLocks noGrp="1"/>
          </p:cNvSpPr>
          <p:nvPr>
            <p:ph idx="10" hasCustomPrompt="1"/>
          </p:nvPr>
        </p:nvSpPr>
        <p:spPr>
          <a:xfrm>
            <a:off x="6283235" y="2528203"/>
            <a:ext cx="4663440" cy="2828613"/>
          </a:xfrm>
        </p:spPr>
        <p:txBody>
          <a:bodyPr rtlCol="0">
            <a:noAutofit/>
          </a:bodyPr>
          <a:lstStyle>
            <a:lvl1pPr marL="0" indent="0">
              <a:buNone/>
              <a:defRPr sz="2000">
                <a:latin typeface="+mn-lt"/>
              </a:defRPr>
            </a:lvl1pPr>
            <a:lvl2pPr marL="457200" indent="0">
              <a:buNone/>
              <a:defRPr sz="1800">
                <a:latin typeface="+mn-lt"/>
              </a:defRPr>
            </a:lvl2pPr>
            <a:lvl3pPr marL="914400" indent="0">
              <a:buNone/>
              <a:defRPr sz="1600">
                <a:latin typeface="+mn-lt"/>
              </a:defRPr>
            </a:lvl3pPr>
            <a:lvl4pPr marL="1371600" indent="0">
              <a:buNone/>
              <a:defRPr sz="1400">
                <a:latin typeface="+mn-lt"/>
              </a:defRPr>
            </a:lvl4pPr>
            <a:lvl5pPr marL="1828800" indent="0">
              <a:buNone/>
              <a:defRPr sz="1400">
                <a:latin typeface="+mn-lt"/>
              </a:defRPr>
            </a:lvl5pPr>
          </a:lstStyle>
          <a:p>
            <a:pPr lvl="0" rtl="0"/>
            <a:r>
              <a:rPr lang="id-ID" noProof="0"/>
              <a:t>Klik untuk mengedit gaya teks Master</a:t>
            </a:r>
          </a:p>
          <a:p>
            <a:pPr lvl="1" rtl="0"/>
            <a:r>
              <a:rPr lang="id-ID" noProof="0"/>
              <a:t>Tingkat kedua</a:t>
            </a:r>
          </a:p>
          <a:p>
            <a:pPr lvl="2" rtl="0"/>
            <a:r>
              <a:rPr lang="id-ID" noProof="0"/>
              <a:t>Tingkat ketiga</a:t>
            </a:r>
          </a:p>
          <a:p>
            <a:pPr lvl="3" rtl="0"/>
            <a:r>
              <a:rPr lang="id-ID" noProof="0"/>
              <a:t>Tingkat keempat</a:t>
            </a:r>
          </a:p>
          <a:p>
            <a:pPr lvl="4" rtl="0"/>
            <a:r>
              <a:rPr lang="id-ID" noProof="0"/>
              <a:t>Tingkat kelima</a:t>
            </a:r>
          </a:p>
        </p:txBody>
      </p:sp>
      <p:sp>
        <p:nvSpPr>
          <p:cNvPr id="14" name="Tampungan Konten 2">
            <a:extLst>
              <a:ext uri="{FF2B5EF4-FFF2-40B4-BE49-F238E27FC236}">
                <a16:creationId xmlns:a16="http://schemas.microsoft.com/office/drawing/2014/main" id="{0B33DABA-7BF5-1147-BA5E-63B92F220E51}"/>
              </a:ext>
            </a:extLst>
          </p:cNvPr>
          <p:cNvSpPr>
            <a:spLocks noGrp="1"/>
          </p:cNvSpPr>
          <p:nvPr>
            <p:ph idx="11" hasCustomPrompt="1"/>
          </p:nvPr>
        </p:nvSpPr>
        <p:spPr>
          <a:xfrm>
            <a:off x="1167493" y="2005689"/>
            <a:ext cx="4663440" cy="522514"/>
          </a:xfrm>
        </p:spPr>
        <p:txBody>
          <a:bodyPr rtlCol="0">
            <a:noAutofit/>
          </a:bodyPr>
          <a:lstStyle>
            <a:lvl1pPr marL="0" indent="0">
              <a:buNone/>
              <a:defRPr sz="2400" b="1">
                <a:latin typeface="+mj-lt"/>
              </a:defRPr>
            </a:lvl1pPr>
            <a:lvl2pPr marL="457200" indent="0">
              <a:buNone/>
              <a:defRPr sz="2000" b="1">
                <a:latin typeface="+mj-lt"/>
              </a:defRPr>
            </a:lvl2pPr>
            <a:lvl3pPr marL="914400" indent="0">
              <a:buNone/>
              <a:defRPr sz="1800" b="1">
                <a:latin typeface="+mj-lt"/>
              </a:defRPr>
            </a:lvl3pPr>
            <a:lvl4pPr marL="1371600" indent="0">
              <a:buNone/>
              <a:defRPr sz="1600" b="1">
                <a:latin typeface="+mj-lt"/>
              </a:defRPr>
            </a:lvl4pPr>
            <a:lvl5pPr marL="1828800" indent="0">
              <a:buNone/>
              <a:defRPr sz="1600" b="1">
                <a:latin typeface="+mj-lt"/>
              </a:defRPr>
            </a:lvl5pPr>
          </a:lstStyle>
          <a:p>
            <a:pPr lvl="0" rtl="0"/>
            <a:r>
              <a:rPr lang="id-ID" noProof="0"/>
              <a:t>Klik untuk mengedit gaya teks Master</a:t>
            </a:r>
          </a:p>
          <a:p>
            <a:pPr lvl="1" rtl="0"/>
            <a:r>
              <a:rPr lang="id-ID" noProof="0"/>
              <a:t>Tingkat kedua</a:t>
            </a:r>
          </a:p>
          <a:p>
            <a:pPr lvl="2" rtl="0"/>
            <a:r>
              <a:rPr lang="id-ID" noProof="0"/>
              <a:t>Tingkat ketiga</a:t>
            </a:r>
          </a:p>
          <a:p>
            <a:pPr lvl="3" rtl="0"/>
            <a:r>
              <a:rPr lang="id-ID" noProof="0"/>
              <a:t>Tingkat keempat</a:t>
            </a:r>
          </a:p>
          <a:p>
            <a:pPr lvl="4" rtl="0"/>
            <a:r>
              <a:rPr lang="id-ID" noProof="0"/>
              <a:t>Tingkat kelima</a:t>
            </a:r>
          </a:p>
        </p:txBody>
      </p:sp>
      <p:sp>
        <p:nvSpPr>
          <p:cNvPr id="15" name="Tampungan Konten 2">
            <a:extLst>
              <a:ext uri="{FF2B5EF4-FFF2-40B4-BE49-F238E27FC236}">
                <a16:creationId xmlns:a16="http://schemas.microsoft.com/office/drawing/2014/main" id="{1B05BEE9-8BC0-EC44-B913-DB6426DF2EA7}"/>
              </a:ext>
            </a:extLst>
          </p:cNvPr>
          <p:cNvSpPr>
            <a:spLocks noGrp="1"/>
          </p:cNvSpPr>
          <p:nvPr>
            <p:ph idx="12" hasCustomPrompt="1"/>
          </p:nvPr>
        </p:nvSpPr>
        <p:spPr>
          <a:xfrm>
            <a:off x="6283235" y="2005689"/>
            <a:ext cx="4663440" cy="522514"/>
          </a:xfrm>
        </p:spPr>
        <p:txBody>
          <a:bodyPr rtlCol="0">
            <a:noAutofit/>
          </a:bodyPr>
          <a:lstStyle>
            <a:lvl1pPr marL="0" indent="0">
              <a:buNone/>
              <a:defRPr sz="2400" b="1">
                <a:latin typeface="+mj-lt"/>
              </a:defRPr>
            </a:lvl1pPr>
            <a:lvl2pPr marL="457200" indent="0">
              <a:buNone/>
              <a:defRPr sz="2000" b="1">
                <a:latin typeface="+mj-lt"/>
              </a:defRPr>
            </a:lvl2pPr>
            <a:lvl3pPr marL="914400" indent="0">
              <a:buNone/>
              <a:defRPr sz="1800" b="1">
                <a:latin typeface="+mj-lt"/>
              </a:defRPr>
            </a:lvl3pPr>
            <a:lvl4pPr marL="1371600" indent="0">
              <a:buNone/>
              <a:defRPr sz="1600" b="1">
                <a:latin typeface="+mj-lt"/>
              </a:defRPr>
            </a:lvl4pPr>
            <a:lvl5pPr marL="1828800" indent="0">
              <a:buNone/>
              <a:defRPr sz="1600" b="1">
                <a:latin typeface="+mj-lt"/>
              </a:defRPr>
            </a:lvl5pPr>
          </a:lstStyle>
          <a:p>
            <a:pPr lvl="0" rtl="0"/>
            <a:r>
              <a:rPr lang="id-ID" noProof="0"/>
              <a:t>Klik untuk mengedit gaya teks Master</a:t>
            </a:r>
          </a:p>
          <a:p>
            <a:pPr lvl="1" rtl="0"/>
            <a:r>
              <a:rPr lang="id-ID" noProof="0"/>
              <a:t>Tingkat kedua</a:t>
            </a:r>
          </a:p>
          <a:p>
            <a:pPr lvl="2" rtl="0"/>
            <a:r>
              <a:rPr lang="id-ID" noProof="0"/>
              <a:t>Tingkat ketiga</a:t>
            </a:r>
          </a:p>
          <a:p>
            <a:pPr lvl="3" rtl="0"/>
            <a:r>
              <a:rPr lang="id-ID" noProof="0"/>
              <a:t>Tingkat keempat</a:t>
            </a:r>
          </a:p>
          <a:p>
            <a:pPr lvl="4" rtl="0"/>
            <a:r>
              <a:rPr lang="id-ID" noProof="0"/>
              <a:t>Tingkat kelima</a:t>
            </a:r>
          </a:p>
        </p:txBody>
      </p:sp>
    </p:spTree>
    <p:extLst>
      <p:ext uri="{BB962C8B-B14F-4D97-AF65-F5344CB8AC3E}">
        <p14:creationId xmlns:p14="http://schemas.microsoft.com/office/powerpoint/2010/main" val="213191274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3 Judul dan Konten">
    <p:spTree>
      <p:nvGrpSpPr>
        <p:cNvPr id="1" name=""/>
        <p:cNvGrpSpPr/>
        <p:nvPr/>
      </p:nvGrpSpPr>
      <p:grpSpPr>
        <a:xfrm>
          <a:off x="0" y="0"/>
          <a:ext cx="0" cy="0"/>
          <a:chOff x="0" y="0"/>
          <a:chExt cx="0" cy="0"/>
        </a:xfrm>
      </p:grpSpPr>
      <p:sp>
        <p:nvSpPr>
          <p:cNvPr id="2" name="Judul 1">
            <a:extLst>
              <a:ext uri="{FF2B5EF4-FFF2-40B4-BE49-F238E27FC236}">
                <a16:creationId xmlns:a16="http://schemas.microsoft.com/office/drawing/2014/main" id="{3CD97974-B93C-4C96-B3F6-F69E3D6DE6CA}"/>
              </a:ext>
            </a:extLst>
          </p:cNvPr>
          <p:cNvSpPr>
            <a:spLocks noGrp="1"/>
          </p:cNvSpPr>
          <p:nvPr>
            <p:ph type="title"/>
          </p:nvPr>
        </p:nvSpPr>
        <p:spPr>
          <a:xfrm>
            <a:off x="1167492" y="381000"/>
            <a:ext cx="9779183" cy="1325563"/>
          </a:xfrm>
        </p:spPr>
        <p:txBody>
          <a:bodyPr rtlCol="0" anchor="b">
            <a:noAutofit/>
          </a:bodyPr>
          <a:lstStyle>
            <a:lvl1pPr>
              <a:defRPr sz="4800" b="1">
                <a:latin typeface="+mj-lt"/>
              </a:defRPr>
            </a:lvl1pPr>
          </a:lstStyle>
          <a:p>
            <a:pPr rtl="0"/>
            <a:r>
              <a:rPr lang="en-US" noProof="0"/>
              <a:t>Click to edit Master title style</a:t>
            </a:r>
            <a:endParaRPr lang="id-ID" noProof="0"/>
          </a:p>
        </p:txBody>
      </p:sp>
      <p:sp>
        <p:nvSpPr>
          <p:cNvPr id="3" name="Tampungan Konten 2">
            <a:extLst>
              <a:ext uri="{FF2B5EF4-FFF2-40B4-BE49-F238E27FC236}">
                <a16:creationId xmlns:a16="http://schemas.microsoft.com/office/drawing/2014/main" id="{8A6FC6F2-80B4-49A7-9448-33FE2DF0E967}"/>
              </a:ext>
            </a:extLst>
          </p:cNvPr>
          <p:cNvSpPr>
            <a:spLocks noGrp="1"/>
          </p:cNvSpPr>
          <p:nvPr>
            <p:ph idx="1" hasCustomPrompt="1"/>
          </p:nvPr>
        </p:nvSpPr>
        <p:spPr>
          <a:xfrm>
            <a:off x="1167491" y="2526318"/>
            <a:ext cx="3218688" cy="2828613"/>
          </a:xfrm>
        </p:spPr>
        <p:txBody>
          <a:bodyPr rtlCol="0">
            <a:noAutofit/>
          </a:bodyPr>
          <a:lstStyle>
            <a:lvl1pPr marL="0" indent="0">
              <a:buNone/>
              <a:defRPr sz="2000">
                <a:latin typeface="+mn-lt"/>
              </a:defRPr>
            </a:lvl1pPr>
            <a:lvl2pPr marL="457200" indent="0">
              <a:buNone/>
              <a:defRPr sz="1800">
                <a:latin typeface="+mn-lt"/>
              </a:defRPr>
            </a:lvl2pPr>
            <a:lvl3pPr marL="914400" indent="0">
              <a:buNone/>
              <a:defRPr sz="1600">
                <a:latin typeface="+mn-lt"/>
              </a:defRPr>
            </a:lvl3pPr>
            <a:lvl4pPr marL="1371600" indent="0">
              <a:buNone/>
              <a:defRPr sz="1400">
                <a:latin typeface="+mn-lt"/>
              </a:defRPr>
            </a:lvl4pPr>
            <a:lvl5pPr marL="1828800" indent="0">
              <a:buNone/>
              <a:defRPr sz="1400">
                <a:latin typeface="+mn-lt"/>
              </a:defRPr>
            </a:lvl5pPr>
          </a:lstStyle>
          <a:p>
            <a:pPr lvl="0" rtl="0"/>
            <a:r>
              <a:rPr lang="id-ID" noProof="0"/>
              <a:t>Klik untuk mengedit gaya teks Master</a:t>
            </a:r>
          </a:p>
          <a:p>
            <a:pPr lvl="1" rtl="0"/>
            <a:r>
              <a:rPr lang="id-ID" noProof="0"/>
              <a:t>Tingkat kedua</a:t>
            </a:r>
          </a:p>
          <a:p>
            <a:pPr lvl="2" rtl="0"/>
            <a:r>
              <a:rPr lang="id-ID" noProof="0"/>
              <a:t>Tingkat ketiga</a:t>
            </a:r>
          </a:p>
          <a:p>
            <a:pPr lvl="3" rtl="0"/>
            <a:r>
              <a:rPr lang="id-ID" noProof="0"/>
              <a:t>Tingkat keempat</a:t>
            </a:r>
          </a:p>
          <a:p>
            <a:pPr lvl="4" rtl="0"/>
            <a:r>
              <a:rPr lang="id-ID" noProof="0"/>
              <a:t>Tingkat kelima</a:t>
            </a:r>
          </a:p>
        </p:txBody>
      </p:sp>
      <p:sp>
        <p:nvSpPr>
          <p:cNvPr id="4" name="Bentuk bebas 3">
            <a:extLst>
              <a:ext uri="{FF2B5EF4-FFF2-40B4-BE49-F238E27FC236}">
                <a16:creationId xmlns:a16="http://schemas.microsoft.com/office/drawing/2014/main" id="{6A7F6A3F-E1DD-A246-9A6D-5F9B18BA2588}"/>
              </a:ext>
            </a:extLst>
          </p:cNvPr>
          <p:cNvSpPr/>
          <p:nvPr userDrawn="1"/>
        </p:nvSpPr>
        <p:spPr>
          <a:xfrm rot="5400000">
            <a:off x="8580896" y="0"/>
            <a:ext cx="3611104" cy="3611104"/>
          </a:xfrm>
          <a:custGeom>
            <a:avLst/>
            <a:gdLst>
              <a:gd name="connsiteX0" fmla="*/ 0 w 1167493"/>
              <a:gd name="connsiteY0" fmla="*/ 0 h 1167493"/>
              <a:gd name="connsiteX1" fmla="*/ 1167493 w 1167493"/>
              <a:gd name="connsiteY1" fmla="*/ 0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lnTo>
                  <a:pt x="1167493" y="0"/>
                </a:lnTo>
                <a:cubicBezTo>
                  <a:pt x="522704" y="0"/>
                  <a:pt x="0" y="522704"/>
                  <a:pt x="0" y="1167493"/>
                </a:cubicBez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id-ID" noProof="0"/>
          </a:p>
        </p:txBody>
      </p:sp>
      <p:sp>
        <p:nvSpPr>
          <p:cNvPr id="5" name="Bentuk bebas 4">
            <a:extLst>
              <a:ext uri="{FF2B5EF4-FFF2-40B4-BE49-F238E27FC236}">
                <a16:creationId xmlns:a16="http://schemas.microsoft.com/office/drawing/2014/main" id="{055FD0FC-C8FF-6741-A364-A29CDC6F9495}"/>
              </a:ext>
            </a:extLst>
          </p:cNvPr>
          <p:cNvSpPr/>
          <p:nvPr userDrawn="1"/>
        </p:nvSpPr>
        <p:spPr>
          <a:xfrm>
            <a:off x="-2364" y="3246896"/>
            <a:ext cx="3611104" cy="3611104"/>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id-ID" noProof="0">
              <a:latin typeface="+mn-lt"/>
            </a:endParaRPr>
          </a:p>
        </p:txBody>
      </p:sp>
      <p:sp>
        <p:nvSpPr>
          <p:cNvPr id="6" name="Bentuk bebas 5">
            <a:extLst>
              <a:ext uri="{FF2B5EF4-FFF2-40B4-BE49-F238E27FC236}">
                <a16:creationId xmlns:a16="http://schemas.microsoft.com/office/drawing/2014/main" id="{D11C9832-A021-954E-A34F-2988D1189AE9}"/>
              </a:ext>
            </a:extLst>
          </p:cNvPr>
          <p:cNvSpPr/>
          <p:nvPr userDrawn="1"/>
        </p:nvSpPr>
        <p:spPr>
          <a:xfrm rot="5400000" flipH="1">
            <a:off x="11258144" y="5924144"/>
            <a:ext cx="933856" cy="933856"/>
          </a:xfrm>
          <a:custGeom>
            <a:avLst/>
            <a:gdLst>
              <a:gd name="connsiteX0" fmla="*/ 0 w 862693"/>
              <a:gd name="connsiteY0" fmla="*/ 0 h 862693"/>
              <a:gd name="connsiteX1" fmla="*/ 862693 w 862693"/>
              <a:gd name="connsiteY1" fmla="*/ 0 h 862693"/>
              <a:gd name="connsiteX2" fmla="*/ 0 w 862693"/>
              <a:gd name="connsiteY2" fmla="*/ 862693 h 862693"/>
              <a:gd name="connsiteX3" fmla="*/ 0 w 862693"/>
              <a:gd name="connsiteY3" fmla="*/ 0 h 862693"/>
            </a:gdLst>
            <a:ahLst/>
            <a:cxnLst>
              <a:cxn ang="0">
                <a:pos x="connsiteX0" y="connsiteY0"/>
              </a:cxn>
              <a:cxn ang="0">
                <a:pos x="connsiteX1" y="connsiteY1"/>
              </a:cxn>
              <a:cxn ang="0">
                <a:pos x="connsiteX2" y="connsiteY2"/>
              </a:cxn>
              <a:cxn ang="0">
                <a:pos x="connsiteX3" y="connsiteY3"/>
              </a:cxn>
            </a:cxnLst>
            <a:rect l="l" t="t" r="r" b="b"/>
            <a:pathLst>
              <a:path w="862693" h="862693">
                <a:moveTo>
                  <a:pt x="0" y="0"/>
                </a:moveTo>
                <a:lnTo>
                  <a:pt x="862693" y="0"/>
                </a:lnTo>
                <a:cubicBezTo>
                  <a:pt x="862693" y="476453"/>
                  <a:pt x="476452" y="862693"/>
                  <a:pt x="0" y="862693"/>
                </a:cubicBez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id-ID" noProof="0">
              <a:latin typeface="+mn-lt"/>
            </a:endParaRPr>
          </a:p>
        </p:txBody>
      </p:sp>
      <p:grpSp>
        <p:nvGrpSpPr>
          <p:cNvPr id="9" name="Grup 8">
            <a:extLst>
              <a:ext uri="{FF2B5EF4-FFF2-40B4-BE49-F238E27FC236}">
                <a16:creationId xmlns:a16="http://schemas.microsoft.com/office/drawing/2014/main" id="{9861BC34-DFBF-2D4F-B463-FCFBC08391FF}"/>
              </a:ext>
            </a:extLst>
          </p:cNvPr>
          <p:cNvGrpSpPr/>
          <p:nvPr userDrawn="1"/>
        </p:nvGrpSpPr>
        <p:grpSpPr>
          <a:xfrm>
            <a:off x="2587417" y="5590903"/>
            <a:ext cx="1572380" cy="1267097"/>
            <a:chOff x="7413403" y="4976359"/>
            <a:chExt cx="2334986" cy="1881641"/>
          </a:xfrm>
        </p:grpSpPr>
        <p:sp>
          <p:nvSpPr>
            <p:cNvPr id="7" name="Bentuk bebas 6">
              <a:extLst>
                <a:ext uri="{FF2B5EF4-FFF2-40B4-BE49-F238E27FC236}">
                  <a16:creationId xmlns:a16="http://schemas.microsoft.com/office/drawing/2014/main" id="{55C37C19-F268-4A43-A0D4-3B1B38D48952}"/>
                </a:ext>
              </a:extLst>
            </p:cNvPr>
            <p:cNvSpPr/>
            <p:nvPr userDrawn="1"/>
          </p:nvSpPr>
          <p:spPr>
            <a:xfrm rot="5400000" flipH="1" flipV="1">
              <a:off x="8223822"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id-ID" noProof="0">
                <a:latin typeface="+mn-lt"/>
              </a:endParaRPr>
            </a:p>
          </p:txBody>
        </p:sp>
        <p:sp>
          <p:nvSpPr>
            <p:cNvPr id="8" name="Bentuk bebas 7">
              <a:extLst>
                <a:ext uri="{FF2B5EF4-FFF2-40B4-BE49-F238E27FC236}">
                  <a16:creationId xmlns:a16="http://schemas.microsoft.com/office/drawing/2014/main" id="{E4F760E5-9D5D-E44F-AEBF-20CA8DE87D11}"/>
                </a:ext>
              </a:extLst>
            </p:cNvPr>
            <p:cNvSpPr/>
            <p:nvPr userDrawn="1"/>
          </p:nvSpPr>
          <p:spPr>
            <a:xfrm rot="16200000" flipV="1">
              <a:off x="7056329"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id-ID" noProof="0">
                <a:latin typeface="+mn-lt"/>
              </a:endParaRPr>
            </a:p>
          </p:txBody>
        </p:sp>
      </p:grpSp>
      <p:sp>
        <p:nvSpPr>
          <p:cNvPr id="10" name="Tampungan Tanggal 3">
            <a:extLst>
              <a:ext uri="{FF2B5EF4-FFF2-40B4-BE49-F238E27FC236}">
                <a16:creationId xmlns:a16="http://schemas.microsoft.com/office/drawing/2014/main" id="{7536C149-3EFE-A94E-902D-57CED00B2C0F}"/>
              </a:ext>
            </a:extLst>
          </p:cNvPr>
          <p:cNvSpPr>
            <a:spLocks noGrp="1"/>
          </p:cNvSpPr>
          <p:nvPr>
            <p:ph type="dt" sz="half" idx="2"/>
          </p:nvPr>
        </p:nvSpPr>
        <p:spPr>
          <a:xfrm>
            <a:off x="381000" y="6356350"/>
            <a:ext cx="1767114" cy="365125"/>
          </a:xfrm>
          <a:prstGeom prst="rect">
            <a:avLst/>
          </a:prstGeom>
        </p:spPr>
        <p:txBody>
          <a:bodyPr vert="horz" lIns="91440" tIns="45720" rIns="91440" bIns="45720" rtlCol="0" anchor="ctr">
            <a:noAutofit/>
          </a:bodyPr>
          <a:lstStyle>
            <a:lvl1pPr algn="l">
              <a:defRPr sz="1200">
                <a:solidFill>
                  <a:schemeClr val="accent2"/>
                </a:solidFill>
                <a:latin typeface="+mn-lt"/>
              </a:defRPr>
            </a:lvl1pPr>
          </a:lstStyle>
          <a:p>
            <a:pPr rtl="0"/>
            <a:fld id="{FED39403-5B82-4458-B314-3455B2B980C6}" type="datetime1">
              <a:rPr lang="id-ID" noProof="0" smtClean="0"/>
              <a:t>24/11/2025</a:t>
            </a:fld>
            <a:endParaRPr lang="id-ID" noProof="0"/>
          </a:p>
        </p:txBody>
      </p:sp>
      <p:sp>
        <p:nvSpPr>
          <p:cNvPr id="11" name="Tampungan Kaki 4">
            <a:extLst>
              <a:ext uri="{FF2B5EF4-FFF2-40B4-BE49-F238E27FC236}">
                <a16:creationId xmlns:a16="http://schemas.microsoft.com/office/drawing/2014/main" id="{53CA1E78-F17D-F34D-9F81-0DBF44F3789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noAutofit/>
          </a:bodyPr>
          <a:lstStyle>
            <a:lvl1pPr algn="ctr">
              <a:defRPr sz="1200">
                <a:solidFill>
                  <a:schemeClr val="accent3"/>
                </a:solidFill>
                <a:latin typeface="+mn-lt"/>
              </a:defRPr>
            </a:lvl1pPr>
          </a:lstStyle>
          <a:p>
            <a:pPr rtl="0"/>
            <a:r>
              <a:rPr lang="id-ID" noProof="0"/>
              <a:t>JUDUL PRESENTASI</a:t>
            </a:r>
          </a:p>
        </p:txBody>
      </p:sp>
      <p:sp>
        <p:nvSpPr>
          <p:cNvPr id="13" name="Tampungan Konten 2">
            <a:extLst>
              <a:ext uri="{FF2B5EF4-FFF2-40B4-BE49-F238E27FC236}">
                <a16:creationId xmlns:a16="http://schemas.microsoft.com/office/drawing/2014/main" id="{94CA559C-3355-DE44-ACF9-BDB6083C4225}"/>
              </a:ext>
            </a:extLst>
          </p:cNvPr>
          <p:cNvSpPr>
            <a:spLocks noGrp="1"/>
          </p:cNvSpPr>
          <p:nvPr>
            <p:ph idx="10" hasCustomPrompt="1"/>
          </p:nvPr>
        </p:nvSpPr>
        <p:spPr>
          <a:xfrm>
            <a:off x="4683787" y="2526318"/>
            <a:ext cx="3173279" cy="2828613"/>
          </a:xfrm>
        </p:spPr>
        <p:txBody>
          <a:bodyPr rtlCol="0">
            <a:noAutofit/>
          </a:bodyPr>
          <a:lstStyle>
            <a:lvl1pPr marL="0" indent="0">
              <a:buNone/>
              <a:defRPr sz="2000">
                <a:latin typeface="+mn-lt"/>
              </a:defRPr>
            </a:lvl1pPr>
            <a:lvl2pPr marL="457200" indent="0">
              <a:buNone/>
              <a:defRPr sz="1800">
                <a:latin typeface="+mn-lt"/>
              </a:defRPr>
            </a:lvl2pPr>
            <a:lvl3pPr marL="914400" indent="0">
              <a:buNone/>
              <a:defRPr sz="1600">
                <a:latin typeface="+mn-lt"/>
              </a:defRPr>
            </a:lvl3pPr>
            <a:lvl4pPr marL="1371600" indent="0">
              <a:buNone/>
              <a:defRPr sz="1400">
                <a:latin typeface="+mn-lt"/>
              </a:defRPr>
            </a:lvl4pPr>
            <a:lvl5pPr marL="1828800" indent="0">
              <a:buNone/>
              <a:defRPr sz="1400">
                <a:latin typeface="+mn-lt"/>
              </a:defRPr>
            </a:lvl5pPr>
          </a:lstStyle>
          <a:p>
            <a:pPr lvl="0" rtl="0"/>
            <a:r>
              <a:rPr lang="id-ID" noProof="0"/>
              <a:t>Klik untuk mengedit gaya teks Master</a:t>
            </a:r>
          </a:p>
          <a:p>
            <a:pPr lvl="1" rtl="0"/>
            <a:r>
              <a:rPr lang="id-ID" noProof="0"/>
              <a:t>Tingkat kedua</a:t>
            </a:r>
          </a:p>
          <a:p>
            <a:pPr lvl="2" rtl="0"/>
            <a:r>
              <a:rPr lang="id-ID" noProof="0"/>
              <a:t>Tingkat ketiga</a:t>
            </a:r>
          </a:p>
          <a:p>
            <a:pPr lvl="3" rtl="0"/>
            <a:r>
              <a:rPr lang="id-ID" noProof="0"/>
              <a:t>Tingkat keempat</a:t>
            </a:r>
          </a:p>
          <a:p>
            <a:pPr lvl="4" rtl="0"/>
            <a:r>
              <a:rPr lang="id-ID" noProof="0"/>
              <a:t>Tingkat kelima</a:t>
            </a:r>
          </a:p>
        </p:txBody>
      </p:sp>
      <p:sp>
        <p:nvSpPr>
          <p:cNvPr id="14" name="Tampungan Konten 2">
            <a:extLst>
              <a:ext uri="{FF2B5EF4-FFF2-40B4-BE49-F238E27FC236}">
                <a16:creationId xmlns:a16="http://schemas.microsoft.com/office/drawing/2014/main" id="{0B33DABA-7BF5-1147-BA5E-63B92F220E51}"/>
              </a:ext>
            </a:extLst>
          </p:cNvPr>
          <p:cNvSpPr>
            <a:spLocks noGrp="1"/>
          </p:cNvSpPr>
          <p:nvPr>
            <p:ph idx="11" hasCustomPrompt="1"/>
          </p:nvPr>
        </p:nvSpPr>
        <p:spPr>
          <a:xfrm>
            <a:off x="1167493" y="2003804"/>
            <a:ext cx="3173278" cy="522514"/>
          </a:xfrm>
        </p:spPr>
        <p:txBody>
          <a:bodyPr rtlCol="0">
            <a:noAutofit/>
          </a:bodyPr>
          <a:lstStyle>
            <a:lvl1pPr marL="0" indent="0">
              <a:buNone/>
              <a:defRPr sz="2400" b="1">
                <a:latin typeface="+mj-lt"/>
              </a:defRPr>
            </a:lvl1pPr>
            <a:lvl2pPr marL="457200" indent="0">
              <a:buNone/>
              <a:defRPr sz="2000" b="1">
                <a:latin typeface="+mj-lt"/>
              </a:defRPr>
            </a:lvl2pPr>
            <a:lvl3pPr marL="914400" indent="0">
              <a:buNone/>
              <a:defRPr sz="1800" b="1">
                <a:latin typeface="+mj-lt"/>
              </a:defRPr>
            </a:lvl3pPr>
            <a:lvl4pPr marL="1371600" indent="0">
              <a:buNone/>
              <a:defRPr sz="1600" b="1">
                <a:latin typeface="+mj-lt"/>
              </a:defRPr>
            </a:lvl4pPr>
            <a:lvl5pPr marL="1828800" indent="0">
              <a:buNone/>
              <a:defRPr sz="1600" b="1">
                <a:latin typeface="+mj-lt"/>
              </a:defRPr>
            </a:lvl5pPr>
          </a:lstStyle>
          <a:p>
            <a:pPr lvl="0" rtl="0"/>
            <a:r>
              <a:rPr lang="id-ID" noProof="0"/>
              <a:t>Klik untuk mengedit gaya teks Master</a:t>
            </a:r>
          </a:p>
          <a:p>
            <a:pPr lvl="1" rtl="0"/>
            <a:r>
              <a:rPr lang="id-ID" noProof="0"/>
              <a:t>Tingkat kedua</a:t>
            </a:r>
          </a:p>
          <a:p>
            <a:pPr lvl="2" rtl="0"/>
            <a:r>
              <a:rPr lang="id-ID" noProof="0"/>
              <a:t>Tingkat ketiga</a:t>
            </a:r>
          </a:p>
          <a:p>
            <a:pPr lvl="3" rtl="0"/>
            <a:r>
              <a:rPr lang="id-ID" noProof="0"/>
              <a:t>Tingkat keempat</a:t>
            </a:r>
          </a:p>
          <a:p>
            <a:pPr lvl="4" rtl="0"/>
            <a:r>
              <a:rPr lang="id-ID" noProof="0"/>
              <a:t>Tingkat kelima</a:t>
            </a:r>
          </a:p>
        </p:txBody>
      </p:sp>
      <p:sp>
        <p:nvSpPr>
          <p:cNvPr id="15" name="Tampungan Konten 2">
            <a:extLst>
              <a:ext uri="{FF2B5EF4-FFF2-40B4-BE49-F238E27FC236}">
                <a16:creationId xmlns:a16="http://schemas.microsoft.com/office/drawing/2014/main" id="{1B05BEE9-8BC0-EC44-B913-DB6426DF2EA7}"/>
              </a:ext>
            </a:extLst>
          </p:cNvPr>
          <p:cNvSpPr>
            <a:spLocks noGrp="1"/>
          </p:cNvSpPr>
          <p:nvPr>
            <p:ph idx="12" hasCustomPrompt="1"/>
          </p:nvPr>
        </p:nvSpPr>
        <p:spPr>
          <a:xfrm>
            <a:off x="4683788" y="2003804"/>
            <a:ext cx="3173278" cy="522514"/>
          </a:xfrm>
        </p:spPr>
        <p:txBody>
          <a:bodyPr rtlCol="0">
            <a:noAutofit/>
          </a:bodyPr>
          <a:lstStyle>
            <a:lvl1pPr marL="0" indent="0">
              <a:buNone/>
              <a:defRPr sz="2400" b="1">
                <a:latin typeface="+mj-lt"/>
              </a:defRPr>
            </a:lvl1pPr>
            <a:lvl2pPr marL="457200" indent="0">
              <a:buNone/>
              <a:defRPr sz="2000" b="1">
                <a:latin typeface="+mj-lt"/>
              </a:defRPr>
            </a:lvl2pPr>
            <a:lvl3pPr marL="914400" indent="0">
              <a:buNone/>
              <a:defRPr sz="1800" b="1">
                <a:latin typeface="+mj-lt"/>
              </a:defRPr>
            </a:lvl3pPr>
            <a:lvl4pPr marL="1371600" indent="0">
              <a:buNone/>
              <a:defRPr sz="1600" b="1">
                <a:latin typeface="+mj-lt"/>
              </a:defRPr>
            </a:lvl4pPr>
            <a:lvl5pPr marL="1828800" indent="0">
              <a:buNone/>
              <a:defRPr sz="1600" b="1">
                <a:latin typeface="+mj-lt"/>
              </a:defRPr>
            </a:lvl5pPr>
          </a:lstStyle>
          <a:p>
            <a:pPr lvl="0" rtl="0"/>
            <a:r>
              <a:rPr lang="id-ID" noProof="0"/>
              <a:t>Klik untuk mengedit gaya teks Master</a:t>
            </a:r>
          </a:p>
          <a:p>
            <a:pPr lvl="1" rtl="0"/>
            <a:r>
              <a:rPr lang="id-ID" noProof="0"/>
              <a:t>Tingkat kedua</a:t>
            </a:r>
          </a:p>
          <a:p>
            <a:pPr lvl="2" rtl="0"/>
            <a:r>
              <a:rPr lang="id-ID" noProof="0"/>
              <a:t>Tingkat ketiga</a:t>
            </a:r>
          </a:p>
          <a:p>
            <a:pPr lvl="3" rtl="0"/>
            <a:r>
              <a:rPr lang="id-ID" noProof="0"/>
              <a:t>Tingkat keempat</a:t>
            </a:r>
          </a:p>
          <a:p>
            <a:pPr lvl="4" rtl="0"/>
            <a:r>
              <a:rPr lang="id-ID" noProof="0"/>
              <a:t>Tingkat kelima</a:t>
            </a:r>
          </a:p>
        </p:txBody>
      </p:sp>
      <p:sp>
        <p:nvSpPr>
          <p:cNvPr id="16" name="Tampungan Konten 2">
            <a:extLst>
              <a:ext uri="{FF2B5EF4-FFF2-40B4-BE49-F238E27FC236}">
                <a16:creationId xmlns:a16="http://schemas.microsoft.com/office/drawing/2014/main" id="{43D62993-A055-DF4F-9286-4FFE3A5C7FD7}"/>
              </a:ext>
            </a:extLst>
          </p:cNvPr>
          <p:cNvSpPr>
            <a:spLocks noGrp="1"/>
          </p:cNvSpPr>
          <p:nvPr>
            <p:ph idx="13" hasCustomPrompt="1"/>
          </p:nvPr>
        </p:nvSpPr>
        <p:spPr>
          <a:xfrm>
            <a:off x="8200082" y="2526318"/>
            <a:ext cx="3173279" cy="2828613"/>
          </a:xfrm>
        </p:spPr>
        <p:txBody>
          <a:bodyPr rtlCol="0">
            <a:noAutofit/>
          </a:bodyPr>
          <a:lstStyle>
            <a:lvl1pPr marL="0" indent="0">
              <a:buNone/>
              <a:defRPr sz="2000">
                <a:latin typeface="+mn-lt"/>
              </a:defRPr>
            </a:lvl1pPr>
            <a:lvl2pPr marL="457200" indent="0">
              <a:buNone/>
              <a:defRPr sz="1800">
                <a:latin typeface="+mn-lt"/>
              </a:defRPr>
            </a:lvl2pPr>
            <a:lvl3pPr marL="914400" indent="0">
              <a:buNone/>
              <a:defRPr sz="1600">
                <a:latin typeface="+mn-lt"/>
              </a:defRPr>
            </a:lvl3pPr>
            <a:lvl4pPr marL="1371600" indent="0">
              <a:buNone/>
              <a:defRPr sz="1400">
                <a:latin typeface="+mn-lt"/>
              </a:defRPr>
            </a:lvl4pPr>
            <a:lvl5pPr marL="1828800" indent="0">
              <a:buNone/>
              <a:defRPr sz="1400">
                <a:latin typeface="+mn-lt"/>
              </a:defRPr>
            </a:lvl5pPr>
          </a:lstStyle>
          <a:p>
            <a:pPr lvl="0" rtl="0"/>
            <a:r>
              <a:rPr lang="id-ID" noProof="0"/>
              <a:t>Klik untuk mengedit gaya teks Master</a:t>
            </a:r>
          </a:p>
          <a:p>
            <a:pPr lvl="1" rtl="0"/>
            <a:r>
              <a:rPr lang="id-ID" noProof="0"/>
              <a:t>Tingkat kedua</a:t>
            </a:r>
          </a:p>
          <a:p>
            <a:pPr lvl="2" rtl="0"/>
            <a:r>
              <a:rPr lang="id-ID" noProof="0"/>
              <a:t>Tingkat ketiga</a:t>
            </a:r>
          </a:p>
          <a:p>
            <a:pPr lvl="3" rtl="0"/>
            <a:r>
              <a:rPr lang="id-ID" noProof="0"/>
              <a:t>Tingkat keempat</a:t>
            </a:r>
          </a:p>
          <a:p>
            <a:pPr lvl="4" rtl="0"/>
            <a:r>
              <a:rPr lang="id-ID" noProof="0"/>
              <a:t>Tingkat kelima</a:t>
            </a:r>
          </a:p>
        </p:txBody>
      </p:sp>
      <p:sp>
        <p:nvSpPr>
          <p:cNvPr id="17" name="Tampungan Konten 2">
            <a:extLst>
              <a:ext uri="{FF2B5EF4-FFF2-40B4-BE49-F238E27FC236}">
                <a16:creationId xmlns:a16="http://schemas.microsoft.com/office/drawing/2014/main" id="{A896DA2E-4448-254C-86D1-9E16E63CC6A0}"/>
              </a:ext>
            </a:extLst>
          </p:cNvPr>
          <p:cNvSpPr>
            <a:spLocks noGrp="1"/>
          </p:cNvSpPr>
          <p:nvPr>
            <p:ph idx="14" hasCustomPrompt="1"/>
          </p:nvPr>
        </p:nvSpPr>
        <p:spPr>
          <a:xfrm>
            <a:off x="8200083" y="2003804"/>
            <a:ext cx="3173278" cy="522514"/>
          </a:xfrm>
        </p:spPr>
        <p:txBody>
          <a:bodyPr rtlCol="0">
            <a:noAutofit/>
          </a:bodyPr>
          <a:lstStyle>
            <a:lvl1pPr marL="0" indent="0">
              <a:buNone/>
              <a:defRPr sz="2400" b="1">
                <a:latin typeface="+mj-lt"/>
              </a:defRPr>
            </a:lvl1pPr>
            <a:lvl2pPr marL="457200" indent="0">
              <a:buNone/>
              <a:defRPr sz="2000" b="1">
                <a:latin typeface="+mj-lt"/>
              </a:defRPr>
            </a:lvl2pPr>
            <a:lvl3pPr marL="914400" indent="0">
              <a:buNone/>
              <a:defRPr sz="1800" b="1">
                <a:latin typeface="+mj-lt"/>
              </a:defRPr>
            </a:lvl3pPr>
            <a:lvl4pPr marL="1371600" indent="0">
              <a:buNone/>
              <a:defRPr sz="1600" b="1">
                <a:latin typeface="+mj-lt"/>
              </a:defRPr>
            </a:lvl4pPr>
            <a:lvl5pPr marL="1828800" indent="0">
              <a:buNone/>
              <a:defRPr sz="1600" b="1">
                <a:latin typeface="+mj-lt"/>
              </a:defRPr>
            </a:lvl5pPr>
          </a:lstStyle>
          <a:p>
            <a:pPr lvl="0" rtl="0"/>
            <a:r>
              <a:rPr lang="id-ID" noProof="0"/>
              <a:t>Klik untuk mengedit gaya teks Master</a:t>
            </a:r>
          </a:p>
          <a:p>
            <a:pPr lvl="1" rtl="0"/>
            <a:r>
              <a:rPr lang="id-ID" noProof="0"/>
              <a:t>Tingkat kedua</a:t>
            </a:r>
          </a:p>
          <a:p>
            <a:pPr lvl="2" rtl="0"/>
            <a:r>
              <a:rPr lang="id-ID" noProof="0"/>
              <a:t>Tingkat ketiga</a:t>
            </a:r>
          </a:p>
          <a:p>
            <a:pPr lvl="3" rtl="0"/>
            <a:r>
              <a:rPr lang="id-ID" noProof="0"/>
              <a:t>Tingkat keempat</a:t>
            </a:r>
          </a:p>
          <a:p>
            <a:pPr lvl="4" rtl="0"/>
            <a:r>
              <a:rPr lang="id-ID" noProof="0"/>
              <a:t>Tingkat kelima</a:t>
            </a:r>
          </a:p>
        </p:txBody>
      </p:sp>
      <p:sp>
        <p:nvSpPr>
          <p:cNvPr id="12" name="Tampungan Nomor Slide 5">
            <a:extLst>
              <a:ext uri="{FF2B5EF4-FFF2-40B4-BE49-F238E27FC236}">
                <a16:creationId xmlns:a16="http://schemas.microsoft.com/office/drawing/2014/main" id="{1FE54918-A625-F64F-A42E-A427E9B2D489}"/>
              </a:ext>
            </a:extLst>
          </p:cNvPr>
          <p:cNvSpPr>
            <a:spLocks noGrp="1"/>
          </p:cNvSpPr>
          <p:nvPr>
            <p:ph type="sldNum" sz="quarter" idx="4"/>
          </p:nvPr>
        </p:nvSpPr>
        <p:spPr>
          <a:xfrm>
            <a:off x="10153276" y="6356350"/>
            <a:ext cx="1657723" cy="365125"/>
          </a:xfrm>
          <a:prstGeom prst="rect">
            <a:avLst/>
          </a:prstGeom>
        </p:spPr>
        <p:txBody>
          <a:bodyPr vert="horz" lIns="91440" tIns="45720" rIns="91440" bIns="45720" rtlCol="0" anchor="ctr">
            <a:noAutofit/>
          </a:bodyPr>
          <a:lstStyle>
            <a:lvl1pPr algn="r">
              <a:defRPr sz="1200">
                <a:solidFill>
                  <a:schemeClr val="accent2"/>
                </a:solidFill>
                <a:latin typeface="+mn-lt"/>
              </a:defRPr>
            </a:lvl1pPr>
          </a:lstStyle>
          <a:p>
            <a:pPr rtl="0"/>
            <a:fld id="{294A09A9-5501-47C1-A89A-A340965A2BE2}" type="slidenum">
              <a:rPr lang="id-ID" noProof="0" smtClean="0"/>
              <a:pPr/>
              <a:t>‹#›</a:t>
            </a:fld>
            <a:endParaRPr lang="id-ID" noProof="0"/>
          </a:p>
        </p:txBody>
      </p:sp>
    </p:spTree>
    <p:extLst>
      <p:ext uri="{BB962C8B-B14F-4D97-AF65-F5344CB8AC3E}">
        <p14:creationId xmlns:p14="http://schemas.microsoft.com/office/powerpoint/2010/main" val="275697644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Slide Akhir">
    <p:spTree>
      <p:nvGrpSpPr>
        <p:cNvPr id="1" name=""/>
        <p:cNvGrpSpPr/>
        <p:nvPr/>
      </p:nvGrpSpPr>
      <p:grpSpPr>
        <a:xfrm>
          <a:off x="0" y="0"/>
          <a:ext cx="0" cy="0"/>
          <a:chOff x="0" y="0"/>
          <a:chExt cx="0" cy="0"/>
        </a:xfrm>
      </p:grpSpPr>
      <p:sp>
        <p:nvSpPr>
          <p:cNvPr id="2" name="Judul 1">
            <a:extLst>
              <a:ext uri="{FF2B5EF4-FFF2-40B4-BE49-F238E27FC236}">
                <a16:creationId xmlns:a16="http://schemas.microsoft.com/office/drawing/2014/main" id="{494248F2-5264-4601-AA0B-6C092F77F2DD}"/>
              </a:ext>
            </a:extLst>
          </p:cNvPr>
          <p:cNvSpPr>
            <a:spLocks noGrp="1"/>
          </p:cNvSpPr>
          <p:nvPr>
            <p:ph type="ctrTitle"/>
          </p:nvPr>
        </p:nvSpPr>
        <p:spPr>
          <a:xfrm>
            <a:off x="1167494" y="1122363"/>
            <a:ext cx="6220278" cy="2387600"/>
          </a:xfrm>
        </p:spPr>
        <p:txBody>
          <a:bodyPr rtlCol="0" anchor="b">
            <a:noAutofit/>
          </a:bodyPr>
          <a:lstStyle>
            <a:lvl1pPr algn="l">
              <a:defRPr sz="6000" b="1">
                <a:latin typeface="+mj-lt"/>
              </a:defRPr>
            </a:lvl1pPr>
          </a:lstStyle>
          <a:p>
            <a:pPr rtl="0"/>
            <a:r>
              <a:rPr lang="en-US" noProof="0"/>
              <a:t>Click to edit Master title style</a:t>
            </a:r>
            <a:endParaRPr lang="id-ID" noProof="0"/>
          </a:p>
        </p:txBody>
      </p:sp>
      <p:sp>
        <p:nvSpPr>
          <p:cNvPr id="3" name="Subjudul 2">
            <a:extLst>
              <a:ext uri="{FF2B5EF4-FFF2-40B4-BE49-F238E27FC236}">
                <a16:creationId xmlns:a16="http://schemas.microsoft.com/office/drawing/2014/main" id="{DCFB69D3-5632-4285-A209-9DCA67DA668C}"/>
              </a:ext>
            </a:extLst>
          </p:cNvPr>
          <p:cNvSpPr>
            <a:spLocks noGrp="1"/>
          </p:cNvSpPr>
          <p:nvPr>
            <p:ph type="subTitle" idx="1"/>
          </p:nvPr>
        </p:nvSpPr>
        <p:spPr>
          <a:xfrm>
            <a:off x="1167493" y="3602038"/>
            <a:ext cx="6220277" cy="2247219"/>
          </a:xfrm>
        </p:spPr>
        <p:txBody>
          <a:bodyPr rtlCol="0">
            <a:noAutofit/>
          </a:bodyPr>
          <a:lstStyle>
            <a:lvl1pPr marL="0" indent="0" algn="l">
              <a:buNone/>
              <a:defRPr sz="2800">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rtl="0"/>
            <a:r>
              <a:rPr lang="en-US" noProof="0"/>
              <a:t>Click to edit Master subtitle style</a:t>
            </a:r>
            <a:endParaRPr lang="id-ID" noProof="0"/>
          </a:p>
        </p:txBody>
      </p:sp>
      <p:sp>
        <p:nvSpPr>
          <p:cNvPr id="4" name="Persegi 3">
            <a:extLst>
              <a:ext uri="{FF2B5EF4-FFF2-40B4-BE49-F238E27FC236}">
                <a16:creationId xmlns:a16="http://schemas.microsoft.com/office/drawing/2014/main" id="{9AC79249-FDC0-364D-A734-AE1DE1605D28}"/>
              </a:ext>
            </a:extLst>
          </p:cNvPr>
          <p:cNvSpPr/>
          <p:nvPr userDrawn="1"/>
        </p:nvSpPr>
        <p:spPr>
          <a:xfrm>
            <a:off x="8264426" y="0"/>
            <a:ext cx="3927574"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id-ID" noProof="0"/>
          </a:p>
        </p:txBody>
      </p:sp>
      <p:grpSp>
        <p:nvGrpSpPr>
          <p:cNvPr id="6" name="Grup 5">
            <a:extLst>
              <a:ext uri="{FF2B5EF4-FFF2-40B4-BE49-F238E27FC236}">
                <a16:creationId xmlns:a16="http://schemas.microsoft.com/office/drawing/2014/main" id="{F15FBB50-09C8-B64E-AE57-67C5E70810CB}"/>
              </a:ext>
            </a:extLst>
          </p:cNvPr>
          <p:cNvGrpSpPr/>
          <p:nvPr userDrawn="1"/>
        </p:nvGrpSpPr>
        <p:grpSpPr>
          <a:xfrm>
            <a:off x="8264427" y="3685939"/>
            <a:ext cx="3927573" cy="3178856"/>
            <a:chOff x="9857014" y="13834"/>
            <a:chExt cx="2334986" cy="1881641"/>
          </a:xfrm>
        </p:grpSpPr>
        <p:sp>
          <p:nvSpPr>
            <p:cNvPr id="15" name="Bentuk bebas 14">
              <a:extLst>
                <a:ext uri="{FF2B5EF4-FFF2-40B4-BE49-F238E27FC236}">
                  <a16:creationId xmlns:a16="http://schemas.microsoft.com/office/drawing/2014/main" id="{EFBF1E52-11FA-DC48-B7AD-75734232FFE8}"/>
                </a:ext>
              </a:extLst>
            </p:cNvPr>
            <p:cNvSpPr/>
            <p:nvPr userDrawn="1"/>
          </p:nvSpPr>
          <p:spPr>
            <a:xfrm rot="5400000" flipH="1" flipV="1">
              <a:off x="10667433" y="370908"/>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id-ID" noProof="0"/>
            </a:p>
          </p:txBody>
        </p:sp>
        <p:sp>
          <p:nvSpPr>
            <p:cNvPr id="16" name="Bentuk bebas 15">
              <a:extLst>
                <a:ext uri="{FF2B5EF4-FFF2-40B4-BE49-F238E27FC236}">
                  <a16:creationId xmlns:a16="http://schemas.microsoft.com/office/drawing/2014/main" id="{4850B620-49F5-3748-84AF-682555D52792}"/>
                </a:ext>
              </a:extLst>
            </p:cNvPr>
            <p:cNvSpPr/>
            <p:nvPr userDrawn="1"/>
          </p:nvSpPr>
          <p:spPr>
            <a:xfrm rot="16200000" flipV="1">
              <a:off x="9499940" y="370908"/>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id-ID" noProof="0"/>
            </a:p>
          </p:txBody>
        </p:sp>
      </p:grpSp>
      <p:sp>
        <p:nvSpPr>
          <p:cNvPr id="22" name="Bentuk bebas 21">
            <a:extLst>
              <a:ext uri="{FF2B5EF4-FFF2-40B4-BE49-F238E27FC236}">
                <a16:creationId xmlns:a16="http://schemas.microsoft.com/office/drawing/2014/main" id="{BC68F289-2744-2F48-893A-3F17911625C8}"/>
              </a:ext>
            </a:extLst>
          </p:cNvPr>
          <p:cNvSpPr/>
          <p:nvPr userDrawn="1"/>
        </p:nvSpPr>
        <p:spPr>
          <a:xfrm>
            <a:off x="0" y="-1"/>
            <a:ext cx="1167493" cy="1167493"/>
          </a:xfrm>
          <a:custGeom>
            <a:avLst/>
            <a:gdLst>
              <a:gd name="connsiteX0" fmla="*/ 0 w 862693"/>
              <a:gd name="connsiteY0" fmla="*/ 0 h 862693"/>
              <a:gd name="connsiteX1" fmla="*/ 862693 w 862693"/>
              <a:gd name="connsiteY1" fmla="*/ 0 h 862693"/>
              <a:gd name="connsiteX2" fmla="*/ 0 w 862693"/>
              <a:gd name="connsiteY2" fmla="*/ 862693 h 862693"/>
              <a:gd name="connsiteX3" fmla="*/ 0 w 862693"/>
              <a:gd name="connsiteY3" fmla="*/ 0 h 862693"/>
            </a:gdLst>
            <a:ahLst/>
            <a:cxnLst>
              <a:cxn ang="0">
                <a:pos x="connsiteX0" y="connsiteY0"/>
              </a:cxn>
              <a:cxn ang="0">
                <a:pos x="connsiteX1" y="connsiteY1"/>
              </a:cxn>
              <a:cxn ang="0">
                <a:pos x="connsiteX2" y="connsiteY2"/>
              </a:cxn>
              <a:cxn ang="0">
                <a:pos x="connsiteX3" y="connsiteY3"/>
              </a:cxn>
            </a:cxnLst>
            <a:rect l="l" t="t" r="r" b="b"/>
            <a:pathLst>
              <a:path w="862693" h="862693">
                <a:moveTo>
                  <a:pt x="0" y="0"/>
                </a:moveTo>
                <a:lnTo>
                  <a:pt x="862693" y="0"/>
                </a:lnTo>
                <a:cubicBezTo>
                  <a:pt x="862693" y="476453"/>
                  <a:pt x="476452" y="862693"/>
                  <a:pt x="0" y="862693"/>
                </a:cubicBez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id-ID" noProof="0"/>
          </a:p>
        </p:txBody>
      </p:sp>
      <p:sp>
        <p:nvSpPr>
          <p:cNvPr id="17" name="Bentuk bebas 16">
            <a:extLst>
              <a:ext uri="{FF2B5EF4-FFF2-40B4-BE49-F238E27FC236}">
                <a16:creationId xmlns:a16="http://schemas.microsoft.com/office/drawing/2014/main" id="{39563C76-BC00-DE47-88F5-C24D3CE3325A}"/>
              </a:ext>
            </a:extLst>
          </p:cNvPr>
          <p:cNvSpPr/>
          <p:nvPr userDrawn="1"/>
        </p:nvSpPr>
        <p:spPr>
          <a:xfrm>
            <a:off x="10228214" y="-1"/>
            <a:ext cx="1963787" cy="3178856"/>
          </a:xfrm>
          <a:custGeom>
            <a:avLst/>
            <a:gdLst>
              <a:gd name="connsiteX0" fmla="*/ 0 w 1963787"/>
              <a:gd name="connsiteY0" fmla="*/ 0 h 3178856"/>
              <a:gd name="connsiteX1" fmla="*/ 1963787 w 1963787"/>
              <a:gd name="connsiteY1" fmla="*/ 0 h 3178856"/>
              <a:gd name="connsiteX2" fmla="*/ 1963787 w 1963787"/>
              <a:gd name="connsiteY2" fmla="*/ 1967129 h 3178856"/>
              <a:gd name="connsiteX3" fmla="*/ 1963787 w 1963787"/>
              <a:gd name="connsiteY3" fmla="*/ 2349671 h 3178856"/>
              <a:gd name="connsiteX4" fmla="*/ 1963787 w 1963787"/>
              <a:gd name="connsiteY4" fmla="*/ 3178856 h 3178856"/>
              <a:gd name="connsiteX5" fmla="*/ 1963753 w 1963787"/>
              <a:gd name="connsiteY5" fmla="*/ 3178856 h 3178856"/>
              <a:gd name="connsiteX6" fmla="*/ 1763002 w 1963787"/>
              <a:gd name="connsiteY6" fmla="*/ 3168629 h 3178856"/>
              <a:gd name="connsiteX7" fmla="*/ 0 w 1963787"/>
              <a:gd name="connsiteY7" fmla="*/ 1197921 h 3178856"/>
              <a:gd name="connsiteX8" fmla="*/ 0 w 1963787"/>
              <a:gd name="connsiteY8" fmla="*/ 1039961 h 3178856"/>
              <a:gd name="connsiteX9" fmla="*/ 0 w 1963787"/>
              <a:gd name="connsiteY9" fmla="*/ 0 h 31788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963787" h="3178856">
                <a:moveTo>
                  <a:pt x="0" y="0"/>
                </a:moveTo>
                <a:lnTo>
                  <a:pt x="1963787" y="0"/>
                </a:lnTo>
                <a:lnTo>
                  <a:pt x="1963787" y="1967129"/>
                </a:lnTo>
                <a:lnTo>
                  <a:pt x="1963787" y="2349671"/>
                </a:lnTo>
                <a:lnTo>
                  <a:pt x="1963787" y="3178856"/>
                </a:lnTo>
                <a:lnTo>
                  <a:pt x="1963753" y="3178856"/>
                </a:lnTo>
                <a:lnTo>
                  <a:pt x="1763002" y="3168629"/>
                </a:lnTo>
                <a:cubicBezTo>
                  <a:pt x="772749" y="3067186"/>
                  <a:pt x="0" y="2223585"/>
                  <a:pt x="0" y="1197921"/>
                </a:cubicBezTo>
                <a:lnTo>
                  <a:pt x="0" y="1039961"/>
                </a:lnTo>
                <a:lnTo>
                  <a:pt x="0"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id-ID" noProof="0"/>
          </a:p>
        </p:txBody>
      </p:sp>
    </p:spTree>
    <p:extLst>
      <p:ext uri="{BB962C8B-B14F-4D97-AF65-F5344CB8AC3E}">
        <p14:creationId xmlns:p14="http://schemas.microsoft.com/office/powerpoint/2010/main" val="254470690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ampungan Judul 1">
            <a:extLst>
              <a:ext uri="{FF2B5EF4-FFF2-40B4-BE49-F238E27FC236}">
                <a16:creationId xmlns:a16="http://schemas.microsoft.com/office/drawing/2014/main" id="{9198F9AA-2C87-421D-97C1-B4248DFDC2C2}"/>
              </a:ext>
            </a:extLst>
          </p:cNvPr>
          <p:cNvSpPr>
            <a:spLocks noGrp="1"/>
          </p:cNvSpPr>
          <p:nvPr>
            <p:ph type="title"/>
          </p:nvPr>
        </p:nvSpPr>
        <p:spPr>
          <a:xfrm>
            <a:off x="381000" y="381000"/>
            <a:ext cx="11430000" cy="1325563"/>
          </a:xfrm>
          <a:prstGeom prst="rect">
            <a:avLst/>
          </a:prstGeom>
        </p:spPr>
        <p:txBody>
          <a:bodyPr vert="horz" lIns="91440" tIns="45720" rIns="91440" bIns="45720" rtlCol="0" anchor="ctr">
            <a:noAutofit/>
          </a:bodyPr>
          <a:lstStyle/>
          <a:p>
            <a:pPr rtl="0"/>
            <a:r>
              <a:rPr lang="id-ID" noProof="0"/>
              <a:t>Klik untuk mengedit gaya judul Master</a:t>
            </a:r>
          </a:p>
        </p:txBody>
      </p:sp>
      <p:sp>
        <p:nvSpPr>
          <p:cNvPr id="3" name="Tampungan Teks 2">
            <a:extLst>
              <a:ext uri="{FF2B5EF4-FFF2-40B4-BE49-F238E27FC236}">
                <a16:creationId xmlns:a16="http://schemas.microsoft.com/office/drawing/2014/main" id="{AE98FC63-C8D2-4CE6-A3F1-EE8ED24590C4}"/>
              </a:ext>
            </a:extLst>
          </p:cNvPr>
          <p:cNvSpPr>
            <a:spLocks noGrp="1"/>
          </p:cNvSpPr>
          <p:nvPr>
            <p:ph type="body" idx="1"/>
          </p:nvPr>
        </p:nvSpPr>
        <p:spPr>
          <a:xfrm>
            <a:off x="381000" y="1825625"/>
            <a:ext cx="11430000" cy="4351338"/>
          </a:xfrm>
          <a:prstGeom prst="rect">
            <a:avLst/>
          </a:prstGeom>
        </p:spPr>
        <p:txBody>
          <a:bodyPr vert="horz" lIns="91440" tIns="45720" rIns="91440" bIns="45720" rtlCol="0">
            <a:noAutofit/>
          </a:bodyPr>
          <a:lstStyle/>
          <a:p>
            <a:pPr lvl="0" rtl="0"/>
            <a:r>
              <a:rPr lang="id-ID" noProof="0"/>
              <a:t>Klik untuk mengedit gaya teks Master</a:t>
            </a:r>
          </a:p>
          <a:p>
            <a:pPr lvl="1" rtl="0"/>
            <a:r>
              <a:rPr lang="id-ID" noProof="0"/>
              <a:t>Tingkat kedua</a:t>
            </a:r>
          </a:p>
          <a:p>
            <a:pPr lvl="2" rtl="0"/>
            <a:r>
              <a:rPr lang="id-ID" noProof="0"/>
              <a:t>Tingkat ketiga</a:t>
            </a:r>
          </a:p>
          <a:p>
            <a:pPr lvl="3" rtl="0"/>
            <a:r>
              <a:rPr lang="id-ID" noProof="0"/>
              <a:t>Tingkat keempat</a:t>
            </a:r>
          </a:p>
          <a:p>
            <a:pPr lvl="4" rtl="0"/>
            <a:r>
              <a:rPr lang="id-ID" noProof="0"/>
              <a:t>Tingkat kelima</a:t>
            </a:r>
          </a:p>
        </p:txBody>
      </p:sp>
      <p:sp>
        <p:nvSpPr>
          <p:cNvPr id="4" name="Tampungan Tanggal 3">
            <a:extLst>
              <a:ext uri="{FF2B5EF4-FFF2-40B4-BE49-F238E27FC236}">
                <a16:creationId xmlns:a16="http://schemas.microsoft.com/office/drawing/2014/main" id="{EED77A09-15C2-4E47-948E-AACAFCA47D40}"/>
              </a:ext>
            </a:extLst>
          </p:cNvPr>
          <p:cNvSpPr>
            <a:spLocks noGrp="1"/>
          </p:cNvSpPr>
          <p:nvPr>
            <p:ph type="dt" sz="half" idx="2"/>
          </p:nvPr>
        </p:nvSpPr>
        <p:spPr>
          <a:xfrm>
            <a:off x="381000" y="6356350"/>
            <a:ext cx="2743200" cy="365125"/>
          </a:xfrm>
          <a:prstGeom prst="rect">
            <a:avLst/>
          </a:prstGeom>
        </p:spPr>
        <p:txBody>
          <a:bodyPr vert="horz" lIns="91440" tIns="45720" rIns="91440" bIns="45720" rtlCol="0" anchor="ctr">
            <a:noAutofit/>
          </a:bodyPr>
          <a:lstStyle>
            <a:lvl1pPr algn="l">
              <a:defRPr sz="1200">
                <a:solidFill>
                  <a:schemeClr val="tx2"/>
                </a:solidFill>
                <a:latin typeface="+mn-lt"/>
              </a:defRPr>
            </a:lvl1pPr>
          </a:lstStyle>
          <a:p>
            <a:pPr rtl="0"/>
            <a:fld id="{C829E6E2-2665-481C-9621-3949D48D67CF}" type="datetime1">
              <a:rPr lang="id-ID" noProof="0" smtClean="0"/>
              <a:t>24/11/2025</a:t>
            </a:fld>
            <a:endParaRPr lang="id-ID" noProof="0"/>
          </a:p>
        </p:txBody>
      </p:sp>
      <p:sp>
        <p:nvSpPr>
          <p:cNvPr id="5" name="Tampungan Kaki 4">
            <a:extLst>
              <a:ext uri="{FF2B5EF4-FFF2-40B4-BE49-F238E27FC236}">
                <a16:creationId xmlns:a16="http://schemas.microsoft.com/office/drawing/2014/main" id="{60567522-C3B6-46EB-A361-BEC2510B00C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noAutofit/>
          </a:bodyPr>
          <a:lstStyle>
            <a:lvl1pPr algn="ctr">
              <a:defRPr sz="1200">
                <a:solidFill>
                  <a:schemeClr val="tx2"/>
                </a:solidFill>
                <a:latin typeface="+mn-lt"/>
              </a:defRPr>
            </a:lvl1pPr>
          </a:lstStyle>
          <a:p>
            <a:pPr rtl="0"/>
            <a:r>
              <a:rPr lang="id-ID" noProof="0"/>
              <a:t>JUDUL PRESENTASI</a:t>
            </a:r>
          </a:p>
        </p:txBody>
      </p:sp>
      <p:sp>
        <p:nvSpPr>
          <p:cNvPr id="6" name="Tampungan Nomor Slide 5">
            <a:extLst>
              <a:ext uri="{FF2B5EF4-FFF2-40B4-BE49-F238E27FC236}">
                <a16:creationId xmlns:a16="http://schemas.microsoft.com/office/drawing/2014/main" id="{CDC57CF0-034F-450D-937C-718D5AF1A059}"/>
              </a:ext>
            </a:extLst>
          </p:cNvPr>
          <p:cNvSpPr>
            <a:spLocks noGrp="1"/>
          </p:cNvSpPr>
          <p:nvPr>
            <p:ph type="sldNum" sz="quarter" idx="4"/>
          </p:nvPr>
        </p:nvSpPr>
        <p:spPr>
          <a:xfrm>
            <a:off x="9067800" y="6356350"/>
            <a:ext cx="2743200" cy="365125"/>
          </a:xfrm>
          <a:prstGeom prst="rect">
            <a:avLst/>
          </a:prstGeom>
        </p:spPr>
        <p:txBody>
          <a:bodyPr vert="horz" lIns="91440" tIns="45720" rIns="91440" bIns="45720" rtlCol="0" anchor="ctr">
            <a:noAutofit/>
          </a:bodyPr>
          <a:lstStyle>
            <a:lvl1pPr algn="r">
              <a:defRPr sz="1200">
                <a:solidFill>
                  <a:schemeClr val="tx2"/>
                </a:solidFill>
                <a:latin typeface="+mn-lt"/>
              </a:defRPr>
            </a:lvl1pPr>
          </a:lstStyle>
          <a:p>
            <a:pPr rtl="0"/>
            <a:fld id="{294A09A9-5501-47C1-A89A-A340965A2BE2}" type="slidenum">
              <a:rPr lang="id-ID" noProof="0" smtClean="0"/>
              <a:pPr/>
              <a:t>‹#›</a:t>
            </a:fld>
            <a:endParaRPr lang="id-ID" noProof="0"/>
          </a:p>
        </p:txBody>
      </p:sp>
    </p:spTree>
    <p:extLst>
      <p:ext uri="{BB962C8B-B14F-4D97-AF65-F5344CB8AC3E}">
        <p14:creationId xmlns:p14="http://schemas.microsoft.com/office/powerpoint/2010/main" val="178835397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9" r:id="rId4"/>
    <p:sldLayoutId id="2147483660" r:id="rId5"/>
    <p:sldLayoutId id="2147483661" r:id="rId6"/>
    <p:sldLayoutId id="2147483654" r:id="rId7"/>
    <p:sldLayoutId id="2147483658" r:id="rId8"/>
    <p:sldLayoutId id="2147483662" r:id="rId9"/>
    <p:sldLayoutId id="2147483663" r:id="rId10"/>
    <p:sldLayoutId id="2147483664" r:id="rId11"/>
    <p:sldLayoutId id="2147483665" r:id="rId12"/>
    <p:sldLayoutId id="2147483666" r:id="rId13"/>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A4A3A4"/>
          </p15:clr>
        </p15:guide>
        <p15:guide id="2" pos="3840" userDrawn="1">
          <p15:clr>
            <a:srgbClr val="A4A3A4"/>
          </p15:clr>
        </p15:guide>
        <p15:guide id="3" pos="240" userDrawn="1">
          <p15:clr>
            <a:srgbClr val="547EBF"/>
          </p15:clr>
        </p15:guide>
        <p15:guide id="4" orient="horz" pos="240" userDrawn="1">
          <p15:clr>
            <a:srgbClr val="547EBF"/>
          </p15:clr>
        </p15:guide>
        <p15:guide id="5" pos="7440" userDrawn="1">
          <p15:clr>
            <a:srgbClr val="547EBF"/>
          </p15:clr>
        </p15:guide>
        <p15:guide id="6" orient="horz" pos="4080" userDrawn="1">
          <p15:clr>
            <a:srgbClr val="547EBF"/>
          </p15:clr>
        </p15:guide>
        <p15:guide id="7" pos="3960" userDrawn="1">
          <p15:clr>
            <a:srgbClr val="547EBF"/>
          </p15:clr>
        </p15:guide>
        <p15:guide id="8" pos="3720" userDrawn="1">
          <p15:clr>
            <a:srgbClr val="547EBF"/>
          </p15:clr>
        </p15:guide>
        <p15:guide id="9" pos="2112" userDrawn="1">
          <p15:clr>
            <a:srgbClr val="547EBF"/>
          </p15:clr>
        </p15:guide>
        <p15:guide id="10" pos="1848" userDrawn="1">
          <p15:clr>
            <a:srgbClr val="547EBF"/>
          </p15:clr>
        </p15:guide>
        <p15:guide id="11" pos="5568" userDrawn="1">
          <p15:clr>
            <a:srgbClr val="547EBF"/>
          </p15:clr>
        </p15:guide>
        <p15:guide id="12" pos="5832" userDrawn="1">
          <p15:clr>
            <a:srgbClr val="547EBF"/>
          </p15:clr>
        </p15:guide>
        <p15:guide id="13" pos="4968" userDrawn="1">
          <p15:clr>
            <a:srgbClr val="9FCC3B"/>
          </p15:clr>
        </p15:guide>
        <p15:guide id="14" pos="5208" userDrawn="1">
          <p15:clr>
            <a:srgbClr val="9FCC3B"/>
          </p15:clr>
        </p15:guide>
        <p15:guide id="15" pos="2712" userDrawn="1">
          <p15:clr>
            <a:srgbClr val="9FCC3B"/>
          </p15:clr>
        </p15:guide>
        <p15:guide id="16" pos="2472" userDrawn="1">
          <p15:clr>
            <a:srgbClr val="9FCC3B"/>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6.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2.xml"/><Relationship Id="rId1" Type="http://schemas.openxmlformats.org/officeDocument/2006/relationships/slideLayout" Target="../slideLayouts/slideLayout1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9.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8.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6.xml"/><Relationship Id="rId1" Type="http://schemas.openxmlformats.org/officeDocument/2006/relationships/slideLayout" Target="../slideLayouts/slideLayout6.xml"/><Relationship Id="rId4" Type="http://schemas.openxmlformats.org/officeDocument/2006/relationships/image" Target="../media/image7.png"/></Relationships>
</file>

<file path=ppt/slides/_rels/slide2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7.xml"/><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8.xml"/><Relationship Id="rId1" Type="http://schemas.openxmlformats.org/officeDocument/2006/relationships/slideLayout" Target="../slideLayouts/slideLayout9.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9.xml"/></Relationships>
</file>

<file path=ppt/slides/_rels/slide30.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30.xml"/><Relationship Id="rId1" Type="http://schemas.openxmlformats.org/officeDocument/2006/relationships/slideLayout" Target="../slideLayouts/slideLayout9.xml"/><Relationship Id="rId6" Type="http://schemas.openxmlformats.org/officeDocument/2006/relationships/image" Target="../media/image10.png"/><Relationship Id="rId5" Type="http://schemas.openxmlformats.org/officeDocument/2006/relationships/image" Target="../media/image81.png"/><Relationship Id="rId4" Type="http://schemas.openxmlformats.org/officeDocument/2006/relationships/image" Target="../media/image71.png"/></Relationships>
</file>

<file path=ppt/slides/_rels/slide31.xml.rels><?xml version="1.0" encoding="UTF-8" standalone="yes"?>
<Relationships xmlns="http://schemas.openxmlformats.org/package/2006/relationships"><Relationship Id="rId8" Type="http://schemas.openxmlformats.org/officeDocument/2006/relationships/image" Target="../media/image110.png"/><Relationship Id="rId3" Type="http://schemas.openxmlformats.org/officeDocument/2006/relationships/image" Target="../media/image60.png"/><Relationship Id="rId7" Type="http://schemas.openxmlformats.org/officeDocument/2006/relationships/image" Target="../media/image11.png"/><Relationship Id="rId2" Type="http://schemas.openxmlformats.org/officeDocument/2006/relationships/notesSlide" Target="../notesSlides/notesSlide31.xml"/><Relationship Id="rId1" Type="http://schemas.openxmlformats.org/officeDocument/2006/relationships/slideLayout" Target="../slideLayouts/slideLayout9.xml"/><Relationship Id="rId6" Type="http://schemas.openxmlformats.org/officeDocument/2006/relationships/image" Target="../media/image90.png"/><Relationship Id="rId5" Type="http://schemas.openxmlformats.org/officeDocument/2006/relationships/image" Target="../media/image80.png"/><Relationship Id="rId4" Type="http://schemas.openxmlformats.org/officeDocument/2006/relationships/image" Target="../media/image70.png"/></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4.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5.xml"/><Relationship Id="rId1" Type="http://schemas.openxmlformats.org/officeDocument/2006/relationships/slideLayout" Target="../slideLayouts/slideLayout10.xml"/></Relationships>
</file>

<file path=ppt/slides/_rels/slide3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6.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9.xml"/><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4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40.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1.xml"/></Relationships>
</file>

<file path=ppt/slides/_rels/slide4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47.xml"/><Relationship Id="rId1" Type="http://schemas.openxmlformats.org/officeDocument/2006/relationships/slideLayout" Target="../slideLayouts/slideLayout11.xml"/></Relationships>
</file>

<file path=ppt/slides/_rels/slide4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48.xml"/><Relationship Id="rId1" Type="http://schemas.openxmlformats.org/officeDocument/2006/relationships/slideLayout" Target="../slideLayouts/slideLayout11.xml"/></Relationships>
</file>

<file path=ppt/slides/_rels/slide49.xml.rels><?xml version="1.0" encoding="UTF-8" standalone="yes"?>
<Relationships xmlns="http://schemas.openxmlformats.org/package/2006/relationships"><Relationship Id="rId3" Type="http://schemas.openxmlformats.org/officeDocument/2006/relationships/hyperlink" Target="https://www.hudl.com/blog/expected-goals-xg-explained" TargetMode="External"/><Relationship Id="rId2" Type="http://schemas.openxmlformats.org/officeDocument/2006/relationships/notesSlide" Target="../notesSlides/notesSlide49.xml"/><Relationship Id="rId1" Type="http://schemas.openxmlformats.org/officeDocument/2006/relationships/slideLayout" Target="../slideLayouts/slideLayout11.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1.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1.xml"/></Relationships>
</file>

<file path=ppt/slides/_rels/slide5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52.xml"/><Relationship Id="rId1" Type="http://schemas.openxmlformats.org/officeDocument/2006/relationships/slideLayout" Target="../slideLayouts/slideLayout11.xml"/></Relationships>
</file>

<file path=ppt/slides/_rels/slide5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53.xml"/><Relationship Id="rId1" Type="http://schemas.openxmlformats.org/officeDocument/2006/relationships/slideLayout" Target="../slideLayouts/slideLayout11.xml"/></Relationships>
</file>

<file path=ppt/slides/_rels/slide5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54.xml"/><Relationship Id="rId1" Type="http://schemas.openxmlformats.org/officeDocument/2006/relationships/slideLayout" Target="../slideLayouts/slideLayout11.xml"/></Relationships>
</file>

<file path=ppt/slides/_rels/slide5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55.xml"/><Relationship Id="rId1" Type="http://schemas.openxmlformats.org/officeDocument/2006/relationships/slideLayout" Target="../slideLayouts/slideLayout11.xml"/></Relationships>
</file>

<file path=ppt/slides/_rels/slide5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56.xml"/><Relationship Id="rId1" Type="http://schemas.openxmlformats.org/officeDocument/2006/relationships/slideLayout" Target="../slideLayouts/slideLayout11.xml"/></Relationships>
</file>

<file path=ppt/slides/_rels/slide5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57.xml"/><Relationship Id="rId1" Type="http://schemas.openxmlformats.org/officeDocument/2006/relationships/slideLayout" Target="../slideLayouts/slideLayout11.xml"/></Relationships>
</file>

<file path=ppt/slides/_rels/slide5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58.xml"/><Relationship Id="rId1" Type="http://schemas.openxmlformats.org/officeDocument/2006/relationships/slideLayout" Target="../slideLayouts/slideLayout11.xml"/></Relationships>
</file>

<file path=ppt/slides/_rels/slide59.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59.xml"/><Relationship Id="rId1" Type="http://schemas.openxmlformats.org/officeDocument/2006/relationships/slideLayout" Target="../slideLayouts/slideLayout11.xml"/></Relationships>
</file>

<file path=ppt/slides/_rels/slide6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60.xml"/><Relationship Id="rId1" Type="http://schemas.openxmlformats.org/officeDocument/2006/relationships/slideLayout" Target="../slideLayouts/slideLayout11.xml"/></Relationships>
</file>

<file path=ppt/slides/_rels/slide61.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61.xml"/><Relationship Id="rId1" Type="http://schemas.openxmlformats.org/officeDocument/2006/relationships/slideLayout" Target="../slideLayouts/slideLayout11.xml"/></Relationships>
</file>

<file path=ppt/slides/_rels/slide62.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62.xml"/><Relationship Id="rId1" Type="http://schemas.openxmlformats.org/officeDocument/2006/relationships/slideLayout" Target="../slideLayouts/slideLayout11.xml"/></Relationships>
</file>

<file path=ppt/slides/_rels/slide6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63.xml"/><Relationship Id="rId1" Type="http://schemas.openxmlformats.org/officeDocument/2006/relationships/slideLayout" Target="../slideLayouts/slideLayout11.xml"/><Relationship Id="rId4" Type="http://schemas.openxmlformats.org/officeDocument/2006/relationships/image" Target="../media/image33.png"/></Relationships>
</file>

<file path=ppt/slides/_rels/slide64.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64.xml"/><Relationship Id="rId1" Type="http://schemas.openxmlformats.org/officeDocument/2006/relationships/slideLayout" Target="../slideLayouts/slideLayout6.xml"/></Relationships>
</file>

<file path=ppt/slides/_rels/slide65.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65.xml"/><Relationship Id="rId1" Type="http://schemas.openxmlformats.org/officeDocument/2006/relationships/slideLayout" Target="../slideLayouts/slideLayout6.xml"/><Relationship Id="rId5" Type="http://schemas.openxmlformats.org/officeDocument/2006/relationships/image" Target="../media/image34.png"/><Relationship Id="rId4" Type="http://schemas.openxmlformats.org/officeDocument/2006/relationships/image" Target="../media/image36.png"/></Relationships>
</file>

<file path=ppt/slides/_rels/slide66.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66.xml"/><Relationship Id="rId1" Type="http://schemas.openxmlformats.org/officeDocument/2006/relationships/slideLayout" Target="../slideLayouts/slideLayout6.xml"/><Relationship Id="rId5" Type="http://schemas.openxmlformats.org/officeDocument/2006/relationships/image" Target="../media/image140.png"/><Relationship Id="rId4" Type="http://schemas.openxmlformats.org/officeDocument/2006/relationships/image" Target="../media/image130.png"/></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6.xml"/></Relationships>
</file>

<file path=ppt/slides/_rels/slide68.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68.xml"/><Relationship Id="rId1" Type="http://schemas.openxmlformats.org/officeDocument/2006/relationships/slideLayout" Target="../slideLayouts/slideLayout6.xml"/></Relationships>
</file>

<file path=ppt/slides/_rels/slide69.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69.xml"/><Relationship Id="rId1" Type="http://schemas.openxmlformats.org/officeDocument/2006/relationships/slideLayout" Target="../slideLayouts/slideLayout6.xml"/></Relationships>
</file>

<file path=ppt/slides/_rels/slide70.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70.xml"/><Relationship Id="rId1" Type="http://schemas.openxmlformats.org/officeDocument/2006/relationships/slideLayout" Target="../slideLayouts/slideLayout6.xml"/></Relationships>
</file>

<file path=ppt/slides/_rels/slide71.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71.xml"/><Relationship Id="rId1" Type="http://schemas.openxmlformats.org/officeDocument/2006/relationships/slideLayout" Target="../slideLayouts/slideLayout9.xml"/></Relationships>
</file>

<file path=ppt/slides/_rels/slide72.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72.xml"/><Relationship Id="rId1" Type="http://schemas.openxmlformats.org/officeDocument/2006/relationships/slideLayout" Target="../slideLayouts/slideLayout9.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9.xml"/></Relationships>
</file>

<file path=ppt/slides/_rels/slide74.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74.xml"/><Relationship Id="rId1" Type="http://schemas.openxmlformats.org/officeDocument/2006/relationships/slideLayout" Target="../slideLayouts/slideLayout9.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9.xml"/></Relationships>
</file>

<file path=ppt/slides/_rels/slide76.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76.xml"/><Relationship Id="rId1" Type="http://schemas.openxmlformats.org/officeDocument/2006/relationships/slideLayout" Target="../slideLayouts/slideLayout9.xml"/><Relationship Id="rId4" Type="http://schemas.openxmlformats.org/officeDocument/2006/relationships/image" Target="../media/image41.png"/></Relationships>
</file>

<file path=ppt/slides/_rels/slide77.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77.xml"/><Relationship Id="rId1" Type="http://schemas.openxmlformats.org/officeDocument/2006/relationships/slideLayout" Target="../slideLayouts/slideLayout9.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9.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9.xml"/></Relationships>
</file>

<file path=ppt/slides/_rels/slide80.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80.xml"/><Relationship Id="rId1" Type="http://schemas.openxmlformats.org/officeDocument/2006/relationships/slideLayout" Target="../slideLayouts/slideLayout9.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11.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11.xml"/></Relationships>
</file>

<file path=ppt/slides/_rels/slide83.xml.rels><?xml version="1.0" encoding="UTF-8" standalone="yes"?>
<Relationships xmlns="http://schemas.openxmlformats.org/package/2006/relationships"><Relationship Id="rId3" Type="http://schemas.openxmlformats.org/officeDocument/2006/relationships/image" Target="../media/image43.jpeg"/><Relationship Id="rId2" Type="http://schemas.openxmlformats.org/officeDocument/2006/relationships/notesSlide" Target="../notesSlides/notesSlide83.xml"/><Relationship Id="rId1" Type="http://schemas.openxmlformats.org/officeDocument/2006/relationships/slideLayout" Target="../slideLayouts/slideLayout11.xml"/></Relationships>
</file>

<file path=ppt/slides/_rels/slide84.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84.xml"/><Relationship Id="rId1" Type="http://schemas.openxmlformats.org/officeDocument/2006/relationships/slideLayout" Target="../slideLayouts/slideLayout11.xml"/><Relationship Id="rId6" Type="http://schemas.openxmlformats.org/officeDocument/2006/relationships/image" Target="../media/image46.png"/><Relationship Id="rId5" Type="http://schemas.openxmlformats.org/officeDocument/2006/relationships/image" Target="../media/image45.png"/><Relationship Id="rId4" Type="http://schemas.openxmlformats.org/officeDocument/2006/relationships/image" Target="../media/image14.png"/></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9.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9.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9.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9.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91.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slideLayout" Target="../slideLayouts/slideLayout9.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90.xml"/><Relationship Id="rId1" Type="http://schemas.openxmlformats.org/officeDocument/2006/relationships/slideLayout" Target="../slideLayouts/slideLayout11.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91.xml"/><Relationship Id="rId1" Type="http://schemas.openxmlformats.org/officeDocument/2006/relationships/slideLayout" Target="../slideLayouts/slideLayout13.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92.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Judul 1">
            <a:extLst>
              <a:ext uri="{FF2B5EF4-FFF2-40B4-BE49-F238E27FC236}">
                <a16:creationId xmlns:a16="http://schemas.microsoft.com/office/drawing/2014/main" id="{51DF3D98-3C30-4CFC-8643-C81E829C8C25}"/>
              </a:ext>
            </a:extLst>
          </p:cNvPr>
          <p:cNvSpPr>
            <a:spLocks noGrp="1"/>
          </p:cNvSpPr>
          <p:nvPr>
            <p:ph type="ctrTitle"/>
          </p:nvPr>
        </p:nvSpPr>
        <p:spPr>
          <a:xfrm>
            <a:off x="1167493" y="1122363"/>
            <a:ext cx="7462157" cy="2387600"/>
          </a:xfrm>
        </p:spPr>
        <p:txBody>
          <a:bodyPr rtlCol="0"/>
          <a:lstStyle/>
          <a:p>
            <a:pPr>
              <a:lnSpc>
                <a:spcPts val="2800"/>
              </a:lnSpc>
            </a:pPr>
            <a:r>
              <a:rPr lang="id-ID" sz="2800" dirty="0"/>
              <a:t>PENERAPAN </a:t>
            </a:r>
            <a:r>
              <a:rPr lang="id-ID" sz="2800" i="1" dirty="0"/>
              <a:t>LIGHT</a:t>
            </a:r>
            <a:r>
              <a:rPr lang="id-ID" sz="2800" dirty="0"/>
              <a:t> </a:t>
            </a:r>
            <a:r>
              <a:rPr lang="id-ID" sz="2800" i="1" dirty="0"/>
              <a:t>GRADIENT</a:t>
            </a:r>
            <a:r>
              <a:rPr lang="id-ID" sz="2800" dirty="0"/>
              <a:t> </a:t>
            </a:r>
            <a:r>
              <a:rPr lang="id-ID" sz="2800" i="1" dirty="0"/>
              <a:t>BOOSTING</a:t>
            </a:r>
            <a:r>
              <a:rPr lang="id-ID" sz="2800" dirty="0"/>
              <a:t> </a:t>
            </a:r>
            <a:r>
              <a:rPr lang="id-ID" sz="2800" i="1" dirty="0"/>
              <a:t>MACHINE</a:t>
            </a:r>
            <a:r>
              <a:rPr lang="id-ID" sz="2800" dirty="0"/>
              <a:t> (LIGHTGBM) UNTUK PREDIKSI NILAI </a:t>
            </a:r>
            <a:r>
              <a:rPr lang="id-ID" sz="2800" i="1" dirty="0"/>
              <a:t>EXPECTED</a:t>
            </a:r>
            <a:r>
              <a:rPr lang="id-ID" sz="2800" dirty="0"/>
              <a:t> </a:t>
            </a:r>
            <a:r>
              <a:rPr lang="id-ID" sz="2800" i="1" dirty="0"/>
              <a:t>GOALS</a:t>
            </a:r>
            <a:r>
              <a:rPr lang="id-ID" sz="2800" dirty="0"/>
              <a:t> (</a:t>
            </a:r>
            <a:r>
              <a:rPr lang="en-GB" sz="2800" dirty="0"/>
              <a:t>x</a:t>
            </a:r>
            <a:r>
              <a:rPr lang="id-ID" sz="2800" dirty="0"/>
              <a:t>G) DALAM ANALISIS SEPAK BOLA</a:t>
            </a:r>
          </a:p>
        </p:txBody>
      </p:sp>
      <p:sp>
        <p:nvSpPr>
          <p:cNvPr id="3" name="Subjudul 2">
            <a:extLst>
              <a:ext uri="{FF2B5EF4-FFF2-40B4-BE49-F238E27FC236}">
                <a16:creationId xmlns:a16="http://schemas.microsoft.com/office/drawing/2014/main" id="{A068D447-28D3-4F5F-B2DC-FD67E9015868}"/>
              </a:ext>
            </a:extLst>
          </p:cNvPr>
          <p:cNvSpPr>
            <a:spLocks noGrp="1"/>
          </p:cNvSpPr>
          <p:nvPr>
            <p:ph type="subTitle" idx="1"/>
          </p:nvPr>
        </p:nvSpPr>
        <p:spPr>
          <a:xfrm>
            <a:off x="1167494" y="3602038"/>
            <a:ext cx="3218770" cy="806675"/>
          </a:xfrm>
        </p:spPr>
        <p:txBody>
          <a:bodyPr rtlCol="0"/>
          <a:lstStyle/>
          <a:p>
            <a:pPr rtl="0">
              <a:lnSpc>
                <a:spcPts val="2000"/>
              </a:lnSpc>
              <a:spcBef>
                <a:spcPts val="0"/>
              </a:spcBef>
            </a:pPr>
            <a:r>
              <a:rPr lang="en-GB" sz="2400" dirty="0"/>
              <a:t>Fadhil Raihan Akbar</a:t>
            </a:r>
          </a:p>
          <a:p>
            <a:pPr rtl="0">
              <a:lnSpc>
                <a:spcPts val="2000"/>
              </a:lnSpc>
              <a:spcBef>
                <a:spcPts val="0"/>
              </a:spcBef>
            </a:pPr>
            <a:r>
              <a:rPr lang="en-GB" sz="2400" b="1" dirty="0"/>
              <a:t>NIM</a:t>
            </a:r>
            <a:r>
              <a:rPr lang="en-GB" sz="2400" dirty="0"/>
              <a:t>. </a:t>
            </a:r>
            <a:r>
              <a:rPr lang="en-GB" sz="2400" b="1" dirty="0"/>
              <a:t>11210930000101</a:t>
            </a:r>
            <a:endParaRPr lang="id-ID" sz="2400" b="1" dirty="0"/>
          </a:p>
        </p:txBody>
      </p:sp>
      <p:pic>
        <p:nvPicPr>
          <p:cNvPr id="5" name="Picture 4">
            <a:extLst>
              <a:ext uri="{FF2B5EF4-FFF2-40B4-BE49-F238E27FC236}">
                <a16:creationId xmlns:a16="http://schemas.microsoft.com/office/drawing/2014/main" id="{F178C27A-9CF5-401F-6C11-BF50CFD967A0}"/>
              </a:ext>
            </a:extLst>
          </p:cNvPr>
          <p:cNvPicPr>
            <a:picLocks noChangeAspect="1"/>
          </p:cNvPicPr>
          <p:nvPr/>
        </p:nvPicPr>
        <p:blipFill>
          <a:blip r:embed="rId3"/>
          <a:stretch>
            <a:fillRect/>
          </a:stretch>
        </p:blipFill>
        <p:spPr>
          <a:xfrm>
            <a:off x="1296080" y="200025"/>
            <a:ext cx="1366515" cy="1628775"/>
          </a:xfrm>
          <a:prstGeom prst="rect">
            <a:avLst/>
          </a:prstGeom>
        </p:spPr>
      </p:pic>
      <p:sp>
        <p:nvSpPr>
          <p:cNvPr id="6" name="Subjudul 2">
            <a:extLst>
              <a:ext uri="{FF2B5EF4-FFF2-40B4-BE49-F238E27FC236}">
                <a16:creationId xmlns:a16="http://schemas.microsoft.com/office/drawing/2014/main" id="{20CD1806-F875-C7FF-986B-7D69010152E6}"/>
              </a:ext>
            </a:extLst>
          </p:cNvPr>
          <p:cNvSpPr txBox="1">
            <a:spLocks/>
          </p:cNvSpPr>
          <p:nvPr/>
        </p:nvSpPr>
        <p:spPr>
          <a:xfrm>
            <a:off x="2434319" y="5197476"/>
            <a:ext cx="3218770" cy="806675"/>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32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ctr">
              <a:lnSpc>
                <a:spcPts val="2000"/>
              </a:lnSpc>
              <a:spcBef>
                <a:spcPts val="0"/>
              </a:spcBef>
            </a:pPr>
            <a:r>
              <a:rPr lang="en-GB" sz="2400" dirty="0"/>
              <a:t>Dosen </a:t>
            </a:r>
            <a:r>
              <a:rPr lang="en-GB" sz="2400" dirty="0" err="1"/>
              <a:t>Pembimbing</a:t>
            </a:r>
            <a:r>
              <a:rPr lang="en-GB" sz="2400" dirty="0"/>
              <a:t> 1</a:t>
            </a:r>
          </a:p>
          <a:p>
            <a:pPr algn="ctr">
              <a:lnSpc>
                <a:spcPts val="2400"/>
              </a:lnSpc>
              <a:spcBef>
                <a:spcPts val="0"/>
              </a:spcBef>
            </a:pPr>
            <a:r>
              <a:rPr lang="id-ID" sz="2400" b="1" dirty="0"/>
              <a:t>Dr. Qurrotul Aini, MT.</a:t>
            </a:r>
          </a:p>
        </p:txBody>
      </p:sp>
      <p:sp>
        <p:nvSpPr>
          <p:cNvPr id="7" name="Subjudul 2">
            <a:extLst>
              <a:ext uri="{FF2B5EF4-FFF2-40B4-BE49-F238E27FC236}">
                <a16:creationId xmlns:a16="http://schemas.microsoft.com/office/drawing/2014/main" id="{EF80EB8D-B372-78F0-0E25-E88BC2403917}"/>
              </a:ext>
            </a:extLst>
          </p:cNvPr>
          <p:cNvSpPr txBox="1">
            <a:spLocks/>
          </p:cNvSpPr>
          <p:nvPr/>
        </p:nvSpPr>
        <p:spPr>
          <a:xfrm>
            <a:off x="6586538" y="5197476"/>
            <a:ext cx="4086224" cy="806675"/>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32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ctr">
              <a:lnSpc>
                <a:spcPts val="2000"/>
              </a:lnSpc>
              <a:spcBef>
                <a:spcPts val="0"/>
              </a:spcBef>
            </a:pPr>
            <a:r>
              <a:rPr lang="en-GB" sz="2400" dirty="0"/>
              <a:t>Dosen </a:t>
            </a:r>
            <a:r>
              <a:rPr lang="en-GB" sz="2400" dirty="0" err="1"/>
              <a:t>Pembimbing</a:t>
            </a:r>
            <a:r>
              <a:rPr lang="en-GB" sz="2400" dirty="0"/>
              <a:t> 2</a:t>
            </a:r>
          </a:p>
          <a:p>
            <a:pPr algn="ctr">
              <a:lnSpc>
                <a:spcPts val="2400"/>
              </a:lnSpc>
              <a:spcBef>
                <a:spcPts val="0"/>
              </a:spcBef>
            </a:pPr>
            <a:r>
              <a:rPr lang="id-ID" sz="2400" b="1" dirty="0" err="1"/>
              <a:t>Nida'ul</a:t>
            </a:r>
            <a:r>
              <a:rPr lang="id-ID" sz="2400" b="1" dirty="0"/>
              <a:t> Hasanati, S.T.,MMSI.</a:t>
            </a:r>
          </a:p>
        </p:txBody>
      </p:sp>
    </p:spTree>
    <p:extLst>
      <p:ext uri="{BB962C8B-B14F-4D97-AF65-F5344CB8AC3E}">
        <p14:creationId xmlns:p14="http://schemas.microsoft.com/office/powerpoint/2010/main" val="22593088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E7D148-4E9F-218D-0CAE-EFC01133DE41}"/>
            </a:ext>
          </a:extLst>
        </p:cNvPr>
        <p:cNvGrpSpPr/>
        <p:nvPr/>
      </p:nvGrpSpPr>
      <p:grpSpPr>
        <a:xfrm>
          <a:off x="0" y="0"/>
          <a:ext cx="0" cy="0"/>
          <a:chOff x="0" y="0"/>
          <a:chExt cx="0" cy="0"/>
        </a:xfrm>
      </p:grpSpPr>
      <p:sp>
        <p:nvSpPr>
          <p:cNvPr id="2" name="Judul 1">
            <a:extLst>
              <a:ext uri="{FF2B5EF4-FFF2-40B4-BE49-F238E27FC236}">
                <a16:creationId xmlns:a16="http://schemas.microsoft.com/office/drawing/2014/main" id="{F7B15747-D2A1-592F-EA5B-B41F5AAF2A8A}"/>
              </a:ext>
            </a:extLst>
          </p:cNvPr>
          <p:cNvSpPr>
            <a:spLocks noGrp="1"/>
          </p:cNvSpPr>
          <p:nvPr>
            <p:ph type="title"/>
          </p:nvPr>
        </p:nvSpPr>
        <p:spPr>
          <a:xfrm>
            <a:off x="1167492" y="381000"/>
            <a:ext cx="9779183" cy="1325563"/>
          </a:xfrm>
        </p:spPr>
        <p:txBody>
          <a:bodyPr rtlCol="0"/>
          <a:lstStyle/>
          <a:p>
            <a:pPr rtl="0"/>
            <a:r>
              <a:rPr lang="en-GB" dirty="0"/>
              <a:t>Al-</a:t>
            </a:r>
            <a:r>
              <a:rPr lang="en-GB" dirty="0" err="1"/>
              <a:t>Alaq</a:t>
            </a:r>
            <a:r>
              <a:rPr lang="en-GB" dirty="0"/>
              <a:t> 1-5</a:t>
            </a:r>
            <a:endParaRPr lang="id-ID" dirty="0"/>
          </a:p>
        </p:txBody>
      </p:sp>
      <p:sp>
        <p:nvSpPr>
          <p:cNvPr id="4" name="Tampungan Konten 3">
            <a:extLst>
              <a:ext uri="{FF2B5EF4-FFF2-40B4-BE49-F238E27FC236}">
                <a16:creationId xmlns:a16="http://schemas.microsoft.com/office/drawing/2014/main" id="{735DD3C0-4274-8316-486D-64F0F6768A22}"/>
              </a:ext>
            </a:extLst>
          </p:cNvPr>
          <p:cNvSpPr>
            <a:spLocks noGrp="1"/>
          </p:cNvSpPr>
          <p:nvPr>
            <p:ph idx="1"/>
          </p:nvPr>
        </p:nvSpPr>
        <p:spPr>
          <a:xfrm>
            <a:off x="1167492" y="2020529"/>
            <a:ext cx="9157607" cy="3347884"/>
          </a:xfrm>
        </p:spPr>
        <p:txBody>
          <a:bodyPr vert="horz" lIns="91440" tIns="45720" rIns="91440" bIns="45720" rtlCol="0" anchor="t">
            <a:normAutofit fontScale="85000" lnSpcReduction="10000"/>
          </a:bodyPr>
          <a:lstStyle/>
          <a:p>
            <a:pPr algn="r"/>
            <a:r>
              <a:rPr lang="ar-AE" sz="4800" dirty="0"/>
              <a:t>ٱقْرَأْ بِٱسْمِ رَبِّكَ ٱلَّذِى خَلَقَ ١خَلَقَ ٱلْإِنسَـٰنَ مِنْ عَلَقٍ ٢ٱقْرَأْ وَرَبُّكَ ٱلْأَكْرَمُ ٣ٱلَّذِى عَلَّمَ بِٱلْقَلَمِ ٤عَلَّمَ ٱلْإِنسَـٰنَ مَا لَمْ يَعْلَمْ </a:t>
            </a:r>
            <a:r>
              <a:rPr lang="ar-AE" sz="3200" dirty="0"/>
              <a:t>٥</a:t>
            </a:r>
            <a:endParaRPr lang="en-GB" sz="3200" dirty="0"/>
          </a:p>
          <a:p>
            <a:r>
              <a:rPr lang="en-GB" sz="3200" dirty="0"/>
              <a:t>1. </a:t>
            </a:r>
            <a:r>
              <a:rPr lang="en-GB" sz="3200" dirty="0" err="1"/>
              <a:t>Bacalah</a:t>
            </a:r>
            <a:r>
              <a:rPr lang="en-GB" sz="3200" dirty="0"/>
              <a:t> </a:t>
            </a:r>
            <a:r>
              <a:rPr lang="en-GB" sz="3200" dirty="0" err="1"/>
              <a:t>dengan</a:t>
            </a:r>
            <a:r>
              <a:rPr lang="en-GB" sz="3200" dirty="0"/>
              <a:t> (</a:t>
            </a:r>
            <a:r>
              <a:rPr lang="en-GB" sz="3200" dirty="0" err="1"/>
              <a:t>menyebut</a:t>
            </a:r>
            <a:r>
              <a:rPr lang="en-GB" sz="3200" dirty="0"/>
              <a:t>) nama </a:t>
            </a:r>
            <a:r>
              <a:rPr lang="en-GB" sz="3200" dirty="0" err="1"/>
              <a:t>Tuhanmu</a:t>
            </a:r>
            <a:r>
              <a:rPr lang="en-GB" sz="3200" dirty="0"/>
              <a:t> yang </a:t>
            </a:r>
            <a:r>
              <a:rPr lang="en-GB" sz="3200" dirty="0" err="1"/>
              <a:t>menciptakan</a:t>
            </a:r>
            <a:r>
              <a:rPr lang="en-GB" sz="3200" dirty="0"/>
              <a:t> 2. </a:t>
            </a:r>
            <a:r>
              <a:rPr lang="pt-BR" sz="3200" dirty="0"/>
              <a:t>Dia telah menciptakan manusia dari segumpal darah 3. Bacalah, dan Tuhanmulah Yang Mahamulia 4. Yang mengajar (manusia) dengan pena 5. Dia mengajarkan manusia apa yang tidak diketahuinya.</a:t>
            </a:r>
            <a:endParaRPr lang="ar-AE" sz="3200" dirty="0"/>
          </a:p>
        </p:txBody>
      </p:sp>
      <p:sp>
        <p:nvSpPr>
          <p:cNvPr id="9" name="Tampungan Nomor Slide 8">
            <a:extLst>
              <a:ext uri="{FF2B5EF4-FFF2-40B4-BE49-F238E27FC236}">
                <a16:creationId xmlns:a16="http://schemas.microsoft.com/office/drawing/2014/main" id="{D67054B4-F7B9-3AEE-8A0C-375D9ADED946}"/>
              </a:ext>
            </a:extLst>
          </p:cNvPr>
          <p:cNvSpPr>
            <a:spLocks noGrp="1"/>
          </p:cNvSpPr>
          <p:nvPr>
            <p:ph type="sldNum" sz="quarter" idx="4"/>
          </p:nvPr>
        </p:nvSpPr>
        <p:spPr>
          <a:xfrm>
            <a:off x="10153276" y="6356350"/>
            <a:ext cx="1657723" cy="365125"/>
          </a:xfrm>
        </p:spPr>
        <p:txBody>
          <a:bodyPr rtlCol="0"/>
          <a:lstStyle/>
          <a:p>
            <a:pPr rtl="0"/>
            <a:fld id="{294A09A9-5501-47C1-A89A-A340965A2BE2}" type="slidenum">
              <a:rPr lang="id-ID" smtClean="0"/>
              <a:pPr rtl="0"/>
              <a:t>2</a:t>
            </a:fld>
            <a:endParaRPr lang="id-ID"/>
          </a:p>
        </p:txBody>
      </p:sp>
    </p:spTree>
    <p:extLst>
      <p:ext uri="{BB962C8B-B14F-4D97-AF65-F5344CB8AC3E}">
        <p14:creationId xmlns:p14="http://schemas.microsoft.com/office/powerpoint/2010/main" val="419259770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Judul 1">
            <a:extLst>
              <a:ext uri="{FF2B5EF4-FFF2-40B4-BE49-F238E27FC236}">
                <a16:creationId xmlns:a16="http://schemas.microsoft.com/office/drawing/2014/main" id="{8C543F67-9C70-4748-8C0C-3A7863422F99}"/>
              </a:ext>
            </a:extLst>
          </p:cNvPr>
          <p:cNvSpPr>
            <a:spLocks noGrp="1"/>
          </p:cNvSpPr>
          <p:nvPr>
            <p:ph type="title"/>
          </p:nvPr>
        </p:nvSpPr>
        <p:spPr>
          <a:xfrm>
            <a:off x="1167492" y="381000"/>
            <a:ext cx="9779183" cy="1325563"/>
          </a:xfrm>
        </p:spPr>
        <p:txBody>
          <a:bodyPr rtlCol="0"/>
          <a:lstStyle/>
          <a:p>
            <a:pPr rtl="0"/>
            <a:r>
              <a:rPr lang="en-GB" dirty="0"/>
              <a:t>Agenda </a:t>
            </a:r>
            <a:r>
              <a:rPr lang="en-GB" dirty="0" err="1"/>
              <a:t>Presentasi</a:t>
            </a:r>
            <a:endParaRPr lang="id-ID" dirty="0"/>
          </a:p>
        </p:txBody>
      </p:sp>
      <p:sp>
        <p:nvSpPr>
          <p:cNvPr id="3" name="Tampungan Konten 2">
            <a:extLst>
              <a:ext uri="{FF2B5EF4-FFF2-40B4-BE49-F238E27FC236}">
                <a16:creationId xmlns:a16="http://schemas.microsoft.com/office/drawing/2014/main" id="{95B371F2-DBA5-415A-82C8-651F587B857A}"/>
              </a:ext>
            </a:extLst>
          </p:cNvPr>
          <p:cNvSpPr>
            <a:spLocks noGrp="1"/>
          </p:cNvSpPr>
          <p:nvPr>
            <p:ph type="body" idx="1"/>
          </p:nvPr>
        </p:nvSpPr>
        <p:spPr>
          <a:xfrm>
            <a:off x="1167492" y="2653167"/>
            <a:ext cx="9779183" cy="3436483"/>
          </a:xfrm>
        </p:spPr>
        <p:txBody>
          <a:bodyPr vert="horz" lIns="91440" tIns="45720" rIns="91440" bIns="45720" rtlCol="0" anchor="t">
            <a:normAutofit fontScale="92500" lnSpcReduction="10000"/>
          </a:bodyPr>
          <a:lstStyle/>
          <a:p>
            <a:pPr marL="457200" indent="-457200">
              <a:buFont typeface="+mj-lt"/>
              <a:buAutoNum type="arabicPeriod"/>
            </a:pPr>
            <a:r>
              <a:rPr lang="en-GB" sz="2800" b="1" dirty="0"/>
              <a:t>PENDAHULUAN</a:t>
            </a:r>
          </a:p>
          <a:p>
            <a:pPr marL="457200" indent="-457200">
              <a:buFont typeface="+mj-lt"/>
              <a:buAutoNum type="arabicPeriod"/>
            </a:pPr>
            <a:r>
              <a:rPr lang="en-GB" sz="2800" b="1" dirty="0"/>
              <a:t>TINJAUAN PUSTAKA</a:t>
            </a:r>
          </a:p>
          <a:p>
            <a:pPr marL="457200" indent="-457200">
              <a:buFont typeface="+mj-lt"/>
              <a:buAutoNum type="arabicPeriod"/>
            </a:pPr>
            <a:r>
              <a:rPr lang="en-GB" sz="2800" b="1" dirty="0"/>
              <a:t>METODOLOGI PENELITIAN</a:t>
            </a:r>
          </a:p>
          <a:p>
            <a:pPr marL="457200" indent="-457200">
              <a:buFont typeface="+mj-lt"/>
              <a:buAutoNum type="arabicPeriod"/>
            </a:pPr>
            <a:r>
              <a:rPr lang="en-GB" sz="2800" b="1" dirty="0"/>
              <a:t>HASIL DAN PEMBAHASAN</a:t>
            </a:r>
          </a:p>
          <a:p>
            <a:pPr marL="457200" indent="-457200">
              <a:buFont typeface="+mj-lt"/>
              <a:buAutoNum type="arabicPeriod"/>
            </a:pPr>
            <a:r>
              <a:rPr lang="en-GB" sz="2800" b="1" dirty="0"/>
              <a:t>PENUTUP</a:t>
            </a:r>
          </a:p>
        </p:txBody>
      </p:sp>
      <p:sp>
        <p:nvSpPr>
          <p:cNvPr id="6" name="Tampungan Nomor Slide 5">
            <a:extLst>
              <a:ext uri="{FF2B5EF4-FFF2-40B4-BE49-F238E27FC236}">
                <a16:creationId xmlns:a16="http://schemas.microsoft.com/office/drawing/2014/main" id="{134C72D2-EFDF-844A-8472-CB49A59B127B}"/>
              </a:ext>
            </a:extLst>
          </p:cNvPr>
          <p:cNvSpPr>
            <a:spLocks noGrp="1"/>
          </p:cNvSpPr>
          <p:nvPr>
            <p:ph type="sldNum" sz="quarter" idx="12"/>
          </p:nvPr>
        </p:nvSpPr>
        <p:spPr>
          <a:xfrm>
            <a:off x="10206318" y="6356350"/>
            <a:ext cx="1604682" cy="365125"/>
          </a:xfrm>
        </p:spPr>
        <p:txBody>
          <a:bodyPr rtlCol="0"/>
          <a:lstStyle/>
          <a:p>
            <a:pPr rtl="0"/>
            <a:fld id="{294A09A9-5501-47C1-A89A-A340965A2BE2}" type="slidenum">
              <a:rPr lang="id-ID" smtClean="0"/>
              <a:pPr rtl="0"/>
              <a:t>3</a:t>
            </a:fld>
            <a:endParaRPr lang="id-ID"/>
          </a:p>
        </p:txBody>
      </p:sp>
    </p:spTree>
    <p:extLst>
      <p:ext uri="{BB962C8B-B14F-4D97-AF65-F5344CB8AC3E}">
        <p14:creationId xmlns:p14="http://schemas.microsoft.com/office/powerpoint/2010/main" val="163979915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Judul 1">
            <a:extLst>
              <a:ext uri="{FF2B5EF4-FFF2-40B4-BE49-F238E27FC236}">
                <a16:creationId xmlns:a16="http://schemas.microsoft.com/office/drawing/2014/main" id="{33AF65A7-995A-9F45-891C-82D9B9D40801}"/>
              </a:ext>
            </a:extLst>
          </p:cNvPr>
          <p:cNvSpPr>
            <a:spLocks noGrp="1"/>
          </p:cNvSpPr>
          <p:nvPr>
            <p:ph type="title"/>
          </p:nvPr>
        </p:nvSpPr>
        <p:spPr>
          <a:xfrm>
            <a:off x="3366114" y="1729567"/>
            <a:ext cx="5459771" cy="2810460"/>
          </a:xfrm>
        </p:spPr>
        <p:txBody>
          <a:bodyPr rtlCol="0">
            <a:normAutofit/>
          </a:bodyPr>
          <a:lstStyle/>
          <a:p>
            <a:pPr rtl="0"/>
            <a:r>
              <a:rPr lang="en-GB" sz="4800" dirty="0"/>
              <a:t>PENDAHULUAN</a:t>
            </a:r>
            <a:endParaRPr lang="id-ID" sz="4800" dirty="0"/>
          </a:p>
        </p:txBody>
      </p:sp>
      <p:sp>
        <p:nvSpPr>
          <p:cNvPr id="3" name="Tampungan Tanggal 2">
            <a:extLst>
              <a:ext uri="{FF2B5EF4-FFF2-40B4-BE49-F238E27FC236}">
                <a16:creationId xmlns:a16="http://schemas.microsoft.com/office/drawing/2014/main" id="{8D3F7063-A64B-CB42-8BBF-BF52424269A8}"/>
              </a:ext>
            </a:extLst>
          </p:cNvPr>
          <p:cNvSpPr>
            <a:spLocks noGrp="1"/>
          </p:cNvSpPr>
          <p:nvPr>
            <p:ph type="dt" sz="half" idx="10"/>
          </p:nvPr>
        </p:nvSpPr>
        <p:spPr/>
        <p:txBody>
          <a:bodyPr rtlCol="0"/>
          <a:lstStyle/>
          <a:p>
            <a:pPr rtl="0"/>
            <a:fld id="{A808DD98-197B-46F5-A6AA-BDA332D7E685}" type="datetime1">
              <a:rPr lang="id-ID" smtClean="0"/>
              <a:t>24/11/2025</a:t>
            </a:fld>
            <a:endParaRPr lang="id-ID"/>
          </a:p>
        </p:txBody>
      </p:sp>
      <p:sp>
        <p:nvSpPr>
          <p:cNvPr id="5" name="Tampungan Nomor Slide 4">
            <a:extLst>
              <a:ext uri="{FF2B5EF4-FFF2-40B4-BE49-F238E27FC236}">
                <a16:creationId xmlns:a16="http://schemas.microsoft.com/office/drawing/2014/main" id="{7003A5E2-8F37-D546-BCD9-24A2037BB54D}"/>
              </a:ext>
            </a:extLst>
          </p:cNvPr>
          <p:cNvSpPr>
            <a:spLocks noGrp="1"/>
          </p:cNvSpPr>
          <p:nvPr>
            <p:ph type="sldNum" sz="quarter" idx="12"/>
          </p:nvPr>
        </p:nvSpPr>
        <p:spPr/>
        <p:txBody>
          <a:bodyPr rtlCol="0"/>
          <a:lstStyle/>
          <a:p>
            <a:pPr rtl="0"/>
            <a:fld id="{294A09A9-5501-47C1-A89A-A340965A2BE2}" type="slidenum">
              <a:rPr lang="id-ID" smtClean="0"/>
              <a:pPr rtl="0"/>
              <a:t>4</a:t>
            </a:fld>
            <a:endParaRPr lang="id-ID"/>
          </a:p>
        </p:txBody>
      </p:sp>
    </p:spTree>
    <p:extLst>
      <p:ext uri="{BB962C8B-B14F-4D97-AF65-F5344CB8AC3E}">
        <p14:creationId xmlns:p14="http://schemas.microsoft.com/office/powerpoint/2010/main" val="263998376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AFC1BC-2432-5E73-FC38-7C360D385B14}"/>
            </a:ext>
          </a:extLst>
        </p:cNvPr>
        <p:cNvGrpSpPr/>
        <p:nvPr/>
      </p:nvGrpSpPr>
      <p:grpSpPr>
        <a:xfrm>
          <a:off x="0" y="0"/>
          <a:ext cx="0" cy="0"/>
          <a:chOff x="0" y="0"/>
          <a:chExt cx="0" cy="0"/>
        </a:xfrm>
      </p:grpSpPr>
      <p:sp>
        <p:nvSpPr>
          <p:cNvPr id="2" name="Judul 1">
            <a:extLst>
              <a:ext uri="{FF2B5EF4-FFF2-40B4-BE49-F238E27FC236}">
                <a16:creationId xmlns:a16="http://schemas.microsoft.com/office/drawing/2014/main" id="{7A4E6F00-1047-6B0A-AAC3-93288674C72A}"/>
              </a:ext>
            </a:extLst>
          </p:cNvPr>
          <p:cNvSpPr>
            <a:spLocks noGrp="1"/>
          </p:cNvSpPr>
          <p:nvPr>
            <p:ph type="title"/>
          </p:nvPr>
        </p:nvSpPr>
        <p:spPr>
          <a:xfrm>
            <a:off x="1167492" y="381000"/>
            <a:ext cx="9779183" cy="1325563"/>
          </a:xfrm>
        </p:spPr>
        <p:txBody>
          <a:bodyPr rtlCol="0"/>
          <a:lstStyle/>
          <a:p>
            <a:pPr rtl="0"/>
            <a:r>
              <a:rPr lang="en-GB" dirty="0"/>
              <a:t>Latar </a:t>
            </a:r>
            <a:r>
              <a:rPr lang="en-GB" dirty="0" err="1"/>
              <a:t>Belakang</a:t>
            </a:r>
            <a:endParaRPr lang="id-ID" dirty="0"/>
          </a:p>
        </p:txBody>
      </p:sp>
      <p:sp>
        <p:nvSpPr>
          <p:cNvPr id="6" name="Tampungan Nomor Slide 5">
            <a:extLst>
              <a:ext uri="{FF2B5EF4-FFF2-40B4-BE49-F238E27FC236}">
                <a16:creationId xmlns:a16="http://schemas.microsoft.com/office/drawing/2014/main" id="{707DB38F-EC3A-0F62-0CEE-20401160ACE7}"/>
              </a:ext>
            </a:extLst>
          </p:cNvPr>
          <p:cNvSpPr>
            <a:spLocks noGrp="1"/>
          </p:cNvSpPr>
          <p:nvPr>
            <p:ph type="sldNum" sz="quarter" idx="12"/>
          </p:nvPr>
        </p:nvSpPr>
        <p:spPr>
          <a:xfrm>
            <a:off x="10206318" y="6356350"/>
            <a:ext cx="1604682" cy="365125"/>
          </a:xfrm>
        </p:spPr>
        <p:txBody>
          <a:bodyPr rtlCol="0"/>
          <a:lstStyle/>
          <a:p>
            <a:pPr rtl="0"/>
            <a:fld id="{294A09A9-5501-47C1-A89A-A340965A2BE2}" type="slidenum">
              <a:rPr lang="id-ID" smtClean="0"/>
              <a:pPr rtl="0"/>
              <a:t>5</a:t>
            </a:fld>
            <a:endParaRPr lang="id-ID"/>
          </a:p>
        </p:txBody>
      </p:sp>
      <p:sp>
        <p:nvSpPr>
          <p:cNvPr id="5" name="Text Placeholder 4">
            <a:extLst>
              <a:ext uri="{FF2B5EF4-FFF2-40B4-BE49-F238E27FC236}">
                <a16:creationId xmlns:a16="http://schemas.microsoft.com/office/drawing/2014/main" id="{F90095CB-C50B-1A82-8EED-1E1564939AAC}"/>
              </a:ext>
            </a:extLst>
          </p:cNvPr>
          <p:cNvSpPr>
            <a:spLocks noGrp="1"/>
          </p:cNvSpPr>
          <p:nvPr>
            <p:ph type="body" idx="1"/>
          </p:nvPr>
        </p:nvSpPr>
        <p:spPr>
          <a:xfrm>
            <a:off x="1167492" y="2653167"/>
            <a:ext cx="9779183" cy="3436483"/>
          </a:xfrm>
        </p:spPr>
        <p:txBody>
          <a:bodyPr/>
          <a:lstStyle/>
          <a:p>
            <a:pPr algn="ctr"/>
            <a:r>
              <a:rPr lang="id-ID" sz="2800" dirty="0"/>
              <a:t>Transformasi industri sepak bola telah mengubah aturan main: </a:t>
            </a:r>
            <a:r>
              <a:rPr lang="id-ID" sz="2800" b="1" dirty="0"/>
              <a:t>Siapa yang menguasai data,</a:t>
            </a:r>
            <a:r>
              <a:rPr lang="en-GB" sz="2800" b="1" dirty="0"/>
              <a:t> </a:t>
            </a:r>
            <a:r>
              <a:rPr lang="en-GB" sz="2800" b="1" dirty="0" err="1"/>
              <a:t>maka</a:t>
            </a:r>
            <a:r>
              <a:rPr lang="en-GB" sz="2800" b="1" dirty="0"/>
              <a:t> </a:t>
            </a:r>
            <a:r>
              <a:rPr lang="en-GB" sz="2800" b="1" dirty="0" err="1"/>
              <a:t>dia</a:t>
            </a:r>
            <a:r>
              <a:rPr lang="id-ID" sz="2800" b="1" dirty="0"/>
              <a:t> memegang kunci</a:t>
            </a:r>
            <a:r>
              <a:rPr lang="en-GB" sz="2800" b="1" dirty="0"/>
              <a:t> </a:t>
            </a:r>
            <a:r>
              <a:rPr lang="en-GB" sz="2800" b="1" dirty="0" err="1"/>
              <a:t>kemenangan</a:t>
            </a:r>
            <a:r>
              <a:rPr lang="id-ID" sz="2800" b="1" dirty="0"/>
              <a:t>.</a:t>
            </a:r>
            <a:endParaRPr lang="id-ID" sz="2800" dirty="0"/>
          </a:p>
        </p:txBody>
      </p:sp>
    </p:spTree>
    <p:extLst>
      <p:ext uri="{BB962C8B-B14F-4D97-AF65-F5344CB8AC3E}">
        <p14:creationId xmlns:p14="http://schemas.microsoft.com/office/powerpoint/2010/main" val="321046538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B0BBE0-EB86-ECB5-8112-B76D0A6F2E24}"/>
            </a:ext>
          </a:extLst>
        </p:cNvPr>
        <p:cNvGrpSpPr/>
        <p:nvPr/>
      </p:nvGrpSpPr>
      <p:grpSpPr>
        <a:xfrm>
          <a:off x="0" y="0"/>
          <a:ext cx="0" cy="0"/>
          <a:chOff x="0" y="0"/>
          <a:chExt cx="0" cy="0"/>
        </a:xfrm>
      </p:grpSpPr>
      <p:sp>
        <p:nvSpPr>
          <p:cNvPr id="2" name="Judul 1">
            <a:extLst>
              <a:ext uri="{FF2B5EF4-FFF2-40B4-BE49-F238E27FC236}">
                <a16:creationId xmlns:a16="http://schemas.microsoft.com/office/drawing/2014/main" id="{6CC0D294-4697-B8F6-B04C-934F0A64A383}"/>
              </a:ext>
            </a:extLst>
          </p:cNvPr>
          <p:cNvSpPr>
            <a:spLocks noGrp="1"/>
          </p:cNvSpPr>
          <p:nvPr>
            <p:ph type="title"/>
          </p:nvPr>
        </p:nvSpPr>
        <p:spPr>
          <a:xfrm>
            <a:off x="1167492" y="381000"/>
            <a:ext cx="9779183" cy="1325563"/>
          </a:xfrm>
        </p:spPr>
        <p:txBody>
          <a:bodyPr rtlCol="0"/>
          <a:lstStyle/>
          <a:p>
            <a:pPr rtl="0"/>
            <a:r>
              <a:rPr lang="en-GB" dirty="0"/>
              <a:t>Latar </a:t>
            </a:r>
            <a:r>
              <a:rPr lang="en-GB" dirty="0" err="1"/>
              <a:t>Belakang</a:t>
            </a:r>
            <a:endParaRPr lang="id-ID" dirty="0"/>
          </a:p>
        </p:txBody>
      </p:sp>
      <p:sp>
        <p:nvSpPr>
          <p:cNvPr id="6" name="Tampungan Nomor Slide 5">
            <a:extLst>
              <a:ext uri="{FF2B5EF4-FFF2-40B4-BE49-F238E27FC236}">
                <a16:creationId xmlns:a16="http://schemas.microsoft.com/office/drawing/2014/main" id="{63B1CA67-82DB-B3B4-D1AA-5C4B4AE2ECF7}"/>
              </a:ext>
            </a:extLst>
          </p:cNvPr>
          <p:cNvSpPr>
            <a:spLocks noGrp="1"/>
          </p:cNvSpPr>
          <p:nvPr>
            <p:ph type="sldNum" sz="quarter" idx="12"/>
          </p:nvPr>
        </p:nvSpPr>
        <p:spPr>
          <a:xfrm>
            <a:off x="10206318" y="6356350"/>
            <a:ext cx="1604682" cy="365125"/>
          </a:xfrm>
        </p:spPr>
        <p:txBody>
          <a:bodyPr rtlCol="0"/>
          <a:lstStyle/>
          <a:p>
            <a:pPr rtl="0"/>
            <a:fld id="{294A09A9-5501-47C1-A89A-A340965A2BE2}" type="slidenum">
              <a:rPr lang="id-ID" smtClean="0"/>
              <a:pPr rtl="0"/>
              <a:t>6</a:t>
            </a:fld>
            <a:endParaRPr lang="id-ID"/>
          </a:p>
        </p:txBody>
      </p:sp>
      <p:pic>
        <p:nvPicPr>
          <p:cNvPr id="5124" name="Picture 4" descr="Moneyball 20 Years Later: A Progress Report On Data And Analytics In  Professional Sports">
            <a:extLst>
              <a:ext uri="{FF2B5EF4-FFF2-40B4-BE49-F238E27FC236}">
                <a16:creationId xmlns:a16="http://schemas.microsoft.com/office/drawing/2014/main" id="{57EA4D66-C4A2-F426-9E7B-24C3F0C46E0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27148" y="1733235"/>
            <a:ext cx="3273879" cy="4850191"/>
          </a:xfrm>
          <a:prstGeom prst="rect">
            <a:avLst/>
          </a:prstGeom>
          <a:noFill/>
          <a:extLst>
            <a:ext uri="{909E8E84-426E-40DD-AFC4-6F175D3DCCD1}">
              <a14:hiddenFill xmlns:a14="http://schemas.microsoft.com/office/drawing/2010/main">
                <a:solidFill>
                  <a:srgbClr val="FFFFFF"/>
                </a:solidFill>
              </a14:hiddenFill>
            </a:ext>
          </a:extLst>
        </p:spPr>
      </p:pic>
      <p:pic>
        <p:nvPicPr>
          <p:cNvPr id="5126" name="Picture 6" descr="Premier League Data Zone' Enhanced Viewing Experience Debuts Exclusively on  Peacock Arsenal-Liverpool Match">
            <a:extLst>
              <a:ext uri="{FF2B5EF4-FFF2-40B4-BE49-F238E27FC236}">
                <a16:creationId xmlns:a16="http://schemas.microsoft.com/office/drawing/2014/main" id="{EF6C92C8-8AC1-29C7-E7EB-48EF8BBF4C8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989085" y="1863863"/>
            <a:ext cx="6821915" cy="383480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5967316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EEA02F-1467-D837-C6BC-BBE7D37779B6}"/>
            </a:ext>
          </a:extLst>
        </p:cNvPr>
        <p:cNvGrpSpPr/>
        <p:nvPr/>
      </p:nvGrpSpPr>
      <p:grpSpPr>
        <a:xfrm>
          <a:off x="0" y="0"/>
          <a:ext cx="0" cy="0"/>
          <a:chOff x="0" y="0"/>
          <a:chExt cx="0" cy="0"/>
        </a:xfrm>
      </p:grpSpPr>
      <p:sp>
        <p:nvSpPr>
          <p:cNvPr id="2" name="Judul 1">
            <a:extLst>
              <a:ext uri="{FF2B5EF4-FFF2-40B4-BE49-F238E27FC236}">
                <a16:creationId xmlns:a16="http://schemas.microsoft.com/office/drawing/2014/main" id="{0FCCA4F2-61F1-9220-D0E2-B5C88F9DF1F7}"/>
              </a:ext>
            </a:extLst>
          </p:cNvPr>
          <p:cNvSpPr>
            <a:spLocks noGrp="1"/>
          </p:cNvSpPr>
          <p:nvPr>
            <p:ph type="title"/>
          </p:nvPr>
        </p:nvSpPr>
        <p:spPr>
          <a:xfrm>
            <a:off x="1167492" y="381000"/>
            <a:ext cx="9779183" cy="1325563"/>
          </a:xfrm>
        </p:spPr>
        <p:txBody>
          <a:bodyPr rtlCol="0"/>
          <a:lstStyle/>
          <a:p>
            <a:pPr rtl="0"/>
            <a:r>
              <a:rPr lang="en-GB" dirty="0"/>
              <a:t>Latar </a:t>
            </a:r>
            <a:r>
              <a:rPr lang="en-GB" dirty="0" err="1"/>
              <a:t>Belakang</a:t>
            </a:r>
            <a:endParaRPr lang="id-ID" dirty="0"/>
          </a:p>
        </p:txBody>
      </p:sp>
      <p:sp>
        <p:nvSpPr>
          <p:cNvPr id="3" name="Tampungan Konten 2">
            <a:extLst>
              <a:ext uri="{FF2B5EF4-FFF2-40B4-BE49-F238E27FC236}">
                <a16:creationId xmlns:a16="http://schemas.microsoft.com/office/drawing/2014/main" id="{D709FDC7-45FB-F179-2910-6F0ACE296127}"/>
              </a:ext>
            </a:extLst>
          </p:cNvPr>
          <p:cNvSpPr>
            <a:spLocks noGrp="1"/>
          </p:cNvSpPr>
          <p:nvPr>
            <p:ph type="body" idx="1"/>
          </p:nvPr>
        </p:nvSpPr>
        <p:spPr>
          <a:xfrm>
            <a:off x="1167492" y="2653167"/>
            <a:ext cx="9779183" cy="3436483"/>
          </a:xfrm>
        </p:spPr>
        <p:txBody>
          <a:bodyPr vert="horz" lIns="91440" tIns="45720" rIns="91440" bIns="45720" rtlCol="0" anchor="t">
            <a:normAutofit/>
          </a:bodyPr>
          <a:lstStyle/>
          <a:p>
            <a:pPr marL="342900" indent="-342900">
              <a:buFont typeface="Arial" panose="020B0604020202020204" pitchFamily="34" charset="0"/>
              <a:buChar char="•"/>
            </a:pPr>
            <a:r>
              <a:rPr lang="id-ID" dirty="0"/>
              <a:t>Sepak bola modern </a:t>
            </a:r>
            <a:r>
              <a:rPr lang="en-GB" dirty="0"/>
              <a:t>&amp; </a:t>
            </a:r>
            <a:r>
              <a:rPr lang="en-GB" i="1" dirty="0"/>
              <a:t>Data-Driven Decision Making</a:t>
            </a:r>
          </a:p>
          <a:p>
            <a:pPr marL="342900" indent="-342900">
              <a:buFont typeface="Arial" panose="020B0604020202020204" pitchFamily="34" charset="0"/>
              <a:buChar char="•"/>
            </a:pPr>
            <a:r>
              <a:rPr lang="en-GB" i="1" dirty="0"/>
              <a:t>Data -&gt; Information -&gt; Knowledge -&gt; Wisdom</a:t>
            </a:r>
          </a:p>
          <a:p>
            <a:pPr marL="342900" indent="-342900">
              <a:buFont typeface="Arial" panose="020B0604020202020204" pitchFamily="34" charset="0"/>
              <a:buChar char="•"/>
            </a:pPr>
            <a:r>
              <a:rPr lang="en-GB" i="1" dirty="0"/>
              <a:t>Good Analytics/Data = Good Decision Making = Profit</a:t>
            </a:r>
          </a:p>
        </p:txBody>
      </p:sp>
      <p:sp>
        <p:nvSpPr>
          <p:cNvPr id="6" name="Tampungan Nomor Slide 5">
            <a:extLst>
              <a:ext uri="{FF2B5EF4-FFF2-40B4-BE49-F238E27FC236}">
                <a16:creationId xmlns:a16="http://schemas.microsoft.com/office/drawing/2014/main" id="{11BA6FC5-7259-CFC1-D072-3B789D326F2E}"/>
              </a:ext>
            </a:extLst>
          </p:cNvPr>
          <p:cNvSpPr>
            <a:spLocks noGrp="1"/>
          </p:cNvSpPr>
          <p:nvPr>
            <p:ph type="sldNum" sz="quarter" idx="12"/>
          </p:nvPr>
        </p:nvSpPr>
        <p:spPr>
          <a:xfrm>
            <a:off x="10206318" y="6356350"/>
            <a:ext cx="1604682" cy="365125"/>
          </a:xfrm>
        </p:spPr>
        <p:txBody>
          <a:bodyPr rtlCol="0"/>
          <a:lstStyle/>
          <a:p>
            <a:pPr rtl="0"/>
            <a:fld id="{294A09A9-5501-47C1-A89A-A340965A2BE2}" type="slidenum">
              <a:rPr lang="id-ID" smtClean="0"/>
              <a:pPr rtl="0"/>
              <a:t>7</a:t>
            </a:fld>
            <a:endParaRPr lang="id-ID"/>
          </a:p>
        </p:txBody>
      </p:sp>
    </p:spTree>
    <p:extLst>
      <p:ext uri="{BB962C8B-B14F-4D97-AF65-F5344CB8AC3E}">
        <p14:creationId xmlns:p14="http://schemas.microsoft.com/office/powerpoint/2010/main" val="379239269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251A22-4259-1094-CC64-61CC4CF539F8}"/>
            </a:ext>
          </a:extLst>
        </p:cNvPr>
        <p:cNvGrpSpPr/>
        <p:nvPr/>
      </p:nvGrpSpPr>
      <p:grpSpPr>
        <a:xfrm>
          <a:off x="0" y="0"/>
          <a:ext cx="0" cy="0"/>
          <a:chOff x="0" y="0"/>
          <a:chExt cx="0" cy="0"/>
        </a:xfrm>
      </p:grpSpPr>
      <p:sp>
        <p:nvSpPr>
          <p:cNvPr id="2" name="Judul 1">
            <a:extLst>
              <a:ext uri="{FF2B5EF4-FFF2-40B4-BE49-F238E27FC236}">
                <a16:creationId xmlns:a16="http://schemas.microsoft.com/office/drawing/2014/main" id="{DE2AE2A3-FE13-169F-B0F0-1256BBAA6768}"/>
              </a:ext>
            </a:extLst>
          </p:cNvPr>
          <p:cNvSpPr>
            <a:spLocks noGrp="1"/>
          </p:cNvSpPr>
          <p:nvPr>
            <p:ph type="title"/>
          </p:nvPr>
        </p:nvSpPr>
        <p:spPr>
          <a:xfrm>
            <a:off x="1167492" y="381000"/>
            <a:ext cx="9779183" cy="1325563"/>
          </a:xfrm>
        </p:spPr>
        <p:txBody>
          <a:bodyPr rtlCol="0"/>
          <a:lstStyle/>
          <a:p>
            <a:pPr rtl="0"/>
            <a:r>
              <a:rPr lang="en-GB" dirty="0"/>
              <a:t>Latar </a:t>
            </a:r>
            <a:r>
              <a:rPr lang="en-GB" dirty="0" err="1"/>
              <a:t>Belakang</a:t>
            </a:r>
            <a:endParaRPr lang="id-ID" dirty="0"/>
          </a:p>
        </p:txBody>
      </p:sp>
      <p:sp>
        <p:nvSpPr>
          <p:cNvPr id="3" name="Tampungan Konten 2">
            <a:extLst>
              <a:ext uri="{FF2B5EF4-FFF2-40B4-BE49-F238E27FC236}">
                <a16:creationId xmlns:a16="http://schemas.microsoft.com/office/drawing/2014/main" id="{2AD2762D-9C48-81CF-CFF0-1A42FFAB9B9F}"/>
              </a:ext>
            </a:extLst>
          </p:cNvPr>
          <p:cNvSpPr>
            <a:spLocks noGrp="1"/>
          </p:cNvSpPr>
          <p:nvPr>
            <p:ph type="body" idx="1"/>
          </p:nvPr>
        </p:nvSpPr>
        <p:spPr>
          <a:xfrm>
            <a:off x="1167492" y="2653167"/>
            <a:ext cx="9779183" cy="3436483"/>
          </a:xfrm>
        </p:spPr>
        <p:txBody>
          <a:bodyPr vert="horz" lIns="91440" tIns="45720" rIns="91440" bIns="45720" rtlCol="0" anchor="t">
            <a:normAutofit fontScale="92500" lnSpcReduction="10000"/>
          </a:bodyPr>
          <a:lstStyle/>
          <a:p>
            <a:pPr marL="342900" indent="-342900">
              <a:buFont typeface="Arial" panose="020B0604020202020204" pitchFamily="34" charset="0"/>
              <a:buChar char="•"/>
            </a:pPr>
            <a:r>
              <a:rPr lang="en-GB" dirty="0" err="1"/>
              <a:t>Olahraga</a:t>
            </a:r>
            <a:r>
              <a:rPr lang="en-GB" dirty="0"/>
              <a:t> </a:t>
            </a:r>
            <a:r>
              <a:rPr lang="en-GB" dirty="0" err="1"/>
              <a:t>Sepak</a:t>
            </a:r>
            <a:r>
              <a:rPr lang="en-GB" dirty="0"/>
              <a:t> Bola, Tim yang paling </a:t>
            </a:r>
            <a:r>
              <a:rPr lang="en-GB" dirty="0" err="1"/>
              <a:t>banyak</a:t>
            </a:r>
            <a:r>
              <a:rPr lang="en-GB" dirty="0"/>
              <a:t> </a:t>
            </a:r>
            <a:r>
              <a:rPr lang="en-GB" dirty="0" err="1"/>
              <a:t>mencetak</a:t>
            </a:r>
            <a:r>
              <a:rPr lang="en-GB" dirty="0"/>
              <a:t> Gol Adalah </a:t>
            </a:r>
            <a:r>
              <a:rPr lang="en-GB" dirty="0" err="1"/>
              <a:t>pemenang</a:t>
            </a:r>
            <a:r>
              <a:rPr lang="en-GB" dirty="0"/>
              <a:t>.</a:t>
            </a:r>
          </a:p>
          <a:p>
            <a:pPr marL="342900" indent="-342900">
              <a:buFont typeface="Arial" panose="020B0604020202020204" pitchFamily="34" charset="0"/>
              <a:buChar char="•"/>
            </a:pPr>
            <a:r>
              <a:rPr lang="en-GB" dirty="0"/>
              <a:t>Klub = </a:t>
            </a:r>
            <a:r>
              <a:rPr lang="en-GB" dirty="0" err="1"/>
              <a:t>Direksi</a:t>
            </a:r>
            <a:r>
              <a:rPr lang="en-GB" dirty="0"/>
              <a:t> -&gt; Tim </a:t>
            </a:r>
            <a:r>
              <a:rPr lang="en-GB" dirty="0" err="1"/>
              <a:t>Kepelatihan</a:t>
            </a:r>
            <a:r>
              <a:rPr lang="en-GB" dirty="0"/>
              <a:t> -&gt; </a:t>
            </a:r>
            <a:r>
              <a:rPr lang="en-GB" dirty="0" err="1"/>
              <a:t>Pemain</a:t>
            </a:r>
            <a:endParaRPr lang="en-GB" dirty="0"/>
          </a:p>
          <a:p>
            <a:pPr marL="342900" indent="-342900">
              <a:buFont typeface="Arial" panose="020B0604020202020204" pitchFamily="34" charset="0"/>
              <a:buChar char="•"/>
            </a:pPr>
            <a:r>
              <a:rPr lang="en-GB" dirty="0" err="1"/>
              <a:t>Direksi</a:t>
            </a:r>
            <a:r>
              <a:rPr lang="en-GB" dirty="0"/>
              <a:t> = </a:t>
            </a:r>
            <a:r>
              <a:rPr lang="en-GB" dirty="0" err="1"/>
              <a:t>Keuangan</a:t>
            </a:r>
            <a:r>
              <a:rPr lang="en-GB" dirty="0"/>
              <a:t>, </a:t>
            </a:r>
            <a:r>
              <a:rPr lang="en-GB" i="1" dirty="0"/>
              <a:t>Profit dan </a:t>
            </a:r>
            <a:r>
              <a:rPr lang="en-GB" dirty="0" err="1"/>
              <a:t>Pengambil</a:t>
            </a:r>
            <a:r>
              <a:rPr lang="en-GB" dirty="0"/>
              <a:t> Keputusan </a:t>
            </a:r>
            <a:r>
              <a:rPr lang="en-GB" dirty="0" err="1"/>
              <a:t>atas</a:t>
            </a:r>
            <a:r>
              <a:rPr lang="en-GB" dirty="0"/>
              <a:t> </a:t>
            </a:r>
            <a:r>
              <a:rPr lang="en-GB" dirty="0" err="1"/>
              <a:t>Pelatih</a:t>
            </a:r>
            <a:endParaRPr lang="en-GB" i="1" dirty="0"/>
          </a:p>
          <a:p>
            <a:pPr marL="342900" indent="-342900">
              <a:buFont typeface="Arial" panose="020B0604020202020204" pitchFamily="34" charset="0"/>
              <a:buChar char="•"/>
            </a:pPr>
            <a:r>
              <a:rPr lang="en-GB" dirty="0"/>
              <a:t>Tim </a:t>
            </a:r>
            <a:r>
              <a:rPr lang="en-GB" dirty="0" err="1"/>
              <a:t>Kepelatihan</a:t>
            </a:r>
            <a:r>
              <a:rPr lang="en-GB" dirty="0"/>
              <a:t> = </a:t>
            </a:r>
            <a:r>
              <a:rPr lang="en-GB" i="1" dirty="0"/>
              <a:t>Analysis, Tactical </a:t>
            </a:r>
            <a:r>
              <a:rPr lang="en-GB" dirty="0"/>
              <a:t>dan </a:t>
            </a:r>
            <a:r>
              <a:rPr lang="en-GB" dirty="0" err="1"/>
              <a:t>Pengambil</a:t>
            </a:r>
            <a:r>
              <a:rPr lang="en-GB" dirty="0"/>
              <a:t> Keputusan </a:t>
            </a:r>
            <a:r>
              <a:rPr lang="en-GB" dirty="0" err="1"/>
              <a:t>atas</a:t>
            </a:r>
            <a:r>
              <a:rPr lang="en-GB" dirty="0"/>
              <a:t> </a:t>
            </a:r>
            <a:r>
              <a:rPr lang="en-GB" dirty="0" err="1"/>
              <a:t>Pemain</a:t>
            </a:r>
            <a:endParaRPr lang="en-GB" dirty="0"/>
          </a:p>
          <a:p>
            <a:pPr marL="342900" indent="-342900">
              <a:buFont typeface="Arial" panose="020B0604020202020204" pitchFamily="34" charset="0"/>
              <a:buChar char="•"/>
            </a:pPr>
            <a:r>
              <a:rPr lang="en-GB" dirty="0" err="1"/>
              <a:t>Pemain</a:t>
            </a:r>
            <a:r>
              <a:rPr lang="en-GB" dirty="0"/>
              <a:t> = </a:t>
            </a:r>
            <a:r>
              <a:rPr lang="en-GB" dirty="0" err="1"/>
              <a:t>Pelaksana</a:t>
            </a:r>
            <a:r>
              <a:rPr lang="en-GB" dirty="0"/>
              <a:t> </a:t>
            </a:r>
            <a:r>
              <a:rPr lang="en-GB" dirty="0" err="1"/>
              <a:t>Sistem</a:t>
            </a:r>
            <a:r>
              <a:rPr lang="en-GB" dirty="0"/>
              <a:t> </a:t>
            </a:r>
            <a:r>
              <a:rPr lang="en-GB" i="1" dirty="0"/>
              <a:t>Tactical</a:t>
            </a:r>
            <a:endParaRPr lang="en-GB" dirty="0"/>
          </a:p>
        </p:txBody>
      </p:sp>
      <p:sp>
        <p:nvSpPr>
          <p:cNvPr id="6" name="Tampungan Nomor Slide 5">
            <a:extLst>
              <a:ext uri="{FF2B5EF4-FFF2-40B4-BE49-F238E27FC236}">
                <a16:creationId xmlns:a16="http://schemas.microsoft.com/office/drawing/2014/main" id="{5698DF03-8674-39BD-80D8-50B5F9158BBA}"/>
              </a:ext>
            </a:extLst>
          </p:cNvPr>
          <p:cNvSpPr>
            <a:spLocks noGrp="1"/>
          </p:cNvSpPr>
          <p:nvPr>
            <p:ph type="sldNum" sz="quarter" idx="12"/>
          </p:nvPr>
        </p:nvSpPr>
        <p:spPr>
          <a:xfrm>
            <a:off x="10206318" y="6356350"/>
            <a:ext cx="1604682" cy="365125"/>
          </a:xfrm>
        </p:spPr>
        <p:txBody>
          <a:bodyPr rtlCol="0"/>
          <a:lstStyle/>
          <a:p>
            <a:pPr rtl="0"/>
            <a:fld id="{294A09A9-5501-47C1-A89A-A340965A2BE2}" type="slidenum">
              <a:rPr lang="id-ID" smtClean="0"/>
              <a:pPr rtl="0"/>
              <a:t>8</a:t>
            </a:fld>
            <a:endParaRPr lang="id-ID"/>
          </a:p>
        </p:txBody>
      </p:sp>
    </p:spTree>
    <p:extLst>
      <p:ext uri="{BB962C8B-B14F-4D97-AF65-F5344CB8AC3E}">
        <p14:creationId xmlns:p14="http://schemas.microsoft.com/office/powerpoint/2010/main" val="390777142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Judul 1">
            <a:extLst>
              <a:ext uri="{FF2B5EF4-FFF2-40B4-BE49-F238E27FC236}">
                <a16:creationId xmlns:a16="http://schemas.microsoft.com/office/drawing/2014/main" id="{912DF434-28DB-4621-A497-D62C41CE0419}"/>
              </a:ext>
            </a:extLst>
          </p:cNvPr>
          <p:cNvSpPr>
            <a:spLocks noGrp="1"/>
          </p:cNvSpPr>
          <p:nvPr>
            <p:ph type="title"/>
          </p:nvPr>
        </p:nvSpPr>
        <p:spPr>
          <a:xfrm>
            <a:off x="1167492" y="381000"/>
            <a:ext cx="9779183" cy="1325563"/>
          </a:xfrm>
        </p:spPr>
        <p:txBody>
          <a:bodyPr rtlCol="0"/>
          <a:lstStyle/>
          <a:p>
            <a:pPr rtl="0"/>
            <a:r>
              <a:rPr lang="en-GB" dirty="0"/>
              <a:t>Latar </a:t>
            </a:r>
            <a:r>
              <a:rPr lang="en-GB" dirty="0" err="1"/>
              <a:t>Belakang</a:t>
            </a:r>
            <a:endParaRPr lang="id-ID" dirty="0"/>
          </a:p>
        </p:txBody>
      </p:sp>
      <p:sp>
        <p:nvSpPr>
          <p:cNvPr id="3" name="Tampungan Konten 2">
            <a:extLst>
              <a:ext uri="{FF2B5EF4-FFF2-40B4-BE49-F238E27FC236}">
                <a16:creationId xmlns:a16="http://schemas.microsoft.com/office/drawing/2014/main" id="{22788C46-D0BC-4307-AE55-7601A139E7CB}"/>
              </a:ext>
            </a:extLst>
          </p:cNvPr>
          <p:cNvSpPr>
            <a:spLocks noGrp="1"/>
          </p:cNvSpPr>
          <p:nvPr>
            <p:ph idx="1"/>
          </p:nvPr>
        </p:nvSpPr>
        <p:spPr>
          <a:xfrm>
            <a:off x="1167493" y="2017467"/>
            <a:ext cx="9779182" cy="3526990"/>
          </a:xfrm>
        </p:spPr>
        <p:txBody>
          <a:bodyPr vert="horz" lIns="91440" tIns="45720" rIns="91440" bIns="45720" rtlCol="0" anchor="t">
            <a:normAutofit lnSpcReduction="10000"/>
          </a:bodyPr>
          <a:lstStyle/>
          <a:p>
            <a:pPr marL="342900" indent="-342900">
              <a:buFont typeface="Arial" panose="020B0604020202020204" pitchFamily="34" charset="0"/>
              <a:buChar char="•"/>
            </a:pPr>
            <a:r>
              <a:rPr lang="en-GB" sz="2400" i="1" dirty="0"/>
              <a:t>Good Tactics = Good Analytics = Good Metrics = Good Models</a:t>
            </a:r>
          </a:p>
          <a:p>
            <a:pPr marL="342900" indent="-342900">
              <a:buFont typeface="Arial" panose="020B0604020202020204" pitchFamily="34" charset="0"/>
              <a:buChar char="•"/>
            </a:pPr>
            <a:r>
              <a:rPr lang="id-ID" sz="2400" i="1" dirty="0" err="1"/>
              <a:t>Expected</a:t>
            </a:r>
            <a:r>
              <a:rPr lang="id-ID" sz="2400" i="1" dirty="0"/>
              <a:t> </a:t>
            </a:r>
            <a:r>
              <a:rPr lang="id-ID" sz="2400" i="1" dirty="0" err="1"/>
              <a:t>Goals</a:t>
            </a:r>
            <a:r>
              <a:rPr lang="id-ID" sz="2400" i="1" dirty="0"/>
              <a:t> (</a:t>
            </a:r>
            <a:r>
              <a:rPr lang="id-ID" sz="2400" i="1" dirty="0" err="1"/>
              <a:t>xG</a:t>
            </a:r>
            <a:r>
              <a:rPr lang="id-ID" sz="2400" i="1" dirty="0"/>
              <a:t>)</a:t>
            </a:r>
            <a:r>
              <a:rPr lang="en-GB" sz="2400" i="1" dirty="0"/>
              <a:t> </a:t>
            </a:r>
            <a:r>
              <a:rPr lang="en-GB" sz="2400" i="1" dirty="0" err="1"/>
              <a:t>adalah</a:t>
            </a:r>
            <a:r>
              <a:rPr lang="en-GB" sz="2400" i="1" dirty="0"/>
              <a:t> </a:t>
            </a:r>
            <a:r>
              <a:rPr lang="en-GB" sz="2400" i="1" dirty="0" err="1"/>
              <a:t>sebuah</a:t>
            </a:r>
            <a:r>
              <a:rPr lang="en-GB" sz="2400" i="1" dirty="0"/>
              <a:t> </a:t>
            </a:r>
            <a:r>
              <a:rPr lang="en-GB" sz="2400" i="1" dirty="0" err="1"/>
              <a:t>indikator</a:t>
            </a:r>
            <a:r>
              <a:rPr lang="en-GB" sz="2400" i="1" dirty="0"/>
              <a:t> statistic </a:t>
            </a:r>
            <a:r>
              <a:rPr lang="en-GB" sz="2400" i="1" dirty="0" err="1"/>
              <a:t>atau</a:t>
            </a:r>
            <a:r>
              <a:rPr lang="en-GB" sz="2400" i="1" dirty="0"/>
              <a:t> </a:t>
            </a:r>
            <a:r>
              <a:rPr lang="en-GB" sz="2400" i="1" dirty="0" err="1"/>
              <a:t>metrik</a:t>
            </a:r>
            <a:r>
              <a:rPr lang="en-GB" sz="2400" i="1" dirty="0"/>
              <a:t> yang </a:t>
            </a:r>
            <a:r>
              <a:rPr lang="en-GB" sz="2400" i="1" dirty="0" err="1"/>
              <a:t>mengukur</a:t>
            </a:r>
            <a:r>
              <a:rPr lang="en-GB" sz="2400" i="1" dirty="0"/>
              <a:t> </a:t>
            </a:r>
            <a:r>
              <a:rPr lang="en-GB" sz="2400" i="1" dirty="0" err="1"/>
              <a:t>probabilitas</a:t>
            </a:r>
            <a:r>
              <a:rPr lang="en-GB" sz="2400" i="1" dirty="0"/>
              <a:t> </a:t>
            </a:r>
            <a:r>
              <a:rPr lang="en-GB" sz="2400" i="1" dirty="0" err="1"/>
              <a:t>sebuah</a:t>
            </a:r>
            <a:r>
              <a:rPr lang="en-GB" sz="2400" i="1" dirty="0"/>
              <a:t> </a:t>
            </a:r>
            <a:r>
              <a:rPr lang="en-GB" sz="2400" i="1" dirty="0" err="1"/>
              <a:t>tembakan</a:t>
            </a:r>
            <a:r>
              <a:rPr lang="en-GB" sz="2400" i="1" dirty="0"/>
              <a:t> </a:t>
            </a:r>
            <a:r>
              <a:rPr lang="en-GB" sz="2400" i="1" dirty="0" err="1"/>
              <a:t>untuk</a:t>
            </a:r>
            <a:r>
              <a:rPr lang="en-GB" sz="2400" i="1" dirty="0"/>
              <a:t> </a:t>
            </a:r>
            <a:r>
              <a:rPr lang="en-GB" sz="2400" i="1" dirty="0" err="1"/>
              <a:t>dikonversi</a:t>
            </a:r>
            <a:r>
              <a:rPr lang="en-GB" sz="2400" i="1" dirty="0"/>
              <a:t> </a:t>
            </a:r>
            <a:r>
              <a:rPr lang="en-GB" sz="2400" i="1" dirty="0" err="1"/>
              <a:t>menjadi</a:t>
            </a:r>
            <a:r>
              <a:rPr lang="en-GB" sz="2400" i="1" dirty="0"/>
              <a:t> </a:t>
            </a:r>
            <a:r>
              <a:rPr lang="en-GB" sz="2400" i="1" dirty="0" err="1"/>
              <a:t>gol</a:t>
            </a:r>
            <a:r>
              <a:rPr lang="en-GB" sz="2400" i="1" dirty="0"/>
              <a:t>, yang </a:t>
            </a:r>
            <a:r>
              <a:rPr lang="en-GB" sz="2400" i="1" dirty="0" err="1"/>
              <a:t>dapat</a:t>
            </a:r>
            <a:r>
              <a:rPr lang="en-GB" sz="2400" i="1" dirty="0"/>
              <a:t> </a:t>
            </a:r>
            <a:r>
              <a:rPr lang="en-GB" sz="2400" i="1" dirty="0" err="1"/>
              <a:t>membantu</a:t>
            </a:r>
            <a:r>
              <a:rPr lang="en-GB" sz="2400" i="1" dirty="0"/>
              <a:t> </a:t>
            </a:r>
            <a:r>
              <a:rPr lang="en-GB" sz="2400" i="1" dirty="0" err="1"/>
              <a:t>dalam</a:t>
            </a:r>
            <a:r>
              <a:rPr lang="en-GB" sz="2400" i="1" dirty="0"/>
              <a:t> </a:t>
            </a:r>
            <a:r>
              <a:rPr lang="en-GB" sz="2400" i="1" dirty="0" err="1"/>
              <a:t>mengoptimalkan</a:t>
            </a:r>
            <a:r>
              <a:rPr lang="en-GB" sz="2400" i="1" dirty="0"/>
              <a:t> </a:t>
            </a:r>
            <a:r>
              <a:rPr lang="en-GB" sz="2400" i="1" dirty="0" err="1"/>
              <a:t>rencana</a:t>
            </a:r>
            <a:r>
              <a:rPr lang="en-GB" sz="2400" i="1" dirty="0"/>
              <a:t> </a:t>
            </a:r>
            <a:r>
              <a:rPr lang="en-GB" sz="2400" i="1" dirty="0" err="1"/>
              <a:t>permainan</a:t>
            </a:r>
            <a:r>
              <a:rPr lang="en-GB" sz="2400" i="1" dirty="0"/>
              <a:t> dan </a:t>
            </a:r>
            <a:r>
              <a:rPr lang="en-GB" sz="2400" i="1" dirty="0" err="1"/>
              <a:t>memprediksi</a:t>
            </a:r>
            <a:r>
              <a:rPr lang="en-GB" sz="2400" i="1" dirty="0"/>
              <a:t> </a:t>
            </a:r>
            <a:r>
              <a:rPr lang="en-GB" sz="2400" i="1" dirty="0" err="1"/>
              <a:t>hasil</a:t>
            </a:r>
            <a:r>
              <a:rPr lang="en-GB" sz="2400" i="1" dirty="0"/>
              <a:t> </a:t>
            </a:r>
            <a:r>
              <a:rPr lang="en-GB" sz="2400" i="1" dirty="0" err="1"/>
              <a:t>pertandingan</a:t>
            </a:r>
            <a:r>
              <a:rPr lang="en-GB" sz="2400" i="1" dirty="0"/>
              <a:t> (</a:t>
            </a:r>
            <a:r>
              <a:rPr lang="en-GB" sz="2400" i="1" dirty="0" err="1"/>
              <a:t>Khrapach</a:t>
            </a:r>
            <a:r>
              <a:rPr lang="en-GB" sz="2400" i="1" dirty="0"/>
              <a:t> &amp; </a:t>
            </a:r>
            <a:r>
              <a:rPr lang="en-GB" sz="2400" i="1" dirty="0" err="1"/>
              <a:t>Siryi</a:t>
            </a:r>
            <a:r>
              <a:rPr lang="en-GB" sz="2400" i="1" dirty="0"/>
              <a:t>, 2024).</a:t>
            </a:r>
          </a:p>
          <a:p>
            <a:pPr marL="342900" indent="-342900">
              <a:buFont typeface="Arial" panose="020B0604020202020204" pitchFamily="34" charset="0"/>
              <a:buChar char="•"/>
            </a:pPr>
            <a:r>
              <a:rPr lang="en-GB" sz="2400" i="1" dirty="0" err="1"/>
              <a:t>xG</a:t>
            </a:r>
            <a:r>
              <a:rPr lang="en-GB" sz="2400" i="1" dirty="0"/>
              <a:t> </a:t>
            </a:r>
            <a:r>
              <a:rPr lang="en-GB" sz="2400" i="1" dirty="0" err="1"/>
              <a:t>adalah</a:t>
            </a:r>
            <a:r>
              <a:rPr lang="en-GB" sz="2400" i="1" dirty="0"/>
              <a:t> </a:t>
            </a:r>
            <a:r>
              <a:rPr lang="en-GB" sz="2400" i="1" dirty="0" err="1"/>
              <a:t>sebuah</a:t>
            </a:r>
            <a:r>
              <a:rPr lang="en-GB" sz="2400" i="1" dirty="0"/>
              <a:t> </a:t>
            </a:r>
            <a:r>
              <a:rPr lang="en-GB" sz="2400" i="1" dirty="0" err="1"/>
              <a:t>metrik</a:t>
            </a:r>
            <a:r>
              <a:rPr lang="en-GB" sz="2400" i="1" dirty="0"/>
              <a:t> </a:t>
            </a:r>
            <a:r>
              <a:rPr lang="en-GB" sz="2400" i="1" dirty="0" err="1"/>
              <a:t>analisis</a:t>
            </a:r>
            <a:r>
              <a:rPr lang="en-GB" sz="2400" i="1" dirty="0"/>
              <a:t> </a:t>
            </a:r>
            <a:r>
              <a:rPr lang="en-GB" sz="2400" i="1" dirty="0" err="1"/>
              <a:t>bukan</a:t>
            </a:r>
            <a:r>
              <a:rPr lang="en-GB" sz="2400" i="1" dirty="0"/>
              <a:t> </a:t>
            </a:r>
            <a:r>
              <a:rPr lang="en-GB" sz="2400" i="1" dirty="0" err="1"/>
              <a:t>semata-mata</a:t>
            </a:r>
            <a:r>
              <a:rPr lang="en-GB" sz="2400" i="1" dirty="0"/>
              <a:t> </a:t>
            </a:r>
            <a:r>
              <a:rPr lang="en-GB" sz="2400" i="1" dirty="0" err="1"/>
              <a:t>prediksi</a:t>
            </a:r>
            <a:r>
              <a:rPr lang="en-GB" sz="2400" i="1" dirty="0"/>
              <a:t> </a:t>
            </a:r>
            <a:r>
              <a:rPr lang="en-GB" sz="2400" i="1" dirty="0" err="1"/>
              <a:t>pertandingan</a:t>
            </a:r>
            <a:r>
              <a:rPr lang="en-GB" sz="2400" i="1" dirty="0"/>
              <a:t>!</a:t>
            </a:r>
          </a:p>
          <a:p>
            <a:pPr marL="342900" indent="-342900">
              <a:buFont typeface="Arial" panose="020B0604020202020204" pitchFamily="34" charset="0"/>
              <a:buChar char="•"/>
            </a:pPr>
            <a:r>
              <a:rPr lang="en-GB" sz="2400" i="1" dirty="0" err="1"/>
              <a:t>xG</a:t>
            </a:r>
            <a:r>
              <a:rPr lang="en-GB" sz="2400" i="1" dirty="0"/>
              <a:t> </a:t>
            </a:r>
            <a:r>
              <a:rPr lang="en-GB" sz="2400" i="1" dirty="0" err="1"/>
              <a:t>adalah</a:t>
            </a:r>
            <a:r>
              <a:rPr lang="en-GB" sz="2400" i="1" dirty="0"/>
              <a:t> </a:t>
            </a:r>
            <a:r>
              <a:rPr lang="nb-NO" sz="2400" i="1" dirty="0"/>
              <a:t>alat yang efektif untuk mengevaluasi performa pemain/tim.</a:t>
            </a:r>
            <a:endParaRPr lang="id-ID" sz="2400" i="1" dirty="0"/>
          </a:p>
        </p:txBody>
      </p:sp>
      <p:sp>
        <p:nvSpPr>
          <p:cNvPr id="4" name="Tampungan Tanggal 3">
            <a:extLst>
              <a:ext uri="{FF2B5EF4-FFF2-40B4-BE49-F238E27FC236}">
                <a16:creationId xmlns:a16="http://schemas.microsoft.com/office/drawing/2014/main" id="{5739303D-13C0-6A41-947A-F998CC47B32E}"/>
              </a:ext>
            </a:extLst>
          </p:cNvPr>
          <p:cNvSpPr>
            <a:spLocks noGrp="1"/>
          </p:cNvSpPr>
          <p:nvPr>
            <p:ph type="dt" sz="half" idx="2"/>
          </p:nvPr>
        </p:nvSpPr>
        <p:spPr>
          <a:xfrm>
            <a:off x="381000" y="6356350"/>
            <a:ext cx="2743200" cy="365125"/>
          </a:xfrm>
        </p:spPr>
        <p:txBody>
          <a:bodyPr rtlCol="0"/>
          <a:lstStyle/>
          <a:p>
            <a:pPr rtl="0"/>
            <a:fld id="{70C69C4D-CAFD-4E0E-94E0-4B1709D96441}" type="datetime1">
              <a:rPr lang="id-ID" smtClean="0"/>
              <a:t>24/11/2025</a:t>
            </a:fld>
            <a:endParaRPr lang="id-ID"/>
          </a:p>
        </p:txBody>
      </p:sp>
      <p:sp>
        <p:nvSpPr>
          <p:cNvPr id="6" name="Tampungan Nomor Slide 5">
            <a:extLst>
              <a:ext uri="{FF2B5EF4-FFF2-40B4-BE49-F238E27FC236}">
                <a16:creationId xmlns:a16="http://schemas.microsoft.com/office/drawing/2014/main" id="{60D470D0-6D64-5E42-9515-048F8779CD5E}"/>
              </a:ext>
            </a:extLst>
          </p:cNvPr>
          <p:cNvSpPr>
            <a:spLocks noGrp="1"/>
          </p:cNvSpPr>
          <p:nvPr>
            <p:ph type="sldNum" sz="quarter" idx="4"/>
          </p:nvPr>
        </p:nvSpPr>
        <p:spPr>
          <a:xfrm>
            <a:off x="10153276" y="6356350"/>
            <a:ext cx="1657723" cy="365125"/>
          </a:xfrm>
        </p:spPr>
        <p:txBody>
          <a:bodyPr rtlCol="0"/>
          <a:lstStyle/>
          <a:p>
            <a:pPr rtl="0"/>
            <a:fld id="{294A09A9-5501-47C1-A89A-A340965A2BE2}" type="slidenum">
              <a:rPr lang="id-ID" smtClean="0"/>
              <a:pPr rtl="0"/>
              <a:t>9</a:t>
            </a:fld>
            <a:endParaRPr lang="id-ID"/>
          </a:p>
        </p:txBody>
      </p:sp>
    </p:spTree>
    <p:extLst>
      <p:ext uri="{BB962C8B-B14F-4D97-AF65-F5344CB8AC3E}">
        <p14:creationId xmlns:p14="http://schemas.microsoft.com/office/powerpoint/2010/main" val="132560859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591AE4-F937-A7E7-D908-D9164BAA47A2}"/>
            </a:ext>
          </a:extLst>
        </p:cNvPr>
        <p:cNvGrpSpPr/>
        <p:nvPr/>
      </p:nvGrpSpPr>
      <p:grpSpPr>
        <a:xfrm>
          <a:off x="0" y="0"/>
          <a:ext cx="0" cy="0"/>
          <a:chOff x="0" y="0"/>
          <a:chExt cx="0" cy="0"/>
        </a:xfrm>
      </p:grpSpPr>
      <p:sp>
        <p:nvSpPr>
          <p:cNvPr id="2" name="Judul 1">
            <a:extLst>
              <a:ext uri="{FF2B5EF4-FFF2-40B4-BE49-F238E27FC236}">
                <a16:creationId xmlns:a16="http://schemas.microsoft.com/office/drawing/2014/main" id="{374ADDEC-13A5-9958-564C-177C9586DA7A}"/>
              </a:ext>
            </a:extLst>
          </p:cNvPr>
          <p:cNvSpPr>
            <a:spLocks noGrp="1"/>
          </p:cNvSpPr>
          <p:nvPr>
            <p:ph type="title"/>
          </p:nvPr>
        </p:nvSpPr>
        <p:spPr>
          <a:xfrm>
            <a:off x="1167492" y="381000"/>
            <a:ext cx="9779183" cy="664399"/>
          </a:xfrm>
        </p:spPr>
        <p:txBody>
          <a:bodyPr rtlCol="0"/>
          <a:lstStyle/>
          <a:p>
            <a:pPr rtl="0"/>
            <a:r>
              <a:rPr lang="en-GB" dirty="0"/>
              <a:t>Latar </a:t>
            </a:r>
            <a:r>
              <a:rPr lang="en-GB" dirty="0" err="1"/>
              <a:t>Belakang</a:t>
            </a:r>
            <a:endParaRPr lang="id-ID" dirty="0"/>
          </a:p>
        </p:txBody>
      </p:sp>
      <p:sp>
        <p:nvSpPr>
          <p:cNvPr id="4" name="Tampungan Tanggal 3">
            <a:extLst>
              <a:ext uri="{FF2B5EF4-FFF2-40B4-BE49-F238E27FC236}">
                <a16:creationId xmlns:a16="http://schemas.microsoft.com/office/drawing/2014/main" id="{5076EBE7-327F-C1E7-0FD6-F5D7A0C961A6}"/>
              </a:ext>
            </a:extLst>
          </p:cNvPr>
          <p:cNvSpPr>
            <a:spLocks noGrp="1"/>
          </p:cNvSpPr>
          <p:nvPr>
            <p:ph type="dt" sz="half" idx="2"/>
          </p:nvPr>
        </p:nvSpPr>
        <p:spPr>
          <a:xfrm>
            <a:off x="381000" y="6356350"/>
            <a:ext cx="2743200" cy="365125"/>
          </a:xfrm>
        </p:spPr>
        <p:txBody>
          <a:bodyPr rtlCol="0"/>
          <a:lstStyle/>
          <a:p>
            <a:pPr rtl="0"/>
            <a:fld id="{70C69C4D-CAFD-4E0E-94E0-4B1709D96441}" type="datetime1">
              <a:rPr lang="id-ID" smtClean="0"/>
              <a:t>24/11/2025</a:t>
            </a:fld>
            <a:endParaRPr lang="id-ID"/>
          </a:p>
        </p:txBody>
      </p:sp>
      <p:sp>
        <p:nvSpPr>
          <p:cNvPr id="6" name="Tampungan Nomor Slide 5">
            <a:extLst>
              <a:ext uri="{FF2B5EF4-FFF2-40B4-BE49-F238E27FC236}">
                <a16:creationId xmlns:a16="http://schemas.microsoft.com/office/drawing/2014/main" id="{860FE5F6-E9B2-3168-B805-33D41D6B1A6D}"/>
              </a:ext>
            </a:extLst>
          </p:cNvPr>
          <p:cNvSpPr>
            <a:spLocks noGrp="1"/>
          </p:cNvSpPr>
          <p:nvPr>
            <p:ph type="sldNum" sz="quarter" idx="4"/>
          </p:nvPr>
        </p:nvSpPr>
        <p:spPr>
          <a:xfrm>
            <a:off x="10153276" y="6356350"/>
            <a:ext cx="1657723" cy="365125"/>
          </a:xfrm>
        </p:spPr>
        <p:txBody>
          <a:bodyPr rtlCol="0"/>
          <a:lstStyle/>
          <a:p>
            <a:pPr rtl="0"/>
            <a:fld id="{294A09A9-5501-47C1-A89A-A340965A2BE2}" type="slidenum">
              <a:rPr lang="id-ID" smtClean="0"/>
              <a:pPr rtl="0"/>
              <a:t>10</a:t>
            </a:fld>
            <a:endParaRPr lang="id-ID"/>
          </a:p>
        </p:txBody>
      </p:sp>
      <p:pic>
        <p:nvPicPr>
          <p:cNvPr id="8" name="Picture 7" descr="Alexis Sanchez expected goals (xG) map 2022-23">
            <a:extLst>
              <a:ext uri="{FF2B5EF4-FFF2-40B4-BE49-F238E27FC236}">
                <a16:creationId xmlns:a16="http://schemas.microsoft.com/office/drawing/2014/main" id="{9B49F434-3681-A1F9-D56A-5190A722C28D}"/>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70591" y="963221"/>
            <a:ext cx="6575411" cy="4931558"/>
          </a:xfrm>
          <a:prstGeom prst="rect">
            <a:avLst/>
          </a:prstGeom>
          <a:noFill/>
          <a:ln>
            <a:noFill/>
          </a:ln>
        </p:spPr>
      </p:pic>
      <p:sp>
        <p:nvSpPr>
          <p:cNvPr id="9" name="Tampungan Konten 2">
            <a:extLst>
              <a:ext uri="{FF2B5EF4-FFF2-40B4-BE49-F238E27FC236}">
                <a16:creationId xmlns:a16="http://schemas.microsoft.com/office/drawing/2014/main" id="{898C4B28-52EF-A7EC-EC4E-8675A641EA99}"/>
              </a:ext>
            </a:extLst>
          </p:cNvPr>
          <p:cNvSpPr>
            <a:spLocks noGrp="1"/>
          </p:cNvSpPr>
          <p:nvPr>
            <p:ph idx="1"/>
          </p:nvPr>
        </p:nvSpPr>
        <p:spPr>
          <a:xfrm>
            <a:off x="7277100" y="1340177"/>
            <a:ext cx="4197146" cy="3526990"/>
          </a:xfrm>
        </p:spPr>
        <p:txBody>
          <a:bodyPr vert="horz" lIns="91440" tIns="45720" rIns="91440" bIns="45720" rtlCol="0" anchor="t">
            <a:normAutofit/>
          </a:bodyPr>
          <a:lstStyle/>
          <a:p>
            <a:pPr marL="342900" indent="-342900">
              <a:buFont typeface="Arial" panose="020B0604020202020204" pitchFamily="34" charset="0"/>
              <a:buChar char="•"/>
            </a:pPr>
            <a:r>
              <a:rPr lang="en-GB" sz="2400" i="1" dirty="0" err="1"/>
              <a:t>xG</a:t>
            </a:r>
            <a:r>
              <a:rPr lang="en-GB" sz="2400" i="1" dirty="0"/>
              <a:t> </a:t>
            </a:r>
            <a:r>
              <a:rPr lang="en-GB" sz="2400" i="1" dirty="0" err="1"/>
              <a:t>tinggi</a:t>
            </a:r>
            <a:r>
              <a:rPr lang="en-GB" sz="2400" i="1" dirty="0"/>
              <a:t> = </a:t>
            </a:r>
            <a:r>
              <a:rPr lang="en-GB" sz="2400" i="1" dirty="0" err="1"/>
              <a:t>seharusnya</a:t>
            </a:r>
            <a:r>
              <a:rPr lang="en-GB" sz="2400" i="1" dirty="0"/>
              <a:t> </a:t>
            </a:r>
            <a:r>
              <a:rPr lang="en-GB" sz="2400" i="1" dirty="0" err="1"/>
              <a:t>gol</a:t>
            </a:r>
            <a:r>
              <a:rPr lang="en-GB" sz="2400" i="1" dirty="0"/>
              <a:t>, </a:t>
            </a:r>
            <a:r>
              <a:rPr lang="en-GB" sz="2400" i="1" dirty="0" err="1"/>
              <a:t>xG</a:t>
            </a:r>
            <a:r>
              <a:rPr lang="en-GB" sz="2400" i="1" dirty="0"/>
              <a:t> </a:t>
            </a:r>
            <a:r>
              <a:rPr lang="en-GB" sz="2400" i="1" dirty="0" err="1"/>
              <a:t>rendah</a:t>
            </a:r>
            <a:r>
              <a:rPr lang="en-GB" sz="2400" i="1" dirty="0"/>
              <a:t> = </a:t>
            </a:r>
            <a:r>
              <a:rPr lang="en-GB" sz="2400" i="1" dirty="0" err="1"/>
              <a:t>seharusnya</a:t>
            </a:r>
            <a:r>
              <a:rPr lang="en-GB" sz="2400" i="1" dirty="0"/>
              <a:t> </a:t>
            </a:r>
            <a:r>
              <a:rPr lang="en-GB" sz="2400" i="1" dirty="0" err="1"/>
              <a:t>tidak</a:t>
            </a:r>
            <a:r>
              <a:rPr lang="en-GB" sz="2400" i="1" dirty="0"/>
              <a:t> </a:t>
            </a:r>
            <a:r>
              <a:rPr lang="en-GB" sz="2400" i="1" dirty="0" err="1"/>
              <a:t>gol</a:t>
            </a:r>
            <a:endParaRPr lang="en-GB" sz="2400" i="1" dirty="0"/>
          </a:p>
          <a:p>
            <a:pPr marL="342900" indent="-342900">
              <a:buFont typeface="Arial" panose="020B0604020202020204" pitchFamily="34" charset="0"/>
              <a:buChar char="•"/>
            </a:pPr>
            <a:r>
              <a:rPr lang="en-GB" sz="2400" i="1" dirty="0" err="1"/>
              <a:t>Sepak</a:t>
            </a:r>
            <a:r>
              <a:rPr lang="en-GB" sz="2400" i="1" dirty="0"/>
              <a:t> bola </a:t>
            </a:r>
            <a:r>
              <a:rPr lang="en-GB" sz="2400" i="1" dirty="0" err="1"/>
              <a:t>adalah</a:t>
            </a:r>
            <a:r>
              <a:rPr lang="en-GB" sz="2400" i="1" dirty="0"/>
              <a:t> </a:t>
            </a:r>
            <a:r>
              <a:rPr lang="en-GB" sz="2400" i="1" dirty="0" err="1"/>
              <a:t>olahraga</a:t>
            </a:r>
            <a:r>
              <a:rPr lang="en-GB" sz="2400" i="1" dirty="0"/>
              <a:t> </a:t>
            </a:r>
            <a:r>
              <a:rPr lang="en-GB" sz="2400" i="1" dirty="0" err="1"/>
              <a:t>dengan</a:t>
            </a:r>
            <a:r>
              <a:rPr lang="en-GB" sz="2400" i="1" dirty="0"/>
              <a:t> </a:t>
            </a:r>
            <a:r>
              <a:rPr lang="en-GB" sz="2400" i="1" dirty="0" err="1"/>
              <a:t>penuh</a:t>
            </a:r>
            <a:r>
              <a:rPr lang="en-GB" sz="2400" i="1" dirty="0"/>
              <a:t> </a:t>
            </a:r>
            <a:r>
              <a:rPr lang="en-GB" sz="2400" i="1" dirty="0" err="1"/>
              <a:t>keajaiban</a:t>
            </a:r>
            <a:endParaRPr lang="en-GB" sz="2400" i="1" dirty="0"/>
          </a:p>
          <a:p>
            <a:pPr marL="342900" indent="-342900">
              <a:buFont typeface="Arial" panose="020B0604020202020204" pitchFamily="34" charset="0"/>
              <a:buChar char="•"/>
            </a:pPr>
            <a:r>
              <a:rPr lang="en-GB" sz="2400" i="1" dirty="0" err="1"/>
              <a:t>Kejadian</a:t>
            </a:r>
            <a:r>
              <a:rPr lang="en-GB" sz="2400" i="1" dirty="0"/>
              <a:t> </a:t>
            </a:r>
            <a:r>
              <a:rPr lang="en-GB" sz="2400" i="1" dirty="0" err="1"/>
              <a:t>gol</a:t>
            </a:r>
            <a:r>
              <a:rPr lang="en-GB" sz="2400" i="1" dirty="0"/>
              <a:t> pada </a:t>
            </a:r>
            <a:r>
              <a:rPr lang="en-GB" sz="2400" i="1" dirty="0" err="1"/>
              <a:t>nilai</a:t>
            </a:r>
            <a:r>
              <a:rPr lang="en-GB" sz="2400" i="1" dirty="0"/>
              <a:t> </a:t>
            </a:r>
            <a:r>
              <a:rPr lang="en-GB" sz="2400" i="1" dirty="0" err="1"/>
              <a:t>xG</a:t>
            </a:r>
            <a:r>
              <a:rPr lang="en-GB" sz="2400" i="1" dirty="0"/>
              <a:t> </a:t>
            </a:r>
            <a:r>
              <a:rPr lang="en-GB" sz="2400" i="1" dirty="0" err="1"/>
              <a:t>rendah</a:t>
            </a:r>
            <a:r>
              <a:rPr lang="en-GB" sz="2400" i="1" dirty="0"/>
              <a:t> </a:t>
            </a:r>
            <a:r>
              <a:rPr lang="en-GB" sz="2400" i="1" dirty="0" err="1"/>
              <a:t>menandakan</a:t>
            </a:r>
            <a:r>
              <a:rPr lang="en-GB" sz="2400" i="1" dirty="0"/>
              <a:t> </a:t>
            </a:r>
            <a:r>
              <a:rPr lang="en-GB" sz="2400" i="1" dirty="0" err="1"/>
              <a:t>kualitas</a:t>
            </a:r>
            <a:r>
              <a:rPr lang="en-GB" sz="2400" i="1" dirty="0"/>
              <a:t> </a:t>
            </a:r>
            <a:r>
              <a:rPr lang="en-GB" sz="2400" i="1" dirty="0" err="1"/>
              <a:t>individu</a:t>
            </a:r>
            <a:r>
              <a:rPr lang="en-GB" sz="2400" i="1" dirty="0"/>
              <a:t> </a:t>
            </a:r>
            <a:r>
              <a:rPr lang="en-GB" sz="2400" i="1" dirty="0" err="1"/>
              <a:t>pemain</a:t>
            </a:r>
            <a:endParaRPr lang="id-ID" sz="2400" i="1" dirty="0"/>
          </a:p>
        </p:txBody>
      </p:sp>
    </p:spTree>
    <p:extLst>
      <p:ext uri="{BB962C8B-B14F-4D97-AF65-F5344CB8AC3E}">
        <p14:creationId xmlns:p14="http://schemas.microsoft.com/office/powerpoint/2010/main" val="324594600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1C9E78-72F6-D649-7E1B-D9A4F73ED173}"/>
            </a:ext>
          </a:extLst>
        </p:cNvPr>
        <p:cNvGrpSpPr/>
        <p:nvPr/>
      </p:nvGrpSpPr>
      <p:grpSpPr>
        <a:xfrm>
          <a:off x="0" y="0"/>
          <a:ext cx="0" cy="0"/>
          <a:chOff x="0" y="0"/>
          <a:chExt cx="0" cy="0"/>
        </a:xfrm>
      </p:grpSpPr>
      <p:sp>
        <p:nvSpPr>
          <p:cNvPr id="2" name="Judul 1">
            <a:extLst>
              <a:ext uri="{FF2B5EF4-FFF2-40B4-BE49-F238E27FC236}">
                <a16:creationId xmlns:a16="http://schemas.microsoft.com/office/drawing/2014/main" id="{31C46B77-6D4E-C903-58D9-FE9CD3D8257E}"/>
              </a:ext>
            </a:extLst>
          </p:cNvPr>
          <p:cNvSpPr>
            <a:spLocks noGrp="1"/>
          </p:cNvSpPr>
          <p:nvPr>
            <p:ph type="title"/>
          </p:nvPr>
        </p:nvSpPr>
        <p:spPr>
          <a:xfrm>
            <a:off x="1167492" y="381000"/>
            <a:ext cx="9779183" cy="1325563"/>
          </a:xfrm>
        </p:spPr>
        <p:txBody>
          <a:bodyPr rtlCol="0"/>
          <a:lstStyle/>
          <a:p>
            <a:pPr rtl="0"/>
            <a:r>
              <a:rPr lang="en-GB" dirty="0"/>
              <a:t>Latar </a:t>
            </a:r>
            <a:r>
              <a:rPr lang="en-GB" dirty="0" err="1"/>
              <a:t>Belakang</a:t>
            </a:r>
            <a:endParaRPr lang="id-ID" dirty="0"/>
          </a:p>
        </p:txBody>
      </p:sp>
      <p:sp>
        <p:nvSpPr>
          <p:cNvPr id="3" name="Tampungan Konten 2">
            <a:extLst>
              <a:ext uri="{FF2B5EF4-FFF2-40B4-BE49-F238E27FC236}">
                <a16:creationId xmlns:a16="http://schemas.microsoft.com/office/drawing/2014/main" id="{06BFACE8-9EAF-378B-A51D-69348CB3225C}"/>
              </a:ext>
            </a:extLst>
          </p:cNvPr>
          <p:cNvSpPr>
            <a:spLocks noGrp="1"/>
          </p:cNvSpPr>
          <p:nvPr>
            <p:ph idx="1"/>
          </p:nvPr>
        </p:nvSpPr>
        <p:spPr>
          <a:xfrm>
            <a:off x="1167493" y="2017467"/>
            <a:ext cx="9779182" cy="3526990"/>
          </a:xfrm>
        </p:spPr>
        <p:txBody>
          <a:bodyPr vert="horz" lIns="91440" tIns="45720" rIns="91440" bIns="45720" rtlCol="0" anchor="t">
            <a:normAutofit/>
          </a:bodyPr>
          <a:lstStyle/>
          <a:p>
            <a:pPr marL="342900" indent="-342900">
              <a:buFont typeface="Arial" panose="020B0604020202020204" pitchFamily="34" charset="0"/>
              <a:buChar char="•"/>
            </a:pPr>
            <a:r>
              <a:rPr lang="en-GB" sz="2400" i="1" dirty="0" err="1"/>
              <a:t>Masalah</a:t>
            </a:r>
            <a:r>
              <a:rPr lang="en-GB" sz="2400" i="1" dirty="0"/>
              <a:t> pada </a:t>
            </a:r>
            <a:r>
              <a:rPr lang="en-GB" sz="2400" i="1" dirty="0" err="1"/>
              <a:t>Pemodelan</a:t>
            </a:r>
            <a:r>
              <a:rPr lang="en-GB" sz="2400" i="1" dirty="0"/>
              <a:t> </a:t>
            </a:r>
            <a:r>
              <a:rPr lang="en-GB" sz="2400" i="1" dirty="0" err="1"/>
              <a:t>xG</a:t>
            </a:r>
            <a:r>
              <a:rPr lang="en-GB" sz="2400" i="1" dirty="0"/>
              <a:t>.</a:t>
            </a:r>
          </a:p>
          <a:p>
            <a:pPr marL="342900" indent="-342900">
              <a:buFont typeface="Arial" panose="020B0604020202020204" pitchFamily="34" charset="0"/>
              <a:buChar char="•"/>
            </a:pPr>
            <a:r>
              <a:rPr lang="en-GB" sz="2400" i="1" dirty="0"/>
              <a:t>Data </a:t>
            </a:r>
            <a:r>
              <a:rPr lang="en-GB" sz="2400" i="1" dirty="0" err="1"/>
              <a:t>Sepak</a:t>
            </a:r>
            <a:r>
              <a:rPr lang="en-GB" sz="2400" i="1" dirty="0"/>
              <a:t> Bola yang Non-Linear.</a:t>
            </a:r>
          </a:p>
          <a:p>
            <a:pPr marL="342900" indent="-342900">
              <a:buFont typeface="Arial" panose="020B0604020202020204" pitchFamily="34" charset="0"/>
              <a:buChar char="•"/>
            </a:pPr>
            <a:r>
              <a:rPr lang="en-GB" sz="2400" i="1" dirty="0"/>
              <a:t>Model Linear Underperform.</a:t>
            </a:r>
          </a:p>
          <a:p>
            <a:pPr marL="342900" indent="-342900">
              <a:buFont typeface="Arial" panose="020B0604020202020204" pitchFamily="34" charset="0"/>
              <a:buChar char="•"/>
            </a:pPr>
            <a:r>
              <a:rPr lang="en-GB" sz="2400" i="1" dirty="0"/>
              <a:t>Model Non-Linear (</a:t>
            </a:r>
            <a:r>
              <a:rPr lang="en-GB" sz="2400" i="1" dirty="0" err="1"/>
              <a:t>Kompleksitas</a:t>
            </a:r>
            <a:r>
              <a:rPr lang="en-GB" sz="2400" i="1" dirty="0"/>
              <a:t> Tinggi) </a:t>
            </a:r>
            <a:r>
              <a:rPr lang="en-GB" sz="2400" i="1" dirty="0" err="1"/>
              <a:t>kinerja</a:t>
            </a:r>
            <a:r>
              <a:rPr lang="en-GB" sz="2400" i="1" dirty="0"/>
              <a:t> </a:t>
            </a:r>
            <a:r>
              <a:rPr lang="en-GB" sz="2400" i="1" dirty="0" err="1"/>
              <a:t>tinggi</a:t>
            </a:r>
            <a:r>
              <a:rPr lang="en-GB" sz="2400" i="1" dirty="0"/>
              <a:t>, </a:t>
            </a:r>
            <a:r>
              <a:rPr lang="en-GB" sz="2400" i="1" dirty="0" err="1"/>
              <a:t>efisiensi</a:t>
            </a:r>
            <a:r>
              <a:rPr lang="en-GB" sz="2400" i="1" dirty="0"/>
              <a:t> </a:t>
            </a:r>
            <a:r>
              <a:rPr lang="en-GB" sz="2400" i="1" dirty="0" err="1"/>
              <a:t>komputasi</a:t>
            </a:r>
            <a:r>
              <a:rPr lang="en-GB" sz="2400" i="1" dirty="0"/>
              <a:t> </a:t>
            </a:r>
            <a:r>
              <a:rPr lang="en-GB" sz="2400" i="1" dirty="0" err="1"/>
              <a:t>menurun</a:t>
            </a:r>
            <a:r>
              <a:rPr lang="en-GB" sz="2400" i="1" dirty="0"/>
              <a:t>.</a:t>
            </a:r>
          </a:p>
        </p:txBody>
      </p:sp>
      <p:sp>
        <p:nvSpPr>
          <p:cNvPr id="4" name="Tampungan Tanggal 3">
            <a:extLst>
              <a:ext uri="{FF2B5EF4-FFF2-40B4-BE49-F238E27FC236}">
                <a16:creationId xmlns:a16="http://schemas.microsoft.com/office/drawing/2014/main" id="{7E58E92F-ACD4-382F-9E3F-EE36478C0D64}"/>
              </a:ext>
            </a:extLst>
          </p:cNvPr>
          <p:cNvSpPr>
            <a:spLocks noGrp="1"/>
          </p:cNvSpPr>
          <p:nvPr>
            <p:ph type="dt" sz="half" idx="2"/>
          </p:nvPr>
        </p:nvSpPr>
        <p:spPr>
          <a:xfrm>
            <a:off x="381000" y="6356350"/>
            <a:ext cx="2743200" cy="365125"/>
          </a:xfrm>
        </p:spPr>
        <p:txBody>
          <a:bodyPr rtlCol="0"/>
          <a:lstStyle/>
          <a:p>
            <a:pPr rtl="0"/>
            <a:fld id="{70C69C4D-CAFD-4E0E-94E0-4B1709D96441}" type="datetime1">
              <a:rPr lang="id-ID" smtClean="0"/>
              <a:t>24/11/2025</a:t>
            </a:fld>
            <a:endParaRPr lang="id-ID"/>
          </a:p>
        </p:txBody>
      </p:sp>
      <p:sp>
        <p:nvSpPr>
          <p:cNvPr id="6" name="Tampungan Nomor Slide 5">
            <a:extLst>
              <a:ext uri="{FF2B5EF4-FFF2-40B4-BE49-F238E27FC236}">
                <a16:creationId xmlns:a16="http://schemas.microsoft.com/office/drawing/2014/main" id="{4831B099-7C33-F779-7415-22DFBBAC47F0}"/>
              </a:ext>
            </a:extLst>
          </p:cNvPr>
          <p:cNvSpPr>
            <a:spLocks noGrp="1"/>
          </p:cNvSpPr>
          <p:nvPr>
            <p:ph type="sldNum" sz="quarter" idx="4"/>
          </p:nvPr>
        </p:nvSpPr>
        <p:spPr>
          <a:xfrm>
            <a:off x="10153276" y="6356350"/>
            <a:ext cx="1657723" cy="365125"/>
          </a:xfrm>
        </p:spPr>
        <p:txBody>
          <a:bodyPr rtlCol="0"/>
          <a:lstStyle/>
          <a:p>
            <a:pPr rtl="0"/>
            <a:fld id="{294A09A9-5501-47C1-A89A-A340965A2BE2}" type="slidenum">
              <a:rPr lang="id-ID" smtClean="0"/>
              <a:pPr rtl="0"/>
              <a:t>11</a:t>
            </a:fld>
            <a:endParaRPr lang="id-ID"/>
          </a:p>
        </p:txBody>
      </p:sp>
    </p:spTree>
    <p:extLst>
      <p:ext uri="{BB962C8B-B14F-4D97-AF65-F5344CB8AC3E}">
        <p14:creationId xmlns:p14="http://schemas.microsoft.com/office/powerpoint/2010/main" val="291310098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ampungan Nomor Slide 8">
            <a:extLst>
              <a:ext uri="{FF2B5EF4-FFF2-40B4-BE49-F238E27FC236}">
                <a16:creationId xmlns:a16="http://schemas.microsoft.com/office/drawing/2014/main" id="{6FD448B0-743E-0045-8131-69B4EEC58365}"/>
              </a:ext>
            </a:extLst>
          </p:cNvPr>
          <p:cNvSpPr>
            <a:spLocks noGrp="1"/>
          </p:cNvSpPr>
          <p:nvPr>
            <p:ph type="sldNum" sz="quarter" idx="4"/>
          </p:nvPr>
        </p:nvSpPr>
        <p:spPr>
          <a:xfrm>
            <a:off x="10153276" y="6356350"/>
            <a:ext cx="1657723" cy="365125"/>
          </a:xfrm>
        </p:spPr>
        <p:txBody>
          <a:bodyPr rtlCol="0"/>
          <a:lstStyle/>
          <a:p>
            <a:pPr rtl="0"/>
            <a:fld id="{294A09A9-5501-47C1-A89A-A340965A2BE2}" type="slidenum">
              <a:rPr lang="id-ID" smtClean="0"/>
              <a:pPr rtl="0"/>
              <a:t>12</a:t>
            </a:fld>
            <a:endParaRPr lang="id-ID"/>
          </a:p>
        </p:txBody>
      </p:sp>
      <p:pic>
        <p:nvPicPr>
          <p:cNvPr id="8" name="Picture 7">
            <a:extLst>
              <a:ext uri="{FF2B5EF4-FFF2-40B4-BE49-F238E27FC236}">
                <a16:creationId xmlns:a16="http://schemas.microsoft.com/office/drawing/2014/main" id="{AF94E4D4-116E-7319-DF5F-878836869AFA}"/>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393641" y="265471"/>
            <a:ext cx="7425893" cy="5213188"/>
          </a:xfrm>
          <a:prstGeom prst="rect">
            <a:avLst/>
          </a:prstGeom>
          <a:noFill/>
          <a:ln>
            <a:noFill/>
          </a:ln>
        </p:spPr>
      </p:pic>
      <p:sp>
        <p:nvSpPr>
          <p:cNvPr id="10" name="Tampungan Kaki 4">
            <a:extLst>
              <a:ext uri="{FF2B5EF4-FFF2-40B4-BE49-F238E27FC236}">
                <a16:creationId xmlns:a16="http://schemas.microsoft.com/office/drawing/2014/main" id="{A6CD7973-EAE2-95BD-DA58-D971E2D965C4}"/>
              </a:ext>
            </a:extLst>
          </p:cNvPr>
          <p:cNvSpPr txBox="1">
            <a:spLocks/>
          </p:cNvSpPr>
          <p:nvPr/>
        </p:nvSpPr>
        <p:spPr>
          <a:xfrm>
            <a:off x="1902542" y="5533863"/>
            <a:ext cx="6150078" cy="365125"/>
          </a:xfrm>
          <a:prstGeom prst="rect">
            <a:avLst/>
          </a:prstGeom>
        </p:spPr>
        <p:txBody>
          <a:bodyPr vert="horz" lIns="91440" tIns="45720" rIns="91440" bIns="45720" rtlCol="0" anchor="ctr">
            <a:noAutofit/>
          </a:bodyPr>
          <a:lstStyle>
            <a:defPPr rtl="0">
              <a:defRPr lang="id-ID"/>
            </a:defPPr>
            <a:lvl1pPr marL="0" algn="ctr" defTabSz="914400" rtl="0" eaLnBrk="1" latinLnBrk="0" hangingPunct="1">
              <a:defRPr sz="1200" kern="1200">
                <a:solidFill>
                  <a:schemeClr val="accent3"/>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1800" dirty="0"/>
              <a:t>Visualisasi Hubungan Non-Linear Data Sepak Bola (StatsBomb, 2022)</a:t>
            </a:r>
            <a:endParaRPr lang="id-ID" sz="1800" dirty="0"/>
          </a:p>
        </p:txBody>
      </p:sp>
    </p:spTree>
    <p:extLst>
      <p:ext uri="{BB962C8B-B14F-4D97-AF65-F5344CB8AC3E}">
        <p14:creationId xmlns:p14="http://schemas.microsoft.com/office/powerpoint/2010/main" val="256311961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D21F32-E8B5-56A7-2965-C14DA18485E8}"/>
            </a:ext>
          </a:extLst>
        </p:cNvPr>
        <p:cNvGrpSpPr/>
        <p:nvPr/>
      </p:nvGrpSpPr>
      <p:grpSpPr>
        <a:xfrm>
          <a:off x="0" y="0"/>
          <a:ext cx="0" cy="0"/>
          <a:chOff x="0" y="0"/>
          <a:chExt cx="0" cy="0"/>
        </a:xfrm>
      </p:grpSpPr>
      <p:sp>
        <p:nvSpPr>
          <p:cNvPr id="5" name="Tampungan Kaki 4">
            <a:extLst>
              <a:ext uri="{FF2B5EF4-FFF2-40B4-BE49-F238E27FC236}">
                <a16:creationId xmlns:a16="http://schemas.microsoft.com/office/drawing/2014/main" id="{866AF78E-EA49-E3D0-0B59-502E7EF23996}"/>
              </a:ext>
            </a:extLst>
          </p:cNvPr>
          <p:cNvSpPr>
            <a:spLocks noGrp="1"/>
          </p:cNvSpPr>
          <p:nvPr>
            <p:ph type="ftr" sz="quarter" idx="3"/>
          </p:nvPr>
        </p:nvSpPr>
        <p:spPr>
          <a:xfrm>
            <a:off x="3580129" y="5898134"/>
            <a:ext cx="5652318" cy="365125"/>
          </a:xfrm>
        </p:spPr>
        <p:txBody>
          <a:bodyPr rtlCol="0"/>
          <a:lstStyle/>
          <a:p>
            <a:r>
              <a:rPr lang="en-GB" sz="1800" dirty="0"/>
              <a:t>Tabel </a:t>
            </a:r>
            <a:r>
              <a:rPr lang="id-ID" sz="1800" dirty="0"/>
              <a:t>Keterbatasan Model Linear</a:t>
            </a:r>
            <a:r>
              <a:rPr lang="en-GB" sz="1800" dirty="0"/>
              <a:t> </a:t>
            </a:r>
            <a:r>
              <a:rPr lang="id-ID" sz="1800" dirty="0"/>
              <a:t>(</a:t>
            </a:r>
            <a:r>
              <a:rPr lang="id-ID" sz="1800" dirty="0" err="1"/>
              <a:t>Méndez</a:t>
            </a:r>
            <a:r>
              <a:rPr lang="id-ID" sz="1800" dirty="0"/>
              <a:t> </a:t>
            </a:r>
            <a:r>
              <a:rPr lang="id-ID" sz="1800" dirty="0" err="1"/>
              <a:t>et</a:t>
            </a:r>
            <a:r>
              <a:rPr lang="id-ID" sz="1800" dirty="0"/>
              <a:t> </a:t>
            </a:r>
            <a:r>
              <a:rPr lang="id-ID" sz="1800" dirty="0" err="1"/>
              <a:t>al.</a:t>
            </a:r>
            <a:r>
              <a:rPr lang="id-ID" sz="1800" dirty="0"/>
              <a:t> 2023)</a:t>
            </a:r>
          </a:p>
        </p:txBody>
      </p:sp>
      <p:sp>
        <p:nvSpPr>
          <p:cNvPr id="7" name="Tampungan Nomor Slide 6">
            <a:extLst>
              <a:ext uri="{FF2B5EF4-FFF2-40B4-BE49-F238E27FC236}">
                <a16:creationId xmlns:a16="http://schemas.microsoft.com/office/drawing/2014/main" id="{11D7C70B-FE8C-4E94-0BED-93808770FCDE}"/>
              </a:ext>
            </a:extLst>
          </p:cNvPr>
          <p:cNvSpPr>
            <a:spLocks noGrp="1"/>
          </p:cNvSpPr>
          <p:nvPr>
            <p:ph type="sldNum" sz="quarter" idx="4"/>
          </p:nvPr>
        </p:nvSpPr>
        <p:spPr/>
        <p:txBody>
          <a:bodyPr rtlCol="0"/>
          <a:lstStyle/>
          <a:p>
            <a:pPr rtl="0"/>
            <a:fld id="{294A09A9-5501-47C1-A89A-A340965A2BE2}" type="slidenum">
              <a:rPr lang="id-ID" smtClean="0"/>
              <a:pPr rtl="0"/>
              <a:t>13</a:t>
            </a:fld>
            <a:endParaRPr lang="id-ID" dirty="0"/>
          </a:p>
        </p:txBody>
      </p:sp>
      <p:graphicFrame>
        <p:nvGraphicFramePr>
          <p:cNvPr id="10" name="Table 9">
            <a:extLst>
              <a:ext uri="{FF2B5EF4-FFF2-40B4-BE49-F238E27FC236}">
                <a16:creationId xmlns:a16="http://schemas.microsoft.com/office/drawing/2014/main" id="{43C09E19-52E5-03AA-354A-218313DD8637}"/>
              </a:ext>
            </a:extLst>
          </p:cNvPr>
          <p:cNvGraphicFramePr>
            <a:graphicFrameLocks noGrp="1"/>
          </p:cNvGraphicFramePr>
          <p:nvPr/>
        </p:nvGraphicFramePr>
        <p:xfrm>
          <a:off x="1091381" y="1120878"/>
          <a:ext cx="10128162" cy="4684165"/>
        </p:xfrm>
        <a:graphic>
          <a:graphicData uri="http://schemas.openxmlformats.org/drawingml/2006/table">
            <a:tbl>
              <a:tblPr firstRow="1" firstCol="1" bandRow="1">
                <a:tableStyleId>{5C22544A-7EE6-4342-B048-85BDC9FD1C3A}</a:tableStyleId>
              </a:tblPr>
              <a:tblGrid>
                <a:gridCol w="3376054">
                  <a:extLst>
                    <a:ext uri="{9D8B030D-6E8A-4147-A177-3AD203B41FA5}">
                      <a16:colId xmlns:a16="http://schemas.microsoft.com/office/drawing/2014/main" val="3209082739"/>
                    </a:ext>
                  </a:extLst>
                </a:gridCol>
                <a:gridCol w="3376054">
                  <a:extLst>
                    <a:ext uri="{9D8B030D-6E8A-4147-A177-3AD203B41FA5}">
                      <a16:colId xmlns:a16="http://schemas.microsoft.com/office/drawing/2014/main" val="1888921284"/>
                    </a:ext>
                  </a:extLst>
                </a:gridCol>
                <a:gridCol w="3376054">
                  <a:extLst>
                    <a:ext uri="{9D8B030D-6E8A-4147-A177-3AD203B41FA5}">
                      <a16:colId xmlns:a16="http://schemas.microsoft.com/office/drawing/2014/main" val="4077521047"/>
                    </a:ext>
                  </a:extLst>
                </a:gridCol>
              </a:tblGrid>
              <a:tr h="1009261">
                <a:tc>
                  <a:txBody>
                    <a:bodyPr/>
                    <a:lstStyle/>
                    <a:p>
                      <a:pPr algn="l">
                        <a:lnSpc>
                          <a:spcPct val="150000"/>
                        </a:lnSpc>
                        <a:buNone/>
                      </a:pPr>
                      <a:r>
                        <a:rPr lang="id-ID" sz="2000" dirty="0"/>
                        <a:t>Metrik Evaluasi</a:t>
                      </a:r>
                      <a:endParaRPr lang="id-ID" sz="32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nchor="ctr"/>
                </a:tc>
                <a:tc>
                  <a:txBody>
                    <a:bodyPr/>
                    <a:lstStyle/>
                    <a:p>
                      <a:pPr algn="l">
                        <a:lnSpc>
                          <a:spcPct val="150000"/>
                        </a:lnSpc>
                        <a:buNone/>
                      </a:pPr>
                      <a:r>
                        <a:rPr lang="id-ID" sz="2000" dirty="0"/>
                        <a:t>Model Non-Linear (MLP)</a:t>
                      </a:r>
                      <a:endParaRPr lang="id-ID" sz="32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nchor="ctr"/>
                </a:tc>
                <a:tc>
                  <a:txBody>
                    <a:bodyPr/>
                    <a:lstStyle/>
                    <a:p>
                      <a:pPr algn="l">
                        <a:lnSpc>
                          <a:spcPct val="150000"/>
                        </a:lnSpc>
                        <a:buNone/>
                      </a:pPr>
                      <a:r>
                        <a:rPr lang="id-ID" sz="2000" dirty="0"/>
                        <a:t>Model Linear (Regresi Logistik)</a:t>
                      </a:r>
                      <a:endParaRPr lang="id-ID" sz="32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nchor="ctr"/>
                </a:tc>
                <a:extLst>
                  <a:ext uri="{0D108BD9-81ED-4DB2-BD59-A6C34878D82A}">
                    <a16:rowId xmlns:a16="http://schemas.microsoft.com/office/drawing/2014/main" val="2196113673"/>
                  </a:ext>
                </a:extLst>
              </a:tr>
              <a:tr h="918726">
                <a:tc>
                  <a:txBody>
                    <a:bodyPr/>
                    <a:lstStyle/>
                    <a:p>
                      <a:pPr algn="l">
                        <a:lnSpc>
                          <a:spcPct val="150000"/>
                        </a:lnSpc>
                        <a:buNone/>
                      </a:pPr>
                      <a:r>
                        <a:rPr lang="id-ID" sz="2000" dirty="0"/>
                        <a:t>ROC AUC</a:t>
                      </a:r>
                      <a:endParaRPr lang="id-ID" sz="32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nchor="ctr"/>
                </a:tc>
                <a:tc>
                  <a:txBody>
                    <a:bodyPr/>
                    <a:lstStyle/>
                    <a:p>
                      <a:pPr algn="l">
                        <a:lnSpc>
                          <a:spcPct val="150000"/>
                        </a:lnSpc>
                        <a:buNone/>
                      </a:pPr>
                      <a:r>
                        <a:rPr lang="id-ID" sz="2000" dirty="0"/>
                        <a:t>0.87</a:t>
                      </a:r>
                      <a:endParaRPr lang="id-ID" sz="32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nchor="ctr"/>
                </a:tc>
                <a:tc>
                  <a:txBody>
                    <a:bodyPr/>
                    <a:lstStyle/>
                    <a:p>
                      <a:pPr algn="l">
                        <a:lnSpc>
                          <a:spcPct val="150000"/>
                        </a:lnSpc>
                        <a:buNone/>
                      </a:pPr>
                      <a:r>
                        <a:rPr lang="id-ID" sz="2000" dirty="0"/>
                        <a:t>0.82</a:t>
                      </a:r>
                      <a:endParaRPr lang="id-ID" sz="32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nchor="ctr"/>
                </a:tc>
                <a:extLst>
                  <a:ext uri="{0D108BD9-81ED-4DB2-BD59-A6C34878D82A}">
                    <a16:rowId xmlns:a16="http://schemas.microsoft.com/office/drawing/2014/main" val="2071363258"/>
                  </a:ext>
                </a:extLst>
              </a:tr>
              <a:tr h="918726">
                <a:tc>
                  <a:txBody>
                    <a:bodyPr/>
                    <a:lstStyle/>
                    <a:p>
                      <a:pPr algn="l">
                        <a:lnSpc>
                          <a:spcPct val="150000"/>
                        </a:lnSpc>
                        <a:buNone/>
                      </a:pPr>
                      <a:r>
                        <a:rPr lang="id-ID" sz="2000" dirty="0" err="1"/>
                        <a:t>Brier</a:t>
                      </a:r>
                      <a:r>
                        <a:rPr lang="id-ID" sz="2000" dirty="0"/>
                        <a:t> </a:t>
                      </a:r>
                      <a:r>
                        <a:rPr lang="id-ID" sz="2000" dirty="0" err="1"/>
                        <a:t>Score</a:t>
                      </a:r>
                      <a:endParaRPr lang="id-ID" sz="32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nchor="ctr"/>
                </a:tc>
                <a:tc>
                  <a:txBody>
                    <a:bodyPr/>
                    <a:lstStyle/>
                    <a:p>
                      <a:pPr algn="l">
                        <a:lnSpc>
                          <a:spcPct val="150000"/>
                        </a:lnSpc>
                        <a:buNone/>
                      </a:pPr>
                      <a:r>
                        <a:rPr lang="id-ID" sz="2000" dirty="0"/>
                        <a:t>0.076</a:t>
                      </a:r>
                      <a:endParaRPr lang="id-ID" sz="32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nchor="ctr"/>
                </a:tc>
                <a:tc>
                  <a:txBody>
                    <a:bodyPr/>
                    <a:lstStyle/>
                    <a:p>
                      <a:pPr algn="l">
                        <a:lnSpc>
                          <a:spcPct val="150000"/>
                        </a:lnSpc>
                        <a:buNone/>
                      </a:pPr>
                      <a:r>
                        <a:rPr lang="id-ID" sz="2000" dirty="0"/>
                        <a:t>0.081</a:t>
                      </a:r>
                      <a:endParaRPr lang="id-ID" sz="32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nchor="ctr"/>
                </a:tc>
                <a:extLst>
                  <a:ext uri="{0D108BD9-81ED-4DB2-BD59-A6C34878D82A}">
                    <a16:rowId xmlns:a16="http://schemas.microsoft.com/office/drawing/2014/main" val="1984725224"/>
                  </a:ext>
                </a:extLst>
              </a:tr>
              <a:tr h="918726">
                <a:tc>
                  <a:txBody>
                    <a:bodyPr/>
                    <a:lstStyle/>
                    <a:p>
                      <a:pPr algn="l">
                        <a:lnSpc>
                          <a:spcPct val="150000"/>
                        </a:lnSpc>
                        <a:buNone/>
                      </a:pPr>
                      <a:r>
                        <a:rPr lang="id-ID" sz="2000" dirty="0"/>
                        <a:t>Log-</a:t>
                      </a:r>
                      <a:r>
                        <a:rPr lang="id-ID" sz="2000" dirty="0" err="1"/>
                        <a:t>Loss</a:t>
                      </a:r>
                      <a:endParaRPr lang="id-ID" sz="32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nchor="ctr"/>
                </a:tc>
                <a:tc>
                  <a:txBody>
                    <a:bodyPr/>
                    <a:lstStyle/>
                    <a:p>
                      <a:pPr algn="l">
                        <a:lnSpc>
                          <a:spcPct val="150000"/>
                        </a:lnSpc>
                        <a:buNone/>
                      </a:pPr>
                      <a:r>
                        <a:rPr lang="id-ID" sz="2000" dirty="0"/>
                        <a:t>0.262</a:t>
                      </a:r>
                      <a:endParaRPr lang="id-ID" sz="32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nchor="ctr"/>
                </a:tc>
                <a:tc>
                  <a:txBody>
                    <a:bodyPr/>
                    <a:lstStyle/>
                    <a:p>
                      <a:pPr algn="l">
                        <a:lnSpc>
                          <a:spcPct val="150000"/>
                        </a:lnSpc>
                        <a:buNone/>
                      </a:pPr>
                      <a:r>
                        <a:rPr lang="id-ID" sz="2000" dirty="0"/>
                        <a:t>0.280</a:t>
                      </a:r>
                      <a:endParaRPr lang="id-ID" sz="32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nchor="ctr"/>
                </a:tc>
                <a:extLst>
                  <a:ext uri="{0D108BD9-81ED-4DB2-BD59-A6C34878D82A}">
                    <a16:rowId xmlns:a16="http://schemas.microsoft.com/office/drawing/2014/main" val="2696177661"/>
                  </a:ext>
                </a:extLst>
              </a:tr>
              <a:tr h="918726">
                <a:tc>
                  <a:txBody>
                    <a:bodyPr/>
                    <a:lstStyle/>
                    <a:p>
                      <a:pPr algn="l">
                        <a:lnSpc>
                          <a:spcPct val="150000"/>
                        </a:lnSpc>
                        <a:buNone/>
                      </a:pPr>
                      <a:r>
                        <a:rPr lang="id-ID" sz="2000" dirty="0"/>
                        <a:t>F1-Score</a:t>
                      </a:r>
                      <a:endParaRPr lang="id-ID" sz="32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nchor="ctr"/>
                </a:tc>
                <a:tc>
                  <a:txBody>
                    <a:bodyPr/>
                    <a:lstStyle/>
                    <a:p>
                      <a:pPr algn="l">
                        <a:lnSpc>
                          <a:spcPct val="150000"/>
                        </a:lnSpc>
                        <a:buNone/>
                      </a:pPr>
                      <a:r>
                        <a:rPr lang="id-ID" sz="2000" dirty="0"/>
                        <a:t>0.41</a:t>
                      </a:r>
                      <a:endParaRPr lang="id-ID" sz="32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nchor="ctr"/>
                </a:tc>
                <a:tc>
                  <a:txBody>
                    <a:bodyPr/>
                    <a:lstStyle/>
                    <a:p>
                      <a:pPr algn="l">
                        <a:lnSpc>
                          <a:spcPct val="150000"/>
                        </a:lnSpc>
                        <a:buNone/>
                      </a:pPr>
                      <a:r>
                        <a:rPr lang="id-ID" sz="2000" dirty="0"/>
                        <a:t>0.34</a:t>
                      </a:r>
                      <a:endParaRPr lang="id-ID" sz="32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nchor="ctr"/>
                </a:tc>
                <a:extLst>
                  <a:ext uri="{0D108BD9-81ED-4DB2-BD59-A6C34878D82A}">
                    <a16:rowId xmlns:a16="http://schemas.microsoft.com/office/drawing/2014/main" val="2214560729"/>
                  </a:ext>
                </a:extLst>
              </a:tr>
            </a:tbl>
          </a:graphicData>
        </a:graphic>
      </p:graphicFrame>
    </p:spTree>
    <p:extLst>
      <p:ext uri="{BB962C8B-B14F-4D97-AF65-F5344CB8AC3E}">
        <p14:creationId xmlns:p14="http://schemas.microsoft.com/office/powerpoint/2010/main" val="305470551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ampungan Kaki 4">
            <a:extLst>
              <a:ext uri="{FF2B5EF4-FFF2-40B4-BE49-F238E27FC236}">
                <a16:creationId xmlns:a16="http://schemas.microsoft.com/office/drawing/2014/main" id="{AA926C73-F226-914E-AC56-BF3172765F9F}"/>
              </a:ext>
            </a:extLst>
          </p:cNvPr>
          <p:cNvSpPr>
            <a:spLocks noGrp="1"/>
          </p:cNvSpPr>
          <p:nvPr>
            <p:ph type="ftr" sz="quarter" idx="3"/>
          </p:nvPr>
        </p:nvSpPr>
        <p:spPr>
          <a:xfrm>
            <a:off x="2540225" y="5898134"/>
            <a:ext cx="7111547" cy="365125"/>
          </a:xfrm>
        </p:spPr>
        <p:txBody>
          <a:bodyPr rtlCol="0"/>
          <a:lstStyle/>
          <a:p>
            <a:r>
              <a:rPr lang="en-GB" sz="1800" dirty="0" err="1"/>
              <a:t>Perbandingan</a:t>
            </a:r>
            <a:r>
              <a:rPr lang="en-GB" sz="1800" dirty="0"/>
              <a:t> Waktu </a:t>
            </a:r>
            <a:r>
              <a:rPr lang="en-GB" sz="1800" dirty="0" err="1"/>
              <a:t>Pelatihan</a:t>
            </a:r>
            <a:r>
              <a:rPr lang="en-GB" sz="1800" dirty="0"/>
              <a:t> </a:t>
            </a:r>
            <a:r>
              <a:rPr lang="en-GB" sz="1800" dirty="0" err="1"/>
              <a:t>Berdasarkan</a:t>
            </a:r>
            <a:r>
              <a:rPr lang="en-GB" sz="1800" dirty="0"/>
              <a:t> </a:t>
            </a:r>
            <a:r>
              <a:rPr lang="en-GB" sz="1800" dirty="0" err="1"/>
              <a:t>Kompleksitas</a:t>
            </a:r>
            <a:r>
              <a:rPr lang="en-GB" sz="1800" dirty="0"/>
              <a:t> </a:t>
            </a:r>
            <a:r>
              <a:rPr lang="en-GB" sz="1800" dirty="0" err="1"/>
              <a:t>Algoritma</a:t>
            </a:r>
            <a:endParaRPr lang="id-ID" sz="1800" dirty="0"/>
          </a:p>
        </p:txBody>
      </p:sp>
      <p:sp>
        <p:nvSpPr>
          <p:cNvPr id="7" name="Tampungan Nomor Slide 6">
            <a:extLst>
              <a:ext uri="{FF2B5EF4-FFF2-40B4-BE49-F238E27FC236}">
                <a16:creationId xmlns:a16="http://schemas.microsoft.com/office/drawing/2014/main" id="{50A86E01-62BB-5145-A6C3-515717DD327C}"/>
              </a:ext>
            </a:extLst>
          </p:cNvPr>
          <p:cNvSpPr>
            <a:spLocks noGrp="1"/>
          </p:cNvSpPr>
          <p:nvPr>
            <p:ph type="sldNum" sz="quarter" idx="4"/>
          </p:nvPr>
        </p:nvSpPr>
        <p:spPr/>
        <p:txBody>
          <a:bodyPr rtlCol="0"/>
          <a:lstStyle/>
          <a:p>
            <a:pPr rtl="0"/>
            <a:fld id="{294A09A9-5501-47C1-A89A-A340965A2BE2}" type="slidenum">
              <a:rPr lang="id-ID" smtClean="0"/>
              <a:pPr rtl="0"/>
              <a:t>14</a:t>
            </a:fld>
            <a:endParaRPr lang="id-ID" dirty="0"/>
          </a:p>
        </p:txBody>
      </p:sp>
      <p:graphicFrame>
        <p:nvGraphicFramePr>
          <p:cNvPr id="2" name="Table 1">
            <a:extLst>
              <a:ext uri="{FF2B5EF4-FFF2-40B4-BE49-F238E27FC236}">
                <a16:creationId xmlns:a16="http://schemas.microsoft.com/office/drawing/2014/main" id="{E0270C57-250C-74B1-382D-28C7945C44AD}"/>
              </a:ext>
            </a:extLst>
          </p:cNvPr>
          <p:cNvGraphicFramePr>
            <a:graphicFrameLocks noGrp="1"/>
          </p:cNvGraphicFramePr>
          <p:nvPr>
            <p:extLst>
              <p:ext uri="{D42A27DB-BD31-4B8C-83A1-F6EECF244321}">
                <p14:modId xmlns:p14="http://schemas.microsoft.com/office/powerpoint/2010/main" val="82005851"/>
              </p:ext>
            </p:extLst>
          </p:nvPr>
        </p:nvGraphicFramePr>
        <p:xfrm>
          <a:off x="1902785" y="594741"/>
          <a:ext cx="8386425" cy="4427157"/>
        </p:xfrm>
        <a:graphic>
          <a:graphicData uri="http://schemas.openxmlformats.org/drawingml/2006/table">
            <a:tbl>
              <a:tblPr firstRow="1" firstCol="1" bandRow="1">
                <a:tableStyleId>{5C22544A-7EE6-4342-B048-85BDC9FD1C3A}</a:tableStyleId>
              </a:tblPr>
              <a:tblGrid>
                <a:gridCol w="2059932">
                  <a:extLst>
                    <a:ext uri="{9D8B030D-6E8A-4147-A177-3AD203B41FA5}">
                      <a16:colId xmlns:a16="http://schemas.microsoft.com/office/drawing/2014/main" val="2844512845"/>
                    </a:ext>
                  </a:extLst>
                </a:gridCol>
                <a:gridCol w="2128320">
                  <a:extLst>
                    <a:ext uri="{9D8B030D-6E8A-4147-A177-3AD203B41FA5}">
                      <a16:colId xmlns:a16="http://schemas.microsoft.com/office/drawing/2014/main" val="3722874044"/>
                    </a:ext>
                  </a:extLst>
                </a:gridCol>
                <a:gridCol w="2276671">
                  <a:extLst>
                    <a:ext uri="{9D8B030D-6E8A-4147-A177-3AD203B41FA5}">
                      <a16:colId xmlns:a16="http://schemas.microsoft.com/office/drawing/2014/main" val="315031148"/>
                    </a:ext>
                  </a:extLst>
                </a:gridCol>
                <a:gridCol w="1921502">
                  <a:extLst>
                    <a:ext uri="{9D8B030D-6E8A-4147-A177-3AD203B41FA5}">
                      <a16:colId xmlns:a16="http://schemas.microsoft.com/office/drawing/2014/main" val="1944144145"/>
                    </a:ext>
                  </a:extLst>
                </a:gridCol>
              </a:tblGrid>
              <a:tr h="256792">
                <a:tc>
                  <a:txBody>
                    <a:bodyPr/>
                    <a:lstStyle/>
                    <a:p>
                      <a:pPr algn="l">
                        <a:lnSpc>
                          <a:spcPct val="115000"/>
                        </a:lnSpc>
                        <a:buNone/>
                      </a:pPr>
                      <a:r>
                        <a:rPr lang="id-ID" sz="2000" kern="0">
                          <a:effectLst/>
                        </a:rPr>
                        <a:t>Tingkat Kompleksitas</a:t>
                      </a:r>
                      <a:endParaRPr lang="id-ID" sz="20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nchor="ctr"/>
                </a:tc>
                <a:tc>
                  <a:txBody>
                    <a:bodyPr/>
                    <a:lstStyle/>
                    <a:p>
                      <a:pPr algn="l">
                        <a:lnSpc>
                          <a:spcPct val="115000"/>
                        </a:lnSpc>
                        <a:buNone/>
                      </a:pPr>
                      <a:r>
                        <a:rPr lang="id-ID" sz="2000" kern="0">
                          <a:effectLst/>
                        </a:rPr>
                        <a:t>Model/Algoritma</a:t>
                      </a:r>
                      <a:endParaRPr lang="id-ID" sz="20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nchor="ctr"/>
                </a:tc>
                <a:tc>
                  <a:txBody>
                    <a:bodyPr/>
                    <a:lstStyle/>
                    <a:p>
                      <a:pPr algn="l">
                        <a:lnSpc>
                          <a:spcPct val="115000"/>
                        </a:lnSpc>
                        <a:buNone/>
                      </a:pPr>
                      <a:r>
                        <a:rPr lang="id-ID" sz="2000" kern="0">
                          <a:effectLst/>
                        </a:rPr>
                        <a:t>Dataset</a:t>
                      </a:r>
                      <a:endParaRPr lang="id-ID" sz="20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nchor="ctr"/>
                </a:tc>
                <a:tc>
                  <a:txBody>
                    <a:bodyPr/>
                    <a:lstStyle/>
                    <a:p>
                      <a:pPr algn="l">
                        <a:lnSpc>
                          <a:spcPct val="115000"/>
                        </a:lnSpc>
                        <a:buNone/>
                      </a:pPr>
                      <a:r>
                        <a:rPr lang="id-ID" sz="2000" kern="0">
                          <a:effectLst/>
                        </a:rPr>
                        <a:t>Waktu Pelatihan</a:t>
                      </a:r>
                      <a:endParaRPr lang="id-ID" sz="20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nchor="ctr"/>
                </a:tc>
                <a:extLst>
                  <a:ext uri="{0D108BD9-81ED-4DB2-BD59-A6C34878D82A}">
                    <a16:rowId xmlns:a16="http://schemas.microsoft.com/office/drawing/2014/main" val="4186641642"/>
                  </a:ext>
                </a:extLst>
              </a:tr>
              <a:tr h="0">
                <a:tc>
                  <a:txBody>
                    <a:bodyPr/>
                    <a:lstStyle/>
                    <a:p>
                      <a:pPr algn="l">
                        <a:lnSpc>
                          <a:spcPct val="115000"/>
                        </a:lnSpc>
                        <a:buNone/>
                      </a:pPr>
                      <a:r>
                        <a:rPr lang="en-GB" sz="2000" kern="100" dirty="0" err="1">
                          <a:solidFill>
                            <a:schemeClr val="bg1"/>
                          </a:solidFill>
                          <a:effectLst/>
                          <a:latin typeface="+mn-lt"/>
                          <a:ea typeface="Calibri" panose="020F0502020204030204" pitchFamily="34" charset="0"/>
                          <a:cs typeface="Arial" panose="020B0604020202020204" pitchFamily="34" charset="0"/>
                        </a:rPr>
                        <a:t>Rendah</a:t>
                      </a:r>
                      <a:endParaRPr lang="id-ID" sz="2000" kern="100" dirty="0">
                        <a:solidFill>
                          <a:schemeClr val="bg1"/>
                        </a:solidFill>
                        <a:effectLst/>
                        <a:latin typeface="+mn-lt"/>
                        <a:ea typeface="Calibri" panose="020F0502020204030204" pitchFamily="34" charset="0"/>
                        <a:cs typeface="Arial" panose="020B0604020202020204" pitchFamily="34" charset="0"/>
                      </a:endParaRPr>
                    </a:p>
                  </a:txBody>
                  <a:tcPr marL="68580" marR="68580" marT="0" marB="0" anchor="ctr"/>
                </a:tc>
                <a:tc>
                  <a:txBody>
                    <a:bodyPr/>
                    <a:lstStyle/>
                    <a:p>
                      <a:pPr algn="l">
                        <a:lnSpc>
                          <a:spcPct val="115000"/>
                        </a:lnSpc>
                        <a:buNone/>
                      </a:pPr>
                      <a:r>
                        <a:rPr lang="en-GB" sz="2000" kern="100" dirty="0">
                          <a:solidFill>
                            <a:schemeClr val="tx1"/>
                          </a:solidFill>
                          <a:effectLst/>
                          <a:latin typeface="+mn-lt"/>
                          <a:ea typeface="Calibri" panose="020F0502020204030204" pitchFamily="34" charset="0"/>
                          <a:cs typeface="Arial" panose="020B0604020202020204" pitchFamily="34" charset="0"/>
                        </a:rPr>
                        <a:t>SVM</a:t>
                      </a:r>
                      <a:endParaRPr lang="id-ID" sz="2000" kern="100" dirty="0">
                        <a:solidFill>
                          <a:schemeClr val="tx1"/>
                        </a:solidFill>
                        <a:effectLst/>
                        <a:latin typeface="+mn-lt"/>
                        <a:ea typeface="Calibri" panose="020F0502020204030204" pitchFamily="34" charset="0"/>
                        <a:cs typeface="Arial" panose="020B0604020202020204" pitchFamily="34" charset="0"/>
                      </a:endParaRPr>
                    </a:p>
                  </a:txBody>
                  <a:tcPr marL="68580" marR="68580" marT="0" marB="0" anchor="ctr"/>
                </a:tc>
                <a:tc>
                  <a:txBody>
                    <a:bodyPr/>
                    <a:lstStyle/>
                    <a:p>
                      <a:pPr algn="l">
                        <a:lnSpc>
                          <a:spcPct val="115000"/>
                        </a:lnSpc>
                        <a:buNone/>
                      </a:pPr>
                      <a:r>
                        <a:rPr lang="id-ID" sz="2000" kern="100" dirty="0">
                          <a:solidFill>
                            <a:schemeClr val="tx1"/>
                          </a:solidFill>
                          <a:effectLst/>
                          <a:latin typeface="+mn-lt"/>
                          <a:ea typeface="Calibri" panose="020F0502020204030204" pitchFamily="34" charset="0"/>
                          <a:cs typeface="Arial" panose="020B0604020202020204" pitchFamily="34" charset="0"/>
                        </a:rPr>
                        <a:t>Gabungan (e.g., MNIST: 70.000 data)</a:t>
                      </a:r>
                    </a:p>
                  </a:txBody>
                  <a:tcPr marL="68580" marR="68580" marT="0" marB="0" anchor="ctr"/>
                </a:tc>
                <a:tc>
                  <a:txBody>
                    <a:bodyPr/>
                    <a:lstStyle/>
                    <a:p>
                      <a:pPr algn="l">
                        <a:lnSpc>
                          <a:spcPct val="115000"/>
                        </a:lnSpc>
                        <a:buNone/>
                      </a:pPr>
                      <a:r>
                        <a:rPr lang="id-ID" sz="2000" kern="100" dirty="0">
                          <a:solidFill>
                            <a:schemeClr val="tx1"/>
                          </a:solidFill>
                          <a:effectLst/>
                          <a:latin typeface="+mn-lt"/>
                          <a:ea typeface="Calibri" panose="020F0502020204030204" pitchFamily="34" charset="0"/>
                          <a:cs typeface="Arial" panose="020B0604020202020204" pitchFamily="34" charset="0"/>
                        </a:rPr>
                        <a:t>20,5 detik</a:t>
                      </a:r>
                    </a:p>
                  </a:txBody>
                  <a:tcPr marL="68580" marR="68580" marT="0" marB="0" anchor="ctr"/>
                </a:tc>
                <a:extLst>
                  <a:ext uri="{0D108BD9-81ED-4DB2-BD59-A6C34878D82A}">
                    <a16:rowId xmlns:a16="http://schemas.microsoft.com/office/drawing/2014/main" val="1545945217"/>
                  </a:ext>
                </a:extLst>
              </a:tr>
              <a:tr h="0">
                <a:tc>
                  <a:txBody>
                    <a:bodyPr/>
                    <a:lstStyle/>
                    <a:p>
                      <a:pPr algn="l">
                        <a:lnSpc>
                          <a:spcPct val="115000"/>
                        </a:lnSpc>
                        <a:buNone/>
                      </a:pPr>
                      <a:r>
                        <a:rPr lang="id-ID" sz="2000" kern="0" dirty="0">
                          <a:effectLst/>
                        </a:rPr>
                        <a:t>Menengah</a:t>
                      </a:r>
                      <a:endParaRPr lang="id-ID" sz="20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nchor="ctr"/>
                </a:tc>
                <a:tc>
                  <a:txBody>
                    <a:bodyPr/>
                    <a:lstStyle/>
                    <a:p>
                      <a:pPr algn="l">
                        <a:lnSpc>
                          <a:spcPct val="115000"/>
                        </a:lnSpc>
                        <a:buNone/>
                      </a:pPr>
                      <a:r>
                        <a:rPr lang="id-ID" sz="2000" kern="0" dirty="0" err="1">
                          <a:effectLst/>
                        </a:rPr>
                        <a:t>XGBoost</a:t>
                      </a:r>
                      <a:endParaRPr lang="id-ID" sz="20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nchor="ctr"/>
                </a:tc>
                <a:tc>
                  <a:txBody>
                    <a:bodyPr/>
                    <a:lstStyle/>
                    <a:p>
                      <a:pPr algn="l">
                        <a:lnSpc>
                          <a:spcPct val="115000"/>
                        </a:lnSpc>
                        <a:buNone/>
                      </a:pPr>
                      <a:r>
                        <a:rPr lang="id-ID" sz="2000" kern="0" dirty="0">
                          <a:effectLst/>
                        </a:rPr>
                        <a:t>Lalu Lintas (~2,8 juta data)</a:t>
                      </a:r>
                      <a:endParaRPr lang="id-ID" sz="20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nchor="ctr"/>
                </a:tc>
                <a:tc>
                  <a:txBody>
                    <a:bodyPr/>
                    <a:lstStyle/>
                    <a:p>
                      <a:pPr algn="l">
                        <a:lnSpc>
                          <a:spcPct val="115000"/>
                        </a:lnSpc>
                        <a:buNone/>
                      </a:pPr>
                      <a:r>
                        <a:rPr lang="id-ID" sz="2000" kern="0" dirty="0">
                          <a:effectLst/>
                        </a:rPr>
                        <a:t>60 menit</a:t>
                      </a:r>
                      <a:endParaRPr lang="id-ID" sz="20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nchor="ctr"/>
                </a:tc>
                <a:extLst>
                  <a:ext uri="{0D108BD9-81ED-4DB2-BD59-A6C34878D82A}">
                    <a16:rowId xmlns:a16="http://schemas.microsoft.com/office/drawing/2014/main" val="3676983908"/>
                  </a:ext>
                </a:extLst>
              </a:tr>
              <a:tr h="0">
                <a:tc>
                  <a:txBody>
                    <a:bodyPr/>
                    <a:lstStyle/>
                    <a:p>
                      <a:pPr algn="l">
                        <a:lnSpc>
                          <a:spcPct val="115000"/>
                        </a:lnSpc>
                        <a:buNone/>
                      </a:pPr>
                      <a:r>
                        <a:rPr lang="id-ID" sz="2000" kern="0" dirty="0">
                          <a:effectLst/>
                        </a:rPr>
                        <a:t>Tinggi</a:t>
                      </a:r>
                      <a:endParaRPr lang="id-ID" sz="20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nchor="ctr"/>
                </a:tc>
                <a:tc>
                  <a:txBody>
                    <a:bodyPr/>
                    <a:lstStyle/>
                    <a:p>
                      <a:pPr algn="l">
                        <a:lnSpc>
                          <a:spcPct val="115000"/>
                        </a:lnSpc>
                        <a:buNone/>
                      </a:pPr>
                      <a:r>
                        <a:rPr lang="id-ID" sz="2000" kern="0">
                          <a:effectLst/>
                        </a:rPr>
                        <a:t>Neural Network (Sederhana/MLP)</a:t>
                      </a:r>
                      <a:endParaRPr lang="id-ID" sz="20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nchor="ctr"/>
                </a:tc>
                <a:tc>
                  <a:txBody>
                    <a:bodyPr/>
                    <a:lstStyle/>
                    <a:p>
                      <a:pPr algn="l">
                        <a:lnSpc>
                          <a:spcPct val="115000"/>
                        </a:lnSpc>
                        <a:buNone/>
                      </a:pPr>
                      <a:r>
                        <a:rPr lang="id-ID" sz="2000" kern="0" dirty="0">
                          <a:effectLst/>
                        </a:rPr>
                        <a:t>Gabungan (e.g., MNIST: 70.000 data)</a:t>
                      </a:r>
                      <a:endParaRPr lang="id-ID" sz="20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nchor="ctr"/>
                </a:tc>
                <a:tc>
                  <a:txBody>
                    <a:bodyPr/>
                    <a:lstStyle/>
                    <a:p>
                      <a:pPr algn="l">
                        <a:lnSpc>
                          <a:spcPct val="115000"/>
                        </a:lnSpc>
                        <a:buNone/>
                      </a:pPr>
                      <a:r>
                        <a:rPr lang="id-ID" sz="2000" kern="0" dirty="0">
                          <a:effectLst/>
                        </a:rPr>
                        <a:t>100,8 detik</a:t>
                      </a:r>
                      <a:endParaRPr lang="id-ID" sz="20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nchor="ctr"/>
                </a:tc>
                <a:extLst>
                  <a:ext uri="{0D108BD9-81ED-4DB2-BD59-A6C34878D82A}">
                    <a16:rowId xmlns:a16="http://schemas.microsoft.com/office/drawing/2014/main" val="1082156077"/>
                  </a:ext>
                </a:extLst>
              </a:tr>
              <a:tr h="0">
                <a:tc>
                  <a:txBody>
                    <a:bodyPr/>
                    <a:lstStyle/>
                    <a:p>
                      <a:pPr algn="l">
                        <a:lnSpc>
                          <a:spcPct val="115000"/>
                        </a:lnSpc>
                        <a:buNone/>
                      </a:pPr>
                      <a:r>
                        <a:rPr lang="id-ID" sz="2000" kern="0" dirty="0">
                          <a:effectLst/>
                        </a:rPr>
                        <a:t>Tinggi</a:t>
                      </a:r>
                      <a:endParaRPr lang="id-ID" sz="20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nchor="ctr"/>
                </a:tc>
                <a:tc>
                  <a:txBody>
                    <a:bodyPr/>
                    <a:lstStyle/>
                    <a:p>
                      <a:pPr algn="l">
                        <a:lnSpc>
                          <a:spcPct val="115000"/>
                        </a:lnSpc>
                        <a:buNone/>
                      </a:pPr>
                      <a:r>
                        <a:rPr lang="id-ID" sz="1800" i="1" kern="1200" dirty="0" err="1">
                          <a:solidFill>
                            <a:schemeClr val="dk1"/>
                          </a:solidFill>
                          <a:effectLst/>
                          <a:latin typeface="+mn-lt"/>
                          <a:ea typeface="+mn-ea"/>
                          <a:cs typeface="+mn-cs"/>
                        </a:rPr>
                        <a:t>Feed-Forward</a:t>
                      </a:r>
                      <a:r>
                        <a:rPr lang="id-ID" sz="1800" kern="1200" dirty="0">
                          <a:solidFill>
                            <a:schemeClr val="dk1"/>
                          </a:solidFill>
                          <a:effectLst/>
                          <a:latin typeface="+mn-lt"/>
                          <a:ea typeface="+mn-ea"/>
                          <a:cs typeface="+mn-cs"/>
                        </a:rPr>
                        <a:t> NN</a:t>
                      </a:r>
                      <a:endParaRPr lang="id-ID" sz="20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nchor="ctr"/>
                </a:tc>
                <a:tc>
                  <a:txBody>
                    <a:bodyPr/>
                    <a:lstStyle/>
                    <a:p>
                      <a:pPr marL="0" marR="0" lvl="0" indent="0" algn="l" defTabSz="914400" rtl="0" eaLnBrk="1" fontAlgn="auto" latinLnBrk="0" hangingPunct="1">
                        <a:lnSpc>
                          <a:spcPct val="115000"/>
                        </a:lnSpc>
                        <a:spcBef>
                          <a:spcPts val="0"/>
                        </a:spcBef>
                        <a:spcAft>
                          <a:spcPts val="0"/>
                        </a:spcAft>
                        <a:buClrTx/>
                        <a:buSzTx/>
                        <a:buFontTx/>
                        <a:buNone/>
                        <a:tabLst/>
                        <a:defRPr/>
                      </a:pPr>
                      <a:r>
                        <a:rPr lang="id-ID" sz="2000" kern="0" dirty="0">
                          <a:effectLst/>
                        </a:rPr>
                        <a:t>Lalu Lintas (~2,8 juta data)</a:t>
                      </a:r>
                      <a:endParaRPr lang="id-ID" sz="20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p>
                      <a:pPr algn="l">
                        <a:lnSpc>
                          <a:spcPct val="115000"/>
                        </a:lnSpc>
                        <a:buNone/>
                      </a:pPr>
                      <a:endParaRPr lang="id-ID" sz="20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nchor="ctr"/>
                </a:tc>
                <a:tc>
                  <a:txBody>
                    <a:bodyPr/>
                    <a:lstStyle/>
                    <a:p>
                      <a:pPr algn="l">
                        <a:lnSpc>
                          <a:spcPct val="115000"/>
                        </a:lnSpc>
                        <a:buNone/>
                      </a:pPr>
                      <a:r>
                        <a:rPr lang="id-ID" sz="1800" kern="1200" dirty="0">
                          <a:solidFill>
                            <a:schemeClr val="dk1"/>
                          </a:solidFill>
                          <a:effectLst/>
                          <a:latin typeface="+mn-lt"/>
                          <a:ea typeface="+mn-ea"/>
                          <a:cs typeface="+mn-cs"/>
                        </a:rPr>
                        <a:t>120 menit</a:t>
                      </a:r>
                      <a:endParaRPr lang="id-ID" sz="20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nchor="ctr"/>
                </a:tc>
                <a:extLst>
                  <a:ext uri="{0D108BD9-81ED-4DB2-BD59-A6C34878D82A}">
                    <a16:rowId xmlns:a16="http://schemas.microsoft.com/office/drawing/2014/main" val="4038852234"/>
                  </a:ext>
                </a:extLst>
              </a:tr>
            </a:tbl>
          </a:graphicData>
        </a:graphic>
      </p:graphicFrame>
    </p:spTree>
    <p:extLst>
      <p:ext uri="{BB962C8B-B14F-4D97-AF65-F5344CB8AC3E}">
        <p14:creationId xmlns:p14="http://schemas.microsoft.com/office/powerpoint/2010/main" val="152738693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25894A-7AE7-DEEF-9B80-95B7232A8908}"/>
            </a:ext>
          </a:extLst>
        </p:cNvPr>
        <p:cNvGrpSpPr/>
        <p:nvPr/>
      </p:nvGrpSpPr>
      <p:grpSpPr>
        <a:xfrm>
          <a:off x="0" y="0"/>
          <a:ext cx="0" cy="0"/>
          <a:chOff x="0" y="0"/>
          <a:chExt cx="0" cy="0"/>
        </a:xfrm>
      </p:grpSpPr>
      <p:sp>
        <p:nvSpPr>
          <p:cNvPr id="2" name="Judul 1">
            <a:extLst>
              <a:ext uri="{FF2B5EF4-FFF2-40B4-BE49-F238E27FC236}">
                <a16:creationId xmlns:a16="http://schemas.microsoft.com/office/drawing/2014/main" id="{EA3275D5-66AA-9844-925A-0F41C48B0742}"/>
              </a:ext>
            </a:extLst>
          </p:cNvPr>
          <p:cNvSpPr>
            <a:spLocks noGrp="1"/>
          </p:cNvSpPr>
          <p:nvPr>
            <p:ph type="title"/>
          </p:nvPr>
        </p:nvSpPr>
        <p:spPr>
          <a:xfrm>
            <a:off x="1167492" y="381000"/>
            <a:ext cx="9779183" cy="1325563"/>
          </a:xfrm>
        </p:spPr>
        <p:txBody>
          <a:bodyPr rtlCol="0"/>
          <a:lstStyle/>
          <a:p>
            <a:pPr rtl="0"/>
            <a:r>
              <a:rPr lang="en-GB" dirty="0"/>
              <a:t>Latar </a:t>
            </a:r>
            <a:r>
              <a:rPr lang="en-GB" dirty="0" err="1"/>
              <a:t>Belakang</a:t>
            </a:r>
            <a:endParaRPr lang="id-ID" dirty="0"/>
          </a:p>
        </p:txBody>
      </p:sp>
      <p:sp>
        <p:nvSpPr>
          <p:cNvPr id="3" name="Tampungan Konten 2">
            <a:extLst>
              <a:ext uri="{FF2B5EF4-FFF2-40B4-BE49-F238E27FC236}">
                <a16:creationId xmlns:a16="http://schemas.microsoft.com/office/drawing/2014/main" id="{1640C7E4-EC9A-FAD8-41A0-5772A8038442}"/>
              </a:ext>
            </a:extLst>
          </p:cNvPr>
          <p:cNvSpPr>
            <a:spLocks noGrp="1"/>
          </p:cNvSpPr>
          <p:nvPr>
            <p:ph idx="1"/>
          </p:nvPr>
        </p:nvSpPr>
        <p:spPr>
          <a:xfrm>
            <a:off x="1167493" y="2017467"/>
            <a:ext cx="9779182" cy="3526990"/>
          </a:xfrm>
        </p:spPr>
        <p:txBody>
          <a:bodyPr vert="horz" lIns="91440" tIns="45720" rIns="91440" bIns="45720" rtlCol="0" anchor="t">
            <a:normAutofit/>
          </a:bodyPr>
          <a:lstStyle/>
          <a:p>
            <a:pPr marL="342900" indent="-342900">
              <a:buFont typeface="Arial" panose="020B0604020202020204" pitchFamily="34" charset="0"/>
              <a:buChar char="•"/>
            </a:pPr>
            <a:r>
              <a:rPr lang="en-GB" sz="2400" i="1" dirty="0"/>
              <a:t>Model yang </a:t>
            </a:r>
            <a:r>
              <a:rPr lang="en-GB" sz="2400" i="1" dirty="0" err="1"/>
              <a:t>memiliki</a:t>
            </a:r>
            <a:r>
              <a:rPr lang="en-GB" sz="2400" i="1" dirty="0"/>
              <a:t> </a:t>
            </a:r>
            <a:r>
              <a:rPr lang="en-GB" sz="2400" i="1" dirty="0" err="1"/>
              <a:t>kinerja</a:t>
            </a:r>
            <a:r>
              <a:rPr lang="en-GB" sz="2400" i="1" dirty="0"/>
              <a:t> </a:t>
            </a:r>
            <a:r>
              <a:rPr lang="en-GB" sz="2400" i="1" dirty="0" err="1"/>
              <a:t>tinggi</a:t>
            </a:r>
            <a:endParaRPr lang="en-GB" sz="2400" i="1" dirty="0"/>
          </a:p>
          <a:p>
            <a:pPr marL="342900" indent="-342900">
              <a:buFont typeface="Arial" panose="020B0604020202020204" pitchFamily="34" charset="0"/>
              <a:buChar char="•"/>
            </a:pPr>
            <a:r>
              <a:rPr lang="en-GB" sz="2400" i="1" dirty="0"/>
              <a:t>Model yang </a:t>
            </a:r>
            <a:r>
              <a:rPr lang="en-GB" sz="2400" i="1" dirty="0" err="1"/>
              <a:t>efesien</a:t>
            </a:r>
            <a:r>
              <a:rPr lang="en-GB" sz="2400" i="1" dirty="0"/>
              <a:t> (</a:t>
            </a:r>
            <a:r>
              <a:rPr lang="en-GB" sz="2400" i="1" dirty="0" err="1"/>
              <a:t>cepat</a:t>
            </a:r>
            <a:r>
              <a:rPr lang="en-GB" sz="2400" i="1" dirty="0"/>
              <a:t>) </a:t>
            </a:r>
            <a:r>
              <a:rPr lang="en-GB" sz="2400" i="1" dirty="0" err="1"/>
              <a:t>dalam</a:t>
            </a:r>
            <a:r>
              <a:rPr lang="en-GB" sz="2400" i="1" dirty="0"/>
              <a:t> </a:t>
            </a:r>
            <a:r>
              <a:rPr lang="en-GB" sz="2400" i="1" dirty="0" err="1"/>
              <a:t>komputasi</a:t>
            </a:r>
            <a:endParaRPr lang="en-GB" sz="2400" i="1" dirty="0"/>
          </a:p>
        </p:txBody>
      </p:sp>
      <p:sp>
        <p:nvSpPr>
          <p:cNvPr id="4" name="Tampungan Tanggal 3">
            <a:extLst>
              <a:ext uri="{FF2B5EF4-FFF2-40B4-BE49-F238E27FC236}">
                <a16:creationId xmlns:a16="http://schemas.microsoft.com/office/drawing/2014/main" id="{FADBDE49-B219-677E-E236-475197A95438}"/>
              </a:ext>
            </a:extLst>
          </p:cNvPr>
          <p:cNvSpPr>
            <a:spLocks noGrp="1"/>
          </p:cNvSpPr>
          <p:nvPr>
            <p:ph type="dt" sz="half" idx="2"/>
          </p:nvPr>
        </p:nvSpPr>
        <p:spPr>
          <a:xfrm>
            <a:off x="381000" y="6356350"/>
            <a:ext cx="2743200" cy="365125"/>
          </a:xfrm>
        </p:spPr>
        <p:txBody>
          <a:bodyPr rtlCol="0"/>
          <a:lstStyle/>
          <a:p>
            <a:pPr rtl="0"/>
            <a:fld id="{70C69C4D-CAFD-4E0E-94E0-4B1709D96441}" type="datetime1">
              <a:rPr lang="id-ID" smtClean="0"/>
              <a:t>24/11/2025</a:t>
            </a:fld>
            <a:endParaRPr lang="id-ID"/>
          </a:p>
        </p:txBody>
      </p:sp>
      <p:sp>
        <p:nvSpPr>
          <p:cNvPr id="6" name="Tampungan Nomor Slide 5">
            <a:extLst>
              <a:ext uri="{FF2B5EF4-FFF2-40B4-BE49-F238E27FC236}">
                <a16:creationId xmlns:a16="http://schemas.microsoft.com/office/drawing/2014/main" id="{7288D8D5-14D9-D57C-2106-F6935C6103F3}"/>
              </a:ext>
            </a:extLst>
          </p:cNvPr>
          <p:cNvSpPr>
            <a:spLocks noGrp="1"/>
          </p:cNvSpPr>
          <p:nvPr>
            <p:ph type="sldNum" sz="quarter" idx="4"/>
          </p:nvPr>
        </p:nvSpPr>
        <p:spPr>
          <a:xfrm>
            <a:off x="10153276" y="6356350"/>
            <a:ext cx="1657723" cy="365125"/>
          </a:xfrm>
        </p:spPr>
        <p:txBody>
          <a:bodyPr rtlCol="0"/>
          <a:lstStyle/>
          <a:p>
            <a:pPr rtl="0"/>
            <a:fld id="{294A09A9-5501-47C1-A89A-A340965A2BE2}" type="slidenum">
              <a:rPr lang="id-ID" smtClean="0"/>
              <a:pPr rtl="0"/>
              <a:t>15</a:t>
            </a:fld>
            <a:endParaRPr lang="id-ID"/>
          </a:p>
        </p:txBody>
      </p:sp>
    </p:spTree>
    <p:extLst>
      <p:ext uri="{BB962C8B-B14F-4D97-AF65-F5344CB8AC3E}">
        <p14:creationId xmlns:p14="http://schemas.microsoft.com/office/powerpoint/2010/main" val="29228715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F37722-0FB2-56E5-400C-761ED07F5A46}"/>
            </a:ext>
          </a:extLst>
        </p:cNvPr>
        <p:cNvGrpSpPr/>
        <p:nvPr/>
      </p:nvGrpSpPr>
      <p:grpSpPr>
        <a:xfrm>
          <a:off x="0" y="0"/>
          <a:ext cx="0" cy="0"/>
          <a:chOff x="0" y="0"/>
          <a:chExt cx="0" cy="0"/>
        </a:xfrm>
      </p:grpSpPr>
      <p:sp>
        <p:nvSpPr>
          <p:cNvPr id="2" name="Judul 1">
            <a:extLst>
              <a:ext uri="{FF2B5EF4-FFF2-40B4-BE49-F238E27FC236}">
                <a16:creationId xmlns:a16="http://schemas.microsoft.com/office/drawing/2014/main" id="{A619D100-D96D-6AE5-3A4E-1EA14DB38D9D}"/>
              </a:ext>
            </a:extLst>
          </p:cNvPr>
          <p:cNvSpPr>
            <a:spLocks noGrp="1"/>
          </p:cNvSpPr>
          <p:nvPr>
            <p:ph type="title"/>
          </p:nvPr>
        </p:nvSpPr>
        <p:spPr>
          <a:xfrm>
            <a:off x="1167492" y="381000"/>
            <a:ext cx="9779183" cy="1325563"/>
          </a:xfrm>
        </p:spPr>
        <p:txBody>
          <a:bodyPr rtlCol="0"/>
          <a:lstStyle/>
          <a:p>
            <a:pPr rtl="0"/>
            <a:r>
              <a:rPr lang="en-GB" dirty="0"/>
              <a:t>Latar </a:t>
            </a:r>
            <a:r>
              <a:rPr lang="en-GB" dirty="0" err="1"/>
              <a:t>Belakang</a:t>
            </a:r>
            <a:endParaRPr lang="id-ID" dirty="0"/>
          </a:p>
        </p:txBody>
      </p:sp>
      <p:sp>
        <p:nvSpPr>
          <p:cNvPr id="3" name="Tampungan Konten 2">
            <a:extLst>
              <a:ext uri="{FF2B5EF4-FFF2-40B4-BE49-F238E27FC236}">
                <a16:creationId xmlns:a16="http://schemas.microsoft.com/office/drawing/2014/main" id="{8ED5D53E-C8C7-1DFB-CA32-176FD12653CC}"/>
              </a:ext>
            </a:extLst>
          </p:cNvPr>
          <p:cNvSpPr>
            <a:spLocks noGrp="1"/>
          </p:cNvSpPr>
          <p:nvPr>
            <p:ph idx="1"/>
          </p:nvPr>
        </p:nvSpPr>
        <p:spPr>
          <a:xfrm>
            <a:off x="1167493" y="2017467"/>
            <a:ext cx="9779182" cy="3526990"/>
          </a:xfrm>
        </p:spPr>
        <p:txBody>
          <a:bodyPr vert="horz" lIns="91440" tIns="45720" rIns="91440" bIns="45720" rtlCol="0" anchor="t">
            <a:normAutofit/>
          </a:bodyPr>
          <a:lstStyle/>
          <a:p>
            <a:pPr marL="342900" indent="-342900">
              <a:buFont typeface="Arial" panose="020B0604020202020204" pitchFamily="34" charset="0"/>
              <a:buChar char="•"/>
            </a:pPr>
            <a:r>
              <a:rPr lang="en-GB" sz="2400" i="1" dirty="0"/>
              <a:t>Light Gradient Boosting Machine.</a:t>
            </a:r>
          </a:p>
          <a:p>
            <a:pPr marL="342900" indent="-342900">
              <a:buFont typeface="Arial" panose="020B0604020202020204" pitchFamily="34" charset="0"/>
              <a:buChar char="•"/>
            </a:pPr>
            <a:r>
              <a:rPr lang="en-GB" sz="2400" i="1" dirty="0" err="1"/>
              <a:t>Mempertahankan</a:t>
            </a:r>
            <a:r>
              <a:rPr lang="en-GB" sz="2400" i="1" dirty="0"/>
              <a:t> </a:t>
            </a:r>
            <a:r>
              <a:rPr lang="en-GB" sz="2400" i="1" dirty="0" err="1"/>
              <a:t>akurasi</a:t>
            </a:r>
            <a:r>
              <a:rPr lang="en-GB" sz="2400" i="1" dirty="0"/>
              <a:t> </a:t>
            </a:r>
            <a:r>
              <a:rPr lang="en-GB" sz="2400" i="1" dirty="0" err="1"/>
              <a:t>seperti</a:t>
            </a:r>
            <a:r>
              <a:rPr lang="en-GB" sz="2400" i="1" dirty="0"/>
              <a:t> model </a:t>
            </a:r>
            <a:r>
              <a:rPr lang="en-GB" sz="2400" i="1" dirty="0" err="1"/>
              <a:t>kompleks</a:t>
            </a:r>
            <a:r>
              <a:rPr lang="en-GB" sz="2400" i="1" dirty="0"/>
              <a:t> dan non-linear lain.</a:t>
            </a:r>
          </a:p>
          <a:p>
            <a:pPr marL="342900" indent="-342900">
              <a:buFont typeface="Arial" panose="020B0604020202020204" pitchFamily="34" charset="0"/>
              <a:buChar char="•"/>
            </a:pPr>
            <a:r>
              <a:rPr lang="en-GB" sz="2400" i="1" dirty="0" err="1"/>
              <a:t>Meningkatkan</a:t>
            </a:r>
            <a:r>
              <a:rPr lang="en-GB" sz="2400" i="1" dirty="0"/>
              <a:t> </a:t>
            </a:r>
            <a:r>
              <a:rPr lang="en-GB" sz="2400" i="1" dirty="0" err="1"/>
              <a:t>efesiensi</a:t>
            </a:r>
            <a:r>
              <a:rPr lang="en-GB" sz="2400" i="1" dirty="0"/>
              <a:t> </a:t>
            </a:r>
            <a:r>
              <a:rPr lang="en-GB" sz="2400" i="1" dirty="0" err="1"/>
              <a:t>komputasi</a:t>
            </a:r>
            <a:r>
              <a:rPr lang="en-GB" sz="2400" i="1" dirty="0"/>
              <a:t> </a:t>
            </a:r>
            <a:r>
              <a:rPr lang="en-GB" sz="2400" i="1" dirty="0" err="1"/>
              <a:t>dengan</a:t>
            </a:r>
            <a:r>
              <a:rPr lang="en-GB" sz="2400" i="1" dirty="0"/>
              <a:t> sangat </a:t>
            </a:r>
            <a:r>
              <a:rPr lang="en-GB" sz="2400" i="1" dirty="0" err="1"/>
              <a:t>baik</a:t>
            </a:r>
            <a:r>
              <a:rPr lang="en-GB" sz="2400" i="1" dirty="0"/>
              <a:t>.</a:t>
            </a:r>
          </a:p>
        </p:txBody>
      </p:sp>
      <p:sp>
        <p:nvSpPr>
          <p:cNvPr id="4" name="Tampungan Tanggal 3">
            <a:extLst>
              <a:ext uri="{FF2B5EF4-FFF2-40B4-BE49-F238E27FC236}">
                <a16:creationId xmlns:a16="http://schemas.microsoft.com/office/drawing/2014/main" id="{A379D440-DB26-2A96-99FD-181FC5830645}"/>
              </a:ext>
            </a:extLst>
          </p:cNvPr>
          <p:cNvSpPr>
            <a:spLocks noGrp="1"/>
          </p:cNvSpPr>
          <p:nvPr>
            <p:ph type="dt" sz="half" idx="2"/>
          </p:nvPr>
        </p:nvSpPr>
        <p:spPr>
          <a:xfrm>
            <a:off x="381000" y="6356350"/>
            <a:ext cx="2743200" cy="365125"/>
          </a:xfrm>
        </p:spPr>
        <p:txBody>
          <a:bodyPr rtlCol="0"/>
          <a:lstStyle/>
          <a:p>
            <a:pPr rtl="0"/>
            <a:fld id="{70C69C4D-CAFD-4E0E-94E0-4B1709D96441}" type="datetime1">
              <a:rPr lang="id-ID" smtClean="0"/>
              <a:t>26/11/2025</a:t>
            </a:fld>
            <a:endParaRPr lang="id-ID"/>
          </a:p>
        </p:txBody>
      </p:sp>
      <p:sp>
        <p:nvSpPr>
          <p:cNvPr id="6" name="Tampungan Nomor Slide 5">
            <a:extLst>
              <a:ext uri="{FF2B5EF4-FFF2-40B4-BE49-F238E27FC236}">
                <a16:creationId xmlns:a16="http://schemas.microsoft.com/office/drawing/2014/main" id="{8B4D58C8-FA5E-3F2C-04B2-FA1BB5C28811}"/>
              </a:ext>
            </a:extLst>
          </p:cNvPr>
          <p:cNvSpPr>
            <a:spLocks noGrp="1"/>
          </p:cNvSpPr>
          <p:nvPr>
            <p:ph type="sldNum" sz="quarter" idx="4"/>
          </p:nvPr>
        </p:nvSpPr>
        <p:spPr>
          <a:xfrm>
            <a:off x="10153276" y="6356350"/>
            <a:ext cx="1657723" cy="365125"/>
          </a:xfrm>
        </p:spPr>
        <p:txBody>
          <a:bodyPr rtlCol="0"/>
          <a:lstStyle/>
          <a:p>
            <a:pPr rtl="0"/>
            <a:fld id="{294A09A9-5501-47C1-A89A-A340965A2BE2}" type="slidenum">
              <a:rPr lang="id-ID" smtClean="0"/>
              <a:pPr rtl="0"/>
              <a:t>16</a:t>
            </a:fld>
            <a:endParaRPr lang="id-ID"/>
          </a:p>
        </p:txBody>
      </p:sp>
    </p:spTree>
    <p:extLst>
      <p:ext uri="{BB962C8B-B14F-4D97-AF65-F5344CB8AC3E}">
        <p14:creationId xmlns:p14="http://schemas.microsoft.com/office/powerpoint/2010/main" val="342431081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32DC78-320A-923C-199D-D0E45A94FBF7}"/>
            </a:ext>
          </a:extLst>
        </p:cNvPr>
        <p:cNvGrpSpPr/>
        <p:nvPr/>
      </p:nvGrpSpPr>
      <p:grpSpPr>
        <a:xfrm>
          <a:off x="0" y="0"/>
          <a:ext cx="0" cy="0"/>
          <a:chOff x="0" y="0"/>
          <a:chExt cx="0" cy="0"/>
        </a:xfrm>
      </p:grpSpPr>
      <p:sp>
        <p:nvSpPr>
          <p:cNvPr id="5" name="Tampungan Kaki 4">
            <a:extLst>
              <a:ext uri="{FF2B5EF4-FFF2-40B4-BE49-F238E27FC236}">
                <a16:creationId xmlns:a16="http://schemas.microsoft.com/office/drawing/2014/main" id="{9AD21C3D-9E49-BF62-ED4C-C23515355575}"/>
              </a:ext>
            </a:extLst>
          </p:cNvPr>
          <p:cNvSpPr>
            <a:spLocks noGrp="1"/>
          </p:cNvSpPr>
          <p:nvPr>
            <p:ph type="ftr" sz="quarter" idx="3"/>
          </p:nvPr>
        </p:nvSpPr>
        <p:spPr>
          <a:xfrm>
            <a:off x="2815771" y="5898134"/>
            <a:ext cx="6749143" cy="365125"/>
          </a:xfrm>
        </p:spPr>
        <p:txBody>
          <a:bodyPr rtlCol="0"/>
          <a:lstStyle/>
          <a:p>
            <a:r>
              <a:rPr lang="en-GB" sz="1800" dirty="0"/>
              <a:t>Tabel P</a:t>
            </a:r>
            <a:r>
              <a:rPr lang="it-IT" sz="1800" dirty="0"/>
              <a:t>erbandingan Performa LightGBM pada Data Non-Linear</a:t>
            </a:r>
            <a:endParaRPr lang="id-ID" sz="1800" dirty="0"/>
          </a:p>
        </p:txBody>
      </p:sp>
      <p:sp>
        <p:nvSpPr>
          <p:cNvPr id="7" name="Tampungan Nomor Slide 6">
            <a:extLst>
              <a:ext uri="{FF2B5EF4-FFF2-40B4-BE49-F238E27FC236}">
                <a16:creationId xmlns:a16="http://schemas.microsoft.com/office/drawing/2014/main" id="{25D97BB9-DD40-1A52-B8B2-B22FCF7DC5C9}"/>
              </a:ext>
            </a:extLst>
          </p:cNvPr>
          <p:cNvSpPr>
            <a:spLocks noGrp="1"/>
          </p:cNvSpPr>
          <p:nvPr>
            <p:ph type="sldNum" sz="quarter" idx="4"/>
          </p:nvPr>
        </p:nvSpPr>
        <p:spPr/>
        <p:txBody>
          <a:bodyPr rtlCol="0"/>
          <a:lstStyle/>
          <a:p>
            <a:pPr rtl="0"/>
            <a:fld id="{294A09A9-5501-47C1-A89A-A340965A2BE2}" type="slidenum">
              <a:rPr lang="id-ID" smtClean="0"/>
              <a:pPr rtl="0"/>
              <a:t>17</a:t>
            </a:fld>
            <a:endParaRPr lang="id-ID" dirty="0"/>
          </a:p>
        </p:txBody>
      </p:sp>
      <p:graphicFrame>
        <p:nvGraphicFramePr>
          <p:cNvPr id="2" name="Table 1">
            <a:extLst>
              <a:ext uri="{FF2B5EF4-FFF2-40B4-BE49-F238E27FC236}">
                <a16:creationId xmlns:a16="http://schemas.microsoft.com/office/drawing/2014/main" id="{8B8912A8-42D9-EE93-B8AF-B1D42D04DF39}"/>
              </a:ext>
            </a:extLst>
          </p:cNvPr>
          <p:cNvGraphicFramePr>
            <a:graphicFrameLocks noGrp="1"/>
          </p:cNvGraphicFramePr>
          <p:nvPr>
            <p:extLst>
              <p:ext uri="{D42A27DB-BD31-4B8C-83A1-F6EECF244321}">
                <p14:modId xmlns:p14="http://schemas.microsoft.com/office/powerpoint/2010/main" val="1401479660"/>
              </p:ext>
            </p:extLst>
          </p:nvPr>
        </p:nvGraphicFramePr>
        <p:xfrm>
          <a:off x="1393635" y="1471041"/>
          <a:ext cx="9588502" cy="4129659"/>
        </p:xfrm>
        <a:graphic>
          <a:graphicData uri="http://schemas.openxmlformats.org/drawingml/2006/table">
            <a:tbl>
              <a:tblPr firstRow="1" firstCol="1" bandRow="1">
                <a:tableStyleId>{5C22544A-7EE6-4342-B048-85BDC9FD1C3A}</a:tableStyleId>
              </a:tblPr>
              <a:tblGrid>
                <a:gridCol w="1917410">
                  <a:extLst>
                    <a:ext uri="{9D8B030D-6E8A-4147-A177-3AD203B41FA5}">
                      <a16:colId xmlns:a16="http://schemas.microsoft.com/office/drawing/2014/main" val="3235513867"/>
                    </a:ext>
                  </a:extLst>
                </a:gridCol>
                <a:gridCol w="1917410">
                  <a:extLst>
                    <a:ext uri="{9D8B030D-6E8A-4147-A177-3AD203B41FA5}">
                      <a16:colId xmlns:a16="http://schemas.microsoft.com/office/drawing/2014/main" val="3650003807"/>
                    </a:ext>
                  </a:extLst>
                </a:gridCol>
                <a:gridCol w="1917410">
                  <a:extLst>
                    <a:ext uri="{9D8B030D-6E8A-4147-A177-3AD203B41FA5}">
                      <a16:colId xmlns:a16="http://schemas.microsoft.com/office/drawing/2014/main" val="591074383"/>
                    </a:ext>
                  </a:extLst>
                </a:gridCol>
                <a:gridCol w="1917410">
                  <a:extLst>
                    <a:ext uri="{9D8B030D-6E8A-4147-A177-3AD203B41FA5}">
                      <a16:colId xmlns:a16="http://schemas.microsoft.com/office/drawing/2014/main" val="1637718383"/>
                    </a:ext>
                  </a:extLst>
                </a:gridCol>
                <a:gridCol w="1918862">
                  <a:extLst>
                    <a:ext uri="{9D8B030D-6E8A-4147-A177-3AD203B41FA5}">
                      <a16:colId xmlns:a16="http://schemas.microsoft.com/office/drawing/2014/main" val="1150189135"/>
                    </a:ext>
                  </a:extLst>
                </a:gridCol>
              </a:tblGrid>
              <a:tr h="497877">
                <a:tc>
                  <a:txBody>
                    <a:bodyPr/>
                    <a:lstStyle/>
                    <a:p>
                      <a:pPr algn="l">
                        <a:lnSpc>
                          <a:spcPct val="115000"/>
                        </a:lnSpc>
                        <a:buNone/>
                      </a:pPr>
                      <a:r>
                        <a:rPr lang="id-ID" sz="2000" kern="0">
                          <a:effectLst/>
                        </a:rPr>
                        <a:t>Studi Kasus / Dataset</a:t>
                      </a:r>
                      <a:endParaRPr lang="id-ID" sz="20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6721" marR="66721" marT="0" marB="0" anchor="ctr"/>
                </a:tc>
                <a:tc>
                  <a:txBody>
                    <a:bodyPr/>
                    <a:lstStyle/>
                    <a:p>
                      <a:pPr algn="l">
                        <a:lnSpc>
                          <a:spcPct val="115000"/>
                        </a:lnSpc>
                        <a:buNone/>
                      </a:pPr>
                      <a:r>
                        <a:rPr lang="id-ID" sz="2000" kern="0">
                          <a:effectLst/>
                        </a:rPr>
                        <a:t>Model Pembanding</a:t>
                      </a:r>
                      <a:endParaRPr lang="id-ID" sz="20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6721" marR="66721" marT="0" marB="0" anchor="ctr"/>
                </a:tc>
                <a:tc>
                  <a:txBody>
                    <a:bodyPr/>
                    <a:lstStyle/>
                    <a:p>
                      <a:pPr algn="l">
                        <a:lnSpc>
                          <a:spcPct val="115000"/>
                        </a:lnSpc>
                        <a:buNone/>
                      </a:pPr>
                      <a:r>
                        <a:rPr lang="id-ID" sz="2000" kern="0" dirty="0">
                          <a:effectLst/>
                        </a:rPr>
                        <a:t>Nilai </a:t>
                      </a:r>
                      <a:r>
                        <a:rPr lang="en-GB" sz="2000" kern="0" dirty="0" err="1">
                          <a:effectLst/>
                        </a:rPr>
                        <a:t>Akurasi</a:t>
                      </a:r>
                      <a:r>
                        <a:rPr lang="id-ID" sz="2000" kern="0" dirty="0">
                          <a:effectLst/>
                        </a:rPr>
                        <a:t> Model </a:t>
                      </a:r>
                      <a:r>
                        <a:rPr lang="id-ID" sz="2000" kern="0" dirty="0" err="1">
                          <a:effectLst/>
                        </a:rPr>
                        <a:t>LightGBM</a:t>
                      </a:r>
                      <a:endParaRPr lang="id-ID" sz="20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6721" marR="66721" marT="0" marB="0" anchor="ctr"/>
                </a:tc>
                <a:tc>
                  <a:txBody>
                    <a:bodyPr/>
                    <a:lstStyle/>
                    <a:p>
                      <a:pPr algn="l">
                        <a:lnSpc>
                          <a:spcPct val="115000"/>
                        </a:lnSpc>
                        <a:buNone/>
                      </a:pPr>
                      <a:r>
                        <a:rPr lang="id-ID" sz="2000" kern="0" dirty="0">
                          <a:effectLst/>
                        </a:rPr>
                        <a:t>Nilai </a:t>
                      </a:r>
                      <a:r>
                        <a:rPr lang="en-GB" sz="2000" kern="0" dirty="0" err="1">
                          <a:effectLst/>
                        </a:rPr>
                        <a:t>Akurasi</a:t>
                      </a:r>
                      <a:r>
                        <a:rPr lang="id-ID" sz="2000" kern="0" dirty="0">
                          <a:effectLst/>
                        </a:rPr>
                        <a:t> Model Pembanding</a:t>
                      </a:r>
                      <a:endParaRPr lang="id-ID" sz="20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6721" marR="66721" marT="0" marB="0" anchor="ctr"/>
                </a:tc>
                <a:tc>
                  <a:txBody>
                    <a:bodyPr/>
                    <a:lstStyle/>
                    <a:p>
                      <a:pPr algn="l">
                        <a:lnSpc>
                          <a:spcPct val="115000"/>
                        </a:lnSpc>
                        <a:buNone/>
                      </a:pPr>
                      <a:r>
                        <a:rPr lang="id-ID" sz="2000" kern="0" dirty="0">
                          <a:effectLst/>
                        </a:rPr>
                        <a:t>Sumber </a:t>
                      </a:r>
                      <a:endParaRPr lang="id-ID" sz="20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6721" marR="66721" marT="0" marB="0" anchor="ctr"/>
                </a:tc>
                <a:extLst>
                  <a:ext uri="{0D108BD9-81ED-4DB2-BD59-A6C34878D82A}">
                    <a16:rowId xmlns:a16="http://schemas.microsoft.com/office/drawing/2014/main" val="3012709709"/>
                  </a:ext>
                </a:extLst>
              </a:tr>
              <a:tr h="1009406">
                <a:tc>
                  <a:txBody>
                    <a:bodyPr/>
                    <a:lstStyle/>
                    <a:p>
                      <a:pPr algn="l">
                        <a:lnSpc>
                          <a:spcPct val="115000"/>
                        </a:lnSpc>
                        <a:buNone/>
                      </a:pPr>
                      <a:r>
                        <a:rPr lang="id-ID" sz="2000" kern="0" dirty="0">
                          <a:effectLst/>
                        </a:rPr>
                        <a:t>Klasifikasi Indeks Pembangunan Manusia (IPM) Indonesia</a:t>
                      </a:r>
                      <a:endParaRPr lang="id-ID" sz="20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6721" marR="66721" marT="0" marB="0" anchor="ctr"/>
                </a:tc>
                <a:tc>
                  <a:txBody>
                    <a:bodyPr/>
                    <a:lstStyle/>
                    <a:p>
                      <a:pPr algn="l">
                        <a:lnSpc>
                          <a:spcPct val="115000"/>
                        </a:lnSpc>
                        <a:buNone/>
                      </a:pPr>
                      <a:r>
                        <a:rPr lang="id-ID" sz="2000" kern="0" dirty="0" err="1">
                          <a:effectLst/>
                        </a:rPr>
                        <a:t>XGBoost</a:t>
                      </a:r>
                      <a:endParaRPr lang="id-ID" sz="20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6721" marR="66721" marT="0" marB="0" anchor="ctr"/>
                </a:tc>
                <a:tc>
                  <a:txBody>
                    <a:bodyPr/>
                    <a:lstStyle/>
                    <a:p>
                      <a:pPr algn="l">
                        <a:lnSpc>
                          <a:spcPct val="115000"/>
                        </a:lnSpc>
                        <a:buNone/>
                      </a:pPr>
                      <a:r>
                        <a:rPr lang="id-ID" sz="2000" kern="0">
                          <a:effectLst/>
                        </a:rPr>
                        <a:t>0,944</a:t>
                      </a:r>
                      <a:endParaRPr lang="id-ID" sz="20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6721" marR="66721" marT="0" marB="0" anchor="ctr"/>
                </a:tc>
                <a:tc>
                  <a:txBody>
                    <a:bodyPr/>
                    <a:lstStyle/>
                    <a:p>
                      <a:pPr algn="l">
                        <a:lnSpc>
                          <a:spcPct val="115000"/>
                        </a:lnSpc>
                        <a:buNone/>
                      </a:pPr>
                      <a:r>
                        <a:rPr lang="id-ID" sz="2000" kern="0" dirty="0">
                          <a:effectLst/>
                        </a:rPr>
                        <a:t>0,931</a:t>
                      </a:r>
                      <a:endParaRPr lang="id-ID" sz="20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6721" marR="66721" marT="0" marB="0" anchor="ctr"/>
                </a:tc>
                <a:tc>
                  <a:txBody>
                    <a:bodyPr/>
                    <a:lstStyle/>
                    <a:p>
                      <a:pPr algn="l">
                        <a:lnSpc>
                          <a:spcPct val="115000"/>
                        </a:lnSpc>
                        <a:buNone/>
                      </a:pPr>
                      <a:r>
                        <a:rPr lang="id-ID" sz="2000" kern="0">
                          <a:effectLst/>
                        </a:rPr>
                        <a:t>Indah et al. (2025)</a:t>
                      </a:r>
                      <a:endParaRPr lang="id-ID" sz="20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6721" marR="66721" marT="0" marB="0" anchor="ctr"/>
                </a:tc>
                <a:extLst>
                  <a:ext uri="{0D108BD9-81ED-4DB2-BD59-A6C34878D82A}">
                    <a16:rowId xmlns:a16="http://schemas.microsoft.com/office/drawing/2014/main" val="3966416297"/>
                  </a:ext>
                </a:extLst>
              </a:tr>
              <a:tr h="838896">
                <a:tc>
                  <a:txBody>
                    <a:bodyPr/>
                    <a:lstStyle/>
                    <a:p>
                      <a:pPr algn="l">
                        <a:lnSpc>
                          <a:spcPct val="115000"/>
                        </a:lnSpc>
                        <a:buNone/>
                      </a:pPr>
                      <a:r>
                        <a:rPr lang="id-ID" sz="2000" kern="0">
                          <a:effectLst/>
                        </a:rPr>
                        <a:t>Human Activity Recognition (Sensor Smartphone)</a:t>
                      </a:r>
                      <a:endParaRPr lang="id-ID" sz="20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6721" marR="66721" marT="0" marB="0" anchor="ctr"/>
                </a:tc>
                <a:tc>
                  <a:txBody>
                    <a:bodyPr/>
                    <a:lstStyle/>
                    <a:p>
                      <a:pPr algn="l">
                        <a:lnSpc>
                          <a:spcPct val="115000"/>
                        </a:lnSpc>
                        <a:buNone/>
                      </a:pPr>
                      <a:r>
                        <a:rPr lang="id-ID" sz="2000" kern="0">
                          <a:effectLst/>
                        </a:rPr>
                        <a:t>XGBoost</a:t>
                      </a:r>
                      <a:endParaRPr lang="id-ID" sz="20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6721" marR="66721" marT="0" marB="0" anchor="ctr"/>
                </a:tc>
                <a:tc>
                  <a:txBody>
                    <a:bodyPr/>
                    <a:lstStyle/>
                    <a:p>
                      <a:pPr algn="l">
                        <a:lnSpc>
                          <a:spcPct val="115000"/>
                        </a:lnSpc>
                        <a:buNone/>
                      </a:pPr>
                      <a:r>
                        <a:rPr lang="id-ID" sz="2000" kern="0" dirty="0">
                          <a:effectLst/>
                        </a:rPr>
                        <a:t>97,23%</a:t>
                      </a:r>
                      <a:endParaRPr lang="id-ID" sz="20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6721" marR="66721" marT="0" marB="0" anchor="ctr"/>
                </a:tc>
                <a:tc>
                  <a:txBody>
                    <a:bodyPr/>
                    <a:lstStyle/>
                    <a:p>
                      <a:pPr algn="l">
                        <a:lnSpc>
                          <a:spcPct val="115000"/>
                        </a:lnSpc>
                        <a:buNone/>
                      </a:pPr>
                      <a:r>
                        <a:rPr lang="id-ID" sz="2000" kern="0">
                          <a:effectLst/>
                        </a:rPr>
                        <a:t>96,67%</a:t>
                      </a:r>
                      <a:endParaRPr lang="id-ID" sz="20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6721" marR="66721" marT="0" marB="0" anchor="ctr"/>
                </a:tc>
                <a:tc>
                  <a:txBody>
                    <a:bodyPr/>
                    <a:lstStyle/>
                    <a:p>
                      <a:pPr algn="l">
                        <a:lnSpc>
                          <a:spcPct val="115000"/>
                        </a:lnSpc>
                        <a:buNone/>
                      </a:pPr>
                      <a:r>
                        <a:rPr lang="id-ID" sz="2000" kern="0" dirty="0" err="1">
                          <a:effectLst/>
                        </a:rPr>
                        <a:t>Türkmen</a:t>
                      </a:r>
                      <a:r>
                        <a:rPr lang="id-ID" sz="2000" kern="0" dirty="0">
                          <a:effectLst/>
                        </a:rPr>
                        <a:t> &amp; </a:t>
                      </a:r>
                      <a:r>
                        <a:rPr lang="id-ID" sz="2000" kern="0" dirty="0" err="1">
                          <a:effectLst/>
                        </a:rPr>
                        <a:t>Sezen</a:t>
                      </a:r>
                      <a:r>
                        <a:rPr lang="id-ID" sz="2000" kern="0" dirty="0">
                          <a:effectLst/>
                        </a:rPr>
                        <a:t> (2024)</a:t>
                      </a:r>
                      <a:endParaRPr lang="id-ID" sz="2000" kern="100" dirty="0">
                        <a:effectLst/>
                      </a:endParaRPr>
                    </a:p>
                    <a:p>
                      <a:pPr algn="l">
                        <a:lnSpc>
                          <a:spcPct val="115000"/>
                        </a:lnSpc>
                        <a:buNone/>
                      </a:pPr>
                      <a:r>
                        <a:rPr lang="id-ID" sz="2000" kern="0" dirty="0">
                          <a:effectLst/>
                        </a:rPr>
                        <a:t> </a:t>
                      </a:r>
                      <a:endParaRPr lang="id-ID" sz="20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6721" marR="66721" marT="0" marB="0" anchor="ctr"/>
                </a:tc>
                <a:extLst>
                  <a:ext uri="{0D108BD9-81ED-4DB2-BD59-A6C34878D82A}">
                    <a16:rowId xmlns:a16="http://schemas.microsoft.com/office/drawing/2014/main" val="2067673983"/>
                  </a:ext>
                </a:extLst>
              </a:tr>
            </a:tbl>
          </a:graphicData>
        </a:graphic>
      </p:graphicFrame>
    </p:spTree>
    <p:extLst>
      <p:ext uri="{BB962C8B-B14F-4D97-AF65-F5344CB8AC3E}">
        <p14:creationId xmlns:p14="http://schemas.microsoft.com/office/powerpoint/2010/main" val="386775533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A68338-ECBF-989D-1638-94790D36BCD1}"/>
            </a:ext>
          </a:extLst>
        </p:cNvPr>
        <p:cNvGrpSpPr/>
        <p:nvPr/>
      </p:nvGrpSpPr>
      <p:grpSpPr>
        <a:xfrm>
          <a:off x="0" y="0"/>
          <a:ext cx="0" cy="0"/>
          <a:chOff x="0" y="0"/>
          <a:chExt cx="0" cy="0"/>
        </a:xfrm>
      </p:grpSpPr>
      <p:sp>
        <p:nvSpPr>
          <p:cNvPr id="5" name="Tampungan Kaki 4">
            <a:extLst>
              <a:ext uri="{FF2B5EF4-FFF2-40B4-BE49-F238E27FC236}">
                <a16:creationId xmlns:a16="http://schemas.microsoft.com/office/drawing/2014/main" id="{4C71EDAF-8447-660F-CF54-A308225702BA}"/>
              </a:ext>
            </a:extLst>
          </p:cNvPr>
          <p:cNvSpPr>
            <a:spLocks noGrp="1"/>
          </p:cNvSpPr>
          <p:nvPr>
            <p:ph type="ftr" sz="quarter" idx="3"/>
          </p:nvPr>
        </p:nvSpPr>
        <p:spPr>
          <a:xfrm>
            <a:off x="2815771" y="5898134"/>
            <a:ext cx="6749143" cy="365125"/>
          </a:xfrm>
        </p:spPr>
        <p:txBody>
          <a:bodyPr rtlCol="0"/>
          <a:lstStyle/>
          <a:p>
            <a:r>
              <a:rPr lang="en-GB" sz="1800" dirty="0"/>
              <a:t>Tabel </a:t>
            </a:r>
            <a:r>
              <a:rPr lang="en-GB" sz="1800" dirty="0" err="1"/>
              <a:t>Perbandingan</a:t>
            </a:r>
            <a:r>
              <a:rPr lang="en-GB" sz="1800" dirty="0"/>
              <a:t> Waktu </a:t>
            </a:r>
            <a:r>
              <a:rPr lang="en-GB" sz="1800" dirty="0" err="1"/>
              <a:t>Pelatihan</a:t>
            </a:r>
            <a:r>
              <a:rPr lang="en-GB" sz="1800" dirty="0"/>
              <a:t> </a:t>
            </a:r>
            <a:r>
              <a:rPr lang="id-ID" sz="1800" dirty="0"/>
              <a:t>(</a:t>
            </a:r>
            <a:r>
              <a:rPr lang="id-ID" sz="1800" dirty="0" err="1"/>
              <a:t>Florek</a:t>
            </a:r>
            <a:r>
              <a:rPr lang="id-ID" sz="1800" dirty="0"/>
              <a:t> &amp; </a:t>
            </a:r>
            <a:r>
              <a:rPr lang="id-ID" sz="1800" dirty="0" err="1"/>
              <a:t>Zagdański</a:t>
            </a:r>
            <a:r>
              <a:rPr lang="id-ID" sz="1800" dirty="0"/>
              <a:t>, 2023)</a:t>
            </a:r>
          </a:p>
        </p:txBody>
      </p:sp>
      <p:sp>
        <p:nvSpPr>
          <p:cNvPr id="7" name="Tampungan Nomor Slide 6">
            <a:extLst>
              <a:ext uri="{FF2B5EF4-FFF2-40B4-BE49-F238E27FC236}">
                <a16:creationId xmlns:a16="http://schemas.microsoft.com/office/drawing/2014/main" id="{A2A488E4-DFD5-DE4F-C6CE-75A6EFEE2D2D}"/>
              </a:ext>
            </a:extLst>
          </p:cNvPr>
          <p:cNvSpPr>
            <a:spLocks noGrp="1"/>
          </p:cNvSpPr>
          <p:nvPr>
            <p:ph type="sldNum" sz="quarter" idx="4"/>
          </p:nvPr>
        </p:nvSpPr>
        <p:spPr/>
        <p:txBody>
          <a:bodyPr rtlCol="0"/>
          <a:lstStyle/>
          <a:p>
            <a:pPr rtl="0"/>
            <a:fld id="{294A09A9-5501-47C1-A89A-A340965A2BE2}" type="slidenum">
              <a:rPr lang="id-ID" smtClean="0"/>
              <a:pPr rtl="0"/>
              <a:t>18</a:t>
            </a:fld>
            <a:endParaRPr lang="id-ID" dirty="0"/>
          </a:p>
        </p:txBody>
      </p:sp>
      <p:graphicFrame>
        <p:nvGraphicFramePr>
          <p:cNvPr id="10" name="Table 9">
            <a:extLst>
              <a:ext uri="{FF2B5EF4-FFF2-40B4-BE49-F238E27FC236}">
                <a16:creationId xmlns:a16="http://schemas.microsoft.com/office/drawing/2014/main" id="{7CA923E5-4F0A-96B5-C3A7-D9241BACC7F9}"/>
              </a:ext>
            </a:extLst>
          </p:cNvPr>
          <p:cNvGraphicFramePr>
            <a:graphicFrameLocks noGrp="1"/>
          </p:cNvGraphicFramePr>
          <p:nvPr>
            <p:extLst>
              <p:ext uri="{D42A27DB-BD31-4B8C-83A1-F6EECF244321}">
                <p14:modId xmlns:p14="http://schemas.microsoft.com/office/powerpoint/2010/main" val="3891162626"/>
              </p:ext>
            </p:extLst>
          </p:nvPr>
        </p:nvGraphicFramePr>
        <p:xfrm>
          <a:off x="1076632" y="594742"/>
          <a:ext cx="9444500" cy="5210303"/>
        </p:xfrm>
        <a:graphic>
          <a:graphicData uri="http://schemas.openxmlformats.org/drawingml/2006/table">
            <a:tbl>
              <a:tblPr firstRow="1" firstCol="1" bandRow="1">
                <a:tableStyleId>{5C22544A-7EE6-4342-B048-85BDC9FD1C3A}</a:tableStyleId>
              </a:tblPr>
              <a:tblGrid>
                <a:gridCol w="1888900">
                  <a:extLst>
                    <a:ext uri="{9D8B030D-6E8A-4147-A177-3AD203B41FA5}">
                      <a16:colId xmlns:a16="http://schemas.microsoft.com/office/drawing/2014/main" val="3209082739"/>
                    </a:ext>
                  </a:extLst>
                </a:gridCol>
                <a:gridCol w="1888900">
                  <a:extLst>
                    <a:ext uri="{9D8B030D-6E8A-4147-A177-3AD203B41FA5}">
                      <a16:colId xmlns:a16="http://schemas.microsoft.com/office/drawing/2014/main" val="1888921284"/>
                    </a:ext>
                  </a:extLst>
                </a:gridCol>
                <a:gridCol w="1888900">
                  <a:extLst>
                    <a:ext uri="{9D8B030D-6E8A-4147-A177-3AD203B41FA5}">
                      <a16:colId xmlns:a16="http://schemas.microsoft.com/office/drawing/2014/main" val="4077521047"/>
                    </a:ext>
                  </a:extLst>
                </a:gridCol>
                <a:gridCol w="1888900">
                  <a:extLst>
                    <a:ext uri="{9D8B030D-6E8A-4147-A177-3AD203B41FA5}">
                      <a16:colId xmlns:a16="http://schemas.microsoft.com/office/drawing/2014/main" val="2736218579"/>
                    </a:ext>
                  </a:extLst>
                </a:gridCol>
                <a:gridCol w="1888900">
                  <a:extLst>
                    <a:ext uri="{9D8B030D-6E8A-4147-A177-3AD203B41FA5}">
                      <a16:colId xmlns:a16="http://schemas.microsoft.com/office/drawing/2014/main" val="2430063282"/>
                    </a:ext>
                  </a:extLst>
                </a:gridCol>
              </a:tblGrid>
              <a:tr h="1122623">
                <a:tc>
                  <a:txBody>
                    <a:bodyPr/>
                    <a:lstStyle/>
                    <a:p>
                      <a:pPr algn="l">
                        <a:lnSpc>
                          <a:spcPct val="150000"/>
                        </a:lnSpc>
                        <a:buNone/>
                      </a:pPr>
                      <a:r>
                        <a:rPr lang="id-ID" sz="2000" kern="0" dirty="0" err="1">
                          <a:effectLst/>
                        </a:rPr>
                        <a:t>Dataset</a:t>
                      </a:r>
                      <a:endParaRPr lang="id-ID" sz="32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nchor="ctr"/>
                </a:tc>
                <a:tc>
                  <a:txBody>
                    <a:bodyPr/>
                    <a:lstStyle/>
                    <a:p>
                      <a:pPr algn="l">
                        <a:lnSpc>
                          <a:spcPct val="150000"/>
                        </a:lnSpc>
                        <a:buNone/>
                      </a:pPr>
                      <a:r>
                        <a:rPr lang="id-ID" sz="2000" kern="0">
                          <a:effectLst/>
                        </a:rPr>
                        <a:t>LightGBM (detik)</a:t>
                      </a:r>
                      <a:endParaRPr lang="id-ID" sz="32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nchor="ctr"/>
                </a:tc>
                <a:tc>
                  <a:txBody>
                    <a:bodyPr/>
                    <a:lstStyle/>
                    <a:p>
                      <a:pPr algn="l">
                        <a:lnSpc>
                          <a:spcPct val="150000"/>
                        </a:lnSpc>
                        <a:buNone/>
                      </a:pPr>
                      <a:r>
                        <a:rPr lang="id-ID" sz="2000" kern="0">
                          <a:effectLst/>
                        </a:rPr>
                        <a:t>GBM (detik)</a:t>
                      </a:r>
                      <a:endParaRPr lang="id-ID" sz="32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nchor="ctr"/>
                </a:tc>
                <a:tc>
                  <a:txBody>
                    <a:bodyPr/>
                    <a:lstStyle/>
                    <a:p>
                      <a:pPr algn="l">
                        <a:lnSpc>
                          <a:spcPct val="150000"/>
                        </a:lnSpc>
                        <a:buNone/>
                      </a:pPr>
                      <a:r>
                        <a:rPr lang="id-ID" sz="2000" kern="0">
                          <a:effectLst/>
                        </a:rPr>
                        <a:t>XGBoost (detik)</a:t>
                      </a:r>
                      <a:endParaRPr lang="id-ID" sz="32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nchor="ctr"/>
                </a:tc>
                <a:tc>
                  <a:txBody>
                    <a:bodyPr/>
                    <a:lstStyle/>
                    <a:p>
                      <a:pPr algn="l">
                        <a:lnSpc>
                          <a:spcPct val="150000"/>
                        </a:lnSpc>
                        <a:buNone/>
                      </a:pPr>
                      <a:r>
                        <a:rPr lang="id-ID" sz="2000" kern="0">
                          <a:effectLst/>
                        </a:rPr>
                        <a:t>CatBoost (detik)</a:t>
                      </a:r>
                      <a:endParaRPr lang="id-ID" sz="32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nchor="ctr"/>
                </a:tc>
                <a:extLst>
                  <a:ext uri="{0D108BD9-81ED-4DB2-BD59-A6C34878D82A}">
                    <a16:rowId xmlns:a16="http://schemas.microsoft.com/office/drawing/2014/main" val="2196113673"/>
                  </a:ext>
                </a:extLst>
              </a:tr>
              <a:tr h="1021920">
                <a:tc>
                  <a:txBody>
                    <a:bodyPr/>
                    <a:lstStyle/>
                    <a:p>
                      <a:pPr algn="l">
                        <a:lnSpc>
                          <a:spcPct val="150000"/>
                        </a:lnSpc>
                        <a:buNone/>
                      </a:pPr>
                      <a:r>
                        <a:rPr lang="id-ID" sz="2000" kern="0" dirty="0" err="1">
                          <a:effectLst/>
                        </a:rPr>
                        <a:t>Heart</a:t>
                      </a:r>
                      <a:r>
                        <a:rPr lang="id-ID" sz="2000" kern="0" dirty="0">
                          <a:effectLst/>
                        </a:rPr>
                        <a:t> </a:t>
                      </a:r>
                      <a:r>
                        <a:rPr lang="id-ID" sz="2000" kern="0" dirty="0" err="1">
                          <a:effectLst/>
                        </a:rPr>
                        <a:t>Disease</a:t>
                      </a:r>
                      <a:endParaRPr lang="id-ID" sz="32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nchor="ctr"/>
                </a:tc>
                <a:tc>
                  <a:txBody>
                    <a:bodyPr/>
                    <a:lstStyle/>
                    <a:p>
                      <a:pPr algn="l">
                        <a:lnSpc>
                          <a:spcPct val="150000"/>
                        </a:lnSpc>
                        <a:buNone/>
                      </a:pPr>
                      <a:r>
                        <a:rPr lang="id-ID" sz="2000" kern="0" dirty="0">
                          <a:effectLst/>
                        </a:rPr>
                        <a:t>0,583</a:t>
                      </a:r>
                      <a:endParaRPr lang="id-ID" sz="32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nchor="ctr"/>
                </a:tc>
                <a:tc>
                  <a:txBody>
                    <a:bodyPr/>
                    <a:lstStyle/>
                    <a:p>
                      <a:pPr algn="l">
                        <a:lnSpc>
                          <a:spcPct val="150000"/>
                        </a:lnSpc>
                        <a:buNone/>
                      </a:pPr>
                      <a:r>
                        <a:rPr lang="id-ID" sz="2000" kern="0" dirty="0">
                          <a:effectLst/>
                        </a:rPr>
                        <a:t>1,417</a:t>
                      </a:r>
                      <a:endParaRPr lang="id-ID" sz="32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nchor="ctr"/>
                </a:tc>
                <a:tc>
                  <a:txBody>
                    <a:bodyPr/>
                    <a:lstStyle/>
                    <a:p>
                      <a:pPr algn="l">
                        <a:lnSpc>
                          <a:spcPct val="150000"/>
                        </a:lnSpc>
                        <a:buNone/>
                      </a:pPr>
                      <a:r>
                        <a:rPr lang="id-ID" sz="2000" kern="0">
                          <a:effectLst/>
                        </a:rPr>
                        <a:t>60,449</a:t>
                      </a:r>
                      <a:endParaRPr lang="id-ID" sz="32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nchor="ctr"/>
                </a:tc>
                <a:tc>
                  <a:txBody>
                    <a:bodyPr/>
                    <a:lstStyle/>
                    <a:p>
                      <a:pPr algn="l">
                        <a:lnSpc>
                          <a:spcPct val="150000"/>
                        </a:lnSpc>
                        <a:buNone/>
                      </a:pPr>
                      <a:r>
                        <a:rPr lang="id-ID" sz="2000" kern="0">
                          <a:effectLst/>
                        </a:rPr>
                        <a:t>4,143</a:t>
                      </a:r>
                      <a:endParaRPr lang="id-ID" sz="32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nchor="ctr"/>
                </a:tc>
                <a:extLst>
                  <a:ext uri="{0D108BD9-81ED-4DB2-BD59-A6C34878D82A}">
                    <a16:rowId xmlns:a16="http://schemas.microsoft.com/office/drawing/2014/main" val="2071363258"/>
                  </a:ext>
                </a:extLst>
              </a:tr>
              <a:tr h="1021920">
                <a:tc>
                  <a:txBody>
                    <a:bodyPr/>
                    <a:lstStyle/>
                    <a:p>
                      <a:pPr algn="l">
                        <a:lnSpc>
                          <a:spcPct val="150000"/>
                        </a:lnSpc>
                        <a:buNone/>
                      </a:pPr>
                      <a:r>
                        <a:rPr lang="id-ID" sz="2000" kern="0">
                          <a:effectLst/>
                        </a:rPr>
                        <a:t>Mushrooms</a:t>
                      </a:r>
                      <a:endParaRPr lang="id-ID" sz="32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nchor="ctr"/>
                </a:tc>
                <a:tc>
                  <a:txBody>
                    <a:bodyPr/>
                    <a:lstStyle/>
                    <a:p>
                      <a:pPr algn="l">
                        <a:lnSpc>
                          <a:spcPct val="150000"/>
                        </a:lnSpc>
                        <a:buNone/>
                      </a:pPr>
                      <a:r>
                        <a:rPr lang="id-ID" sz="2000" kern="0" dirty="0">
                          <a:effectLst/>
                        </a:rPr>
                        <a:t>6,432</a:t>
                      </a:r>
                      <a:endParaRPr lang="id-ID" sz="32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nchor="ctr"/>
                </a:tc>
                <a:tc>
                  <a:txBody>
                    <a:bodyPr/>
                    <a:lstStyle/>
                    <a:p>
                      <a:pPr algn="l">
                        <a:lnSpc>
                          <a:spcPct val="150000"/>
                        </a:lnSpc>
                        <a:buNone/>
                      </a:pPr>
                      <a:r>
                        <a:rPr lang="id-ID" sz="2000" kern="0" dirty="0">
                          <a:effectLst/>
                        </a:rPr>
                        <a:t>11,659</a:t>
                      </a:r>
                      <a:endParaRPr lang="id-ID" sz="32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nchor="ctr"/>
                </a:tc>
                <a:tc>
                  <a:txBody>
                    <a:bodyPr/>
                    <a:lstStyle/>
                    <a:p>
                      <a:pPr algn="l">
                        <a:lnSpc>
                          <a:spcPct val="150000"/>
                        </a:lnSpc>
                        <a:buNone/>
                      </a:pPr>
                      <a:r>
                        <a:rPr lang="id-ID" sz="2000" kern="0" dirty="0">
                          <a:effectLst/>
                        </a:rPr>
                        <a:t>45,696</a:t>
                      </a:r>
                      <a:endParaRPr lang="id-ID" sz="32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nchor="ctr"/>
                </a:tc>
                <a:tc>
                  <a:txBody>
                    <a:bodyPr/>
                    <a:lstStyle/>
                    <a:p>
                      <a:pPr algn="l">
                        <a:lnSpc>
                          <a:spcPct val="150000"/>
                        </a:lnSpc>
                        <a:buNone/>
                      </a:pPr>
                      <a:r>
                        <a:rPr lang="id-ID" sz="2000" kern="0">
                          <a:effectLst/>
                        </a:rPr>
                        <a:t>13,889</a:t>
                      </a:r>
                      <a:endParaRPr lang="id-ID" sz="32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nchor="ctr"/>
                </a:tc>
                <a:extLst>
                  <a:ext uri="{0D108BD9-81ED-4DB2-BD59-A6C34878D82A}">
                    <a16:rowId xmlns:a16="http://schemas.microsoft.com/office/drawing/2014/main" val="1984725224"/>
                  </a:ext>
                </a:extLst>
              </a:tr>
              <a:tr h="1021920">
                <a:tc>
                  <a:txBody>
                    <a:bodyPr/>
                    <a:lstStyle/>
                    <a:p>
                      <a:pPr algn="l">
                        <a:lnSpc>
                          <a:spcPct val="150000"/>
                        </a:lnSpc>
                        <a:buNone/>
                      </a:pPr>
                      <a:r>
                        <a:rPr lang="id-ID" sz="2000" kern="0">
                          <a:effectLst/>
                        </a:rPr>
                        <a:t>Breast Cancer</a:t>
                      </a:r>
                      <a:endParaRPr lang="id-ID" sz="32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nchor="ctr"/>
                </a:tc>
                <a:tc>
                  <a:txBody>
                    <a:bodyPr/>
                    <a:lstStyle/>
                    <a:p>
                      <a:pPr algn="l">
                        <a:lnSpc>
                          <a:spcPct val="150000"/>
                        </a:lnSpc>
                        <a:buNone/>
                      </a:pPr>
                      <a:r>
                        <a:rPr lang="id-ID" sz="2000" kern="0" dirty="0">
                          <a:effectLst/>
                        </a:rPr>
                        <a:t>0,722</a:t>
                      </a:r>
                      <a:endParaRPr lang="id-ID" sz="32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nchor="ctr"/>
                </a:tc>
                <a:tc>
                  <a:txBody>
                    <a:bodyPr/>
                    <a:lstStyle/>
                    <a:p>
                      <a:pPr algn="l">
                        <a:lnSpc>
                          <a:spcPct val="150000"/>
                        </a:lnSpc>
                        <a:buNone/>
                      </a:pPr>
                      <a:r>
                        <a:rPr lang="id-ID" sz="2000" kern="0" dirty="0">
                          <a:effectLst/>
                        </a:rPr>
                        <a:t>5,296</a:t>
                      </a:r>
                      <a:endParaRPr lang="id-ID" sz="32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nchor="ctr"/>
                </a:tc>
                <a:tc>
                  <a:txBody>
                    <a:bodyPr/>
                    <a:lstStyle/>
                    <a:p>
                      <a:pPr algn="l">
                        <a:lnSpc>
                          <a:spcPct val="150000"/>
                        </a:lnSpc>
                        <a:buNone/>
                      </a:pPr>
                      <a:r>
                        <a:rPr lang="id-ID" sz="2000" kern="0" dirty="0">
                          <a:effectLst/>
                        </a:rPr>
                        <a:t>85,364</a:t>
                      </a:r>
                      <a:endParaRPr lang="id-ID" sz="32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nchor="ctr"/>
                </a:tc>
                <a:tc>
                  <a:txBody>
                    <a:bodyPr/>
                    <a:lstStyle/>
                    <a:p>
                      <a:pPr algn="l">
                        <a:lnSpc>
                          <a:spcPct val="150000"/>
                        </a:lnSpc>
                        <a:buNone/>
                      </a:pPr>
                      <a:r>
                        <a:rPr lang="id-ID" sz="2000" kern="0" dirty="0">
                          <a:effectLst/>
                        </a:rPr>
                        <a:t>53,840</a:t>
                      </a:r>
                      <a:endParaRPr lang="id-ID" sz="32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nchor="ctr"/>
                </a:tc>
                <a:extLst>
                  <a:ext uri="{0D108BD9-81ED-4DB2-BD59-A6C34878D82A}">
                    <a16:rowId xmlns:a16="http://schemas.microsoft.com/office/drawing/2014/main" val="2696177661"/>
                  </a:ext>
                </a:extLst>
              </a:tr>
              <a:tr h="1021920">
                <a:tc>
                  <a:txBody>
                    <a:bodyPr/>
                    <a:lstStyle/>
                    <a:p>
                      <a:pPr algn="l">
                        <a:lnSpc>
                          <a:spcPct val="150000"/>
                        </a:lnSpc>
                        <a:buNone/>
                      </a:pPr>
                      <a:r>
                        <a:rPr lang="id-ID" sz="2000" kern="0" dirty="0">
                          <a:effectLst/>
                        </a:rPr>
                        <a:t>Leukemia</a:t>
                      </a:r>
                      <a:endParaRPr lang="id-ID" sz="32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nchor="ctr"/>
                </a:tc>
                <a:tc>
                  <a:txBody>
                    <a:bodyPr/>
                    <a:lstStyle/>
                    <a:p>
                      <a:pPr algn="l">
                        <a:lnSpc>
                          <a:spcPct val="150000"/>
                        </a:lnSpc>
                        <a:buNone/>
                      </a:pPr>
                      <a:r>
                        <a:rPr lang="id-ID" sz="2000" kern="0">
                          <a:effectLst/>
                        </a:rPr>
                        <a:t>3,010</a:t>
                      </a:r>
                      <a:endParaRPr lang="id-ID" sz="32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nchor="ctr"/>
                </a:tc>
                <a:tc>
                  <a:txBody>
                    <a:bodyPr/>
                    <a:lstStyle/>
                    <a:p>
                      <a:pPr algn="l">
                        <a:lnSpc>
                          <a:spcPct val="150000"/>
                        </a:lnSpc>
                        <a:buNone/>
                      </a:pPr>
                      <a:r>
                        <a:rPr lang="id-ID" sz="2000" kern="0">
                          <a:effectLst/>
                        </a:rPr>
                        <a:t>32,633</a:t>
                      </a:r>
                      <a:endParaRPr lang="id-ID" sz="32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nchor="ctr"/>
                </a:tc>
                <a:tc>
                  <a:txBody>
                    <a:bodyPr/>
                    <a:lstStyle/>
                    <a:p>
                      <a:pPr algn="l">
                        <a:lnSpc>
                          <a:spcPct val="150000"/>
                        </a:lnSpc>
                        <a:buNone/>
                      </a:pPr>
                      <a:r>
                        <a:rPr lang="id-ID" sz="2000" kern="0">
                          <a:effectLst/>
                        </a:rPr>
                        <a:t>51,568</a:t>
                      </a:r>
                      <a:endParaRPr lang="id-ID" sz="32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nchor="ctr"/>
                </a:tc>
                <a:tc>
                  <a:txBody>
                    <a:bodyPr/>
                    <a:lstStyle/>
                    <a:p>
                      <a:pPr algn="l">
                        <a:lnSpc>
                          <a:spcPct val="150000"/>
                        </a:lnSpc>
                        <a:buNone/>
                      </a:pPr>
                      <a:r>
                        <a:rPr lang="id-ID" sz="2000" kern="0" dirty="0">
                          <a:effectLst/>
                        </a:rPr>
                        <a:t>375,332</a:t>
                      </a:r>
                      <a:endParaRPr lang="id-ID" sz="32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nchor="ctr"/>
                </a:tc>
                <a:extLst>
                  <a:ext uri="{0D108BD9-81ED-4DB2-BD59-A6C34878D82A}">
                    <a16:rowId xmlns:a16="http://schemas.microsoft.com/office/drawing/2014/main" val="2214560729"/>
                  </a:ext>
                </a:extLst>
              </a:tr>
            </a:tbl>
          </a:graphicData>
        </a:graphic>
      </p:graphicFrame>
    </p:spTree>
    <p:extLst>
      <p:ext uri="{BB962C8B-B14F-4D97-AF65-F5344CB8AC3E}">
        <p14:creationId xmlns:p14="http://schemas.microsoft.com/office/powerpoint/2010/main" val="377670709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D1C1B3-EA43-380C-A30B-62986EFE7690}"/>
            </a:ext>
          </a:extLst>
        </p:cNvPr>
        <p:cNvGrpSpPr/>
        <p:nvPr/>
      </p:nvGrpSpPr>
      <p:grpSpPr>
        <a:xfrm>
          <a:off x="0" y="0"/>
          <a:ext cx="0" cy="0"/>
          <a:chOff x="0" y="0"/>
          <a:chExt cx="0" cy="0"/>
        </a:xfrm>
      </p:grpSpPr>
      <p:sp>
        <p:nvSpPr>
          <p:cNvPr id="2" name="Judul 1">
            <a:extLst>
              <a:ext uri="{FF2B5EF4-FFF2-40B4-BE49-F238E27FC236}">
                <a16:creationId xmlns:a16="http://schemas.microsoft.com/office/drawing/2014/main" id="{E0F4E0BC-D929-D038-0131-4935F009E1B0}"/>
              </a:ext>
            </a:extLst>
          </p:cNvPr>
          <p:cNvSpPr>
            <a:spLocks noGrp="1"/>
          </p:cNvSpPr>
          <p:nvPr>
            <p:ph type="title"/>
          </p:nvPr>
        </p:nvSpPr>
        <p:spPr>
          <a:xfrm>
            <a:off x="1167492" y="381000"/>
            <a:ext cx="9779183" cy="1325563"/>
          </a:xfrm>
        </p:spPr>
        <p:txBody>
          <a:bodyPr rtlCol="0"/>
          <a:lstStyle/>
          <a:p>
            <a:pPr rtl="0"/>
            <a:r>
              <a:rPr lang="en-GB" dirty="0" err="1"/>
              <a:t>Identifikasi</a:t>
            </a:r>
            <a:r>
              <a:rPr lang="en-GB" dirty="0"/>
              <a:t> </a:t>
            </a:r>
            <a:r>
              <a:rPr lang="en-GB" dirty="0" err="1"/>
              <a:t>Masalah</a:t>
            </a:r>
            <a:endParaRPr lang="id-ID" dirty="0"/>
          </a:p>
        </p:txBody>
      </p:sp>
      <p:sp>
        <p:nvSpPr>
          <p:cNvPr id="4" name="Tampungan Konten 3">
            <a:extLst>
              <a:ext uri="{FF2B5EF4-FFF2-40B4-BE49-F238E27FC236}">
                <a16:creationId xmlns:a16="http://schemas.microsoft.com/office/drawing/2014/main" id="{9D760D44-7E7A-26B5-6C89-92FAB0CD7182}"/>
              </a:ext>
            </a:extLst>
          </p:cNvPr>
          <p:cNvSpPr>
            <a:spLocks noGrp="1"/>
          </p:cNvSpPr>
          <p:nvPr>
            <p:ph idx="1"/>
          </p:nvPr>
        </p:nvSpPr>
        <p:spPr>
          <a:xfrm>
            <a:off x="1167492" y="2020529"/>
            <a:ext cx="9157607" cy="3347884"/>
          </a:xfrm>
        </p:spPr>
        <p:txBody>
          <a:bodyPr vert="horz" lIns="91440" tIns="45720" rIns="91440" bIns="45720" rtlCol="0" anchor="t">
            <a:normAutofit lnSpcReduction="10000"/>
          </a:bodyPr>
          <a:lstStyle/>
          <a:p>
            <a:pPr marL="342900" indent="-342900">
              <a:buFont typeface="Arial" panose="020B0604020202020204" pitchFamily="34" charset="0"/>
              <a:buChar char="•"/>
            </a:pPr>
            <a:r>
              <a:rPr lang="id-ID" sz="3200" dirty="0"/>
              <a:t>Model yang umum digunakan (</a:t>
            </a:r>
            <a:r>
              <a:rPr lang="en-GB" sz="3200" dirty="0"/>
              <a:t>Model linear </a:t>
            </a:r>
            <a:r>
              <a:rPr lang="id-ID" sz="3200" dirty="0"/>
              <a:t>seperti Regresi Logistik) kesulitan menangkap </a:t>
            </a:r>
            <a:r>
              <a:rPr lang="id-ID" sz="3200" b="1" dirty="0"/>
              <a:t>pola data yang kompleks (non-linear)</a:t>
            </a:r>
            <a:r>
              <a:rPr lang="id-ID" sz="3200" dirty="0"/>
              <a:t> dalam sepak bola.</a:t>
            </a:r>
          </a:p>
          <a:p>
            <a:pPr marL="342900" indent="-342900">
              <a:buFont typeface="Arial" panose="020B0604020202020204" pitchFamily="34" charset="0"/>
              <a:buChar char="•"/>
            </a:pPr>
            <a:r>
              <a:rPr lang="en-GB" sz="3200" dirty="0" err="1"/>
              <a:t>Namun</a:t>
            </a:r>
            <a:r>
              <a:rPr lang="en-GB" sz="3200" dirty="0"/>
              <a:t>, a</a:t>
            </a:r>
            <a:r>
              <a:rPr lang="id-ID" sz="3200" dirty="0" err="1"/>
              <a:t>lgoritma</a:t>
            </a:r>
            <a:r>
              <a:rPr lang="id-ID" sz="3200" dirty="0"/>
              <a:t> yang lebih </a:t>
            </a:r>
            <a:r>
              <a:rPr lang="en-GB" sz="3200" dirty="0" err="1"/>
              <a:t>baik</a:t>
            </a:r>
            <a:r>
              <a:rPr lang="en-GB" sz="3200" dirty="0"/>
              <a:t> </a:t>
            </a:r>
            <a:r>
              <a:rPr lang="en-GB" sz="3200" dirty="0" err="1"/>
              <a:t>menangkap</a:t>
            </a:r>
            <a:r>
              <a:rPr lang="en-GB" sz="3200" dirty="0"/>
              <a:t> </a:t>
            </a:r>
            <a:r>
              <a:rPr lang="en-GB" sz="3200" dirty="0" err="1"/>
              <a:t>pola</a:t>
            </a:r>
            <a:r>
              <a:rPr lang="en-GB" sz="3200" dirty="0"/>
              <a:t> data non-linear</a:t>
            </a:r>
            <a:r>
              <a:rPr lang="id-ID" sz="3200" dirty="0"/>
              <a:t> </a:t>
            </a:r>
            <a:r>
              <a:rPr lang="id-ID" sz="3200" dirty="0" err="1"/>
              <a:t>seringkali</a:t>
            </a:r>
            <a:r>
              <a:rPr lang="id-ID" sz="3200" dirty="0"/>
              <a:t> </a:t>
            </a:r>
            <a:r>
              <a:rPr lang="id-ID" sz="3200" b="1" dirty="0"/>
              <a:t>tidak efisien</a:t>
            </a:r>
            <a:r>
              <a:rPr lang="id-ID" sz="3200" dirty="0"/>
              <a:t> dan </a:t>
            </a:r>
            <a:r>
              <a:rPr lang="id-ID" sz="3200" b="1" dirty="0"/>
              <a:t>lambat</a:t>
            </a:r>
            <a:r>
              <a:rPr lang="id-ID" sz="3200" dirty="0"/>
              <a:t> saat dihadapkan pada volume data yang besar.</a:t>
            </a:r>
          </a:p>
        </p:txBody>
      </p:sp>
      <p:sp>
        <p:nvSpPr>
          <p:cNvPr id="9" name="Tampungan Nomor Slide 8">
            <a:extLst>
              <a:ext uri="{FF2B5EF4-FFF2-40B4-BE49-F238E27FC236}">
                <a16:creationId xmlns:a16="http://schemas.microsoft.com/office/drawing/2014/main" id="{5540E92C-7DD9-66B5-6A13-9DE217B996E2}"/>
              </a:ext>
            </a:extLst>
          </p:cNvPr>
          <p:cNvSpPr>
            <a:spLocks noGrp="1"/>
          </p:cNvSpPr>
          <p:nvPr>
            <p:ph type="sldNum" sz="quarter" idx="4"/>
          </p:nvPr>
        </p:nvSpPr>
        <p:spPr>
          <a:xfrm>
            <a:off x="10153276" y="6356350"/>
            <a:ext cx="1657723" cy="365125"/>
          </a:xfrm>
        </p:spPr>
        <p:txBody>
          <a:bodyPr rtlCol="0"/>
          <a:lstStyle/>
          <a:p>
            <a:pPr rtl="0"/>
            <a:fld id="{294A09A9-5501-47C1-A89A-A340965A2BE2}" type="slidenum">
              <a:rPr lang="id-ID" smtClean="0"/>
              <a:pPr rtl="0"/>
              <a:t>19</a:t>
            </a:fld>
            <a:endParaRPr lang="id-ID"/>
          </a:p>
        </p:txBody>
      </p:sp>
    </p:spTree>
    <p:extLst>
      <p:ext uri="{BB962C8B-B14F-4D97-AF65-F5344CB8AC3E}">
        <p14:creationId xmlns:p14="http://schemas.microsoft.com/office/powerpoint/2010/main" val="244701914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Judul 1">
            <a:extLst>
              <a:ext uri="{FF2B5EF4-FFF2-40B4-BE49-F238E27FC236}">
                <a16:creationId xmlns:a16="http://schemas.microsoft.com/office/drawing/2014/main" id="{F96F75DE-8A44-4EC5-83C6-95BDDF10DFD9}"/>
              </a:ext>
            </a:extLst>
          </p:cNvPr>
          <p:cNvSpPr>
            <a:spLocks noGrp="1"/>
          </p:cNvSpPr>
          <p:nvPr>
            <p:ph type="title"/>
          </p:nvPr>
        </p:nvSpPr>
        <p:spPr>
          <a:xfrm>
            <a:off x="1167492" y="522807"/>
            <a:ext cx="9779183" cy="1325563"/>
          </a:xfrm>
        </p:spPr>
        <p:txBody>
          <a:bodyPr rtlCol="0"/>
          <a:lstStyle/>
          <a:p>
            <a:pPr rtl="0"/>
            <a:r>
              <a:rPr lang="en-GB" sz="5400" dirty="0" err="1"/>
              <a:t>Rumusan</a:t>
            </a:r>
            <a:r>
              <a:rPr lang="en-GB" sz="5400" dirty="0"/>
              <a:t> </a:t>
            </a:r>
            <a:r>
              <a:rPr lang="en-GB" sz="5400" dirty="0" err="1"/>
              <a:t>Masalah</a:t>
            </a:r>
            <a:endParaRPr lang="id-ID" sz="5400" dirty="0"/>
          </a:p>
        </p:txBody>
      </p:sp>
      <p:sp>
        <p:nvSpPr>
          <p:cNvPr id="6" name="Tampungan Nomor Slide 5">
            <a:extLst>
              <a:ext uri="{FF2B5EF4-FFF2-40B4-BE49-F238E27FC236}">
                <a16:creationId xmlns:a16="http://schemas.microsoft.com/office/drawing/2014/main" id="{50B6C709-8794-DF4E-A15C-6E648F09DD12}"/>
              </a:ext>
            </a:extLst>
          </p:cNvPr>
          <p:cNvSpPr>
            <a:spLocks noGrp="1"/>
          </p:cNvSpPr>
          <p:nvPr>
            <p:ph type="sldNum" sz="quarter" idx="4"/>
          </p:nvPr>
        </p:nvSpPr>
        <p:spPr/>
        <p:txBody>
          <a:bodyPr rtlCol="0"/>
          <a:lstStyle/>
          <a:p>
            <a:pPr rtl="0"/>
            <a:fld id="{294A09A9-5501-47C1-A89A-A340965A2BE2}" type="slidenum">
              <a:rPr lang="id-ID" smtClean="0"/>
              <a:pPr rtl="0"/>
              <a:t>20</a:t>
            </a:fld>
            <a:endParaRPr lang="id-ID"/>
          </a:p>
        </p:txBody>
      </p:sp>
      <p:sp>
        <p:nvSpPr>
          <p:cNvPr id="8" name="Content Placeholder 7">
            <a:extLst>
              <a:ext uri="{FF2B5EF4-FFF2-40B4-BE49-F238E27FC236}">
                <a16:creationId xmlns:a16="http://schemas.microsoft.com/office/drawing/2014/main" id="{5378EF9A-6DF2-1B01-4D25-5907CD183193}"/>
              </a:ext>
            </a:extLst>
          </p:cNvPr>
          <p:cNvSpPr>
            <a:spLocks noGrp="1"/>
          </p:cNvSpPr>
          <p:nvPr>
            <p:ph idx="1"/>
          </p:nvPr>
        </p:nvSpPr>
        <p:spPr>
          <a:xfrm>
            <a:off x="1167493" y="2087563"/>
            <a:ext cx="9437007" cy="2687637"/>
          </a:xfrm>
        </p:spPr>
        <p:txBody>
          <a:bodyPr/>
          <a:lstStyle/>
          <a:p>
            <a:pPr marL="457200" indent="-457200">
              <a:buFont typeface="Arial" panose="020B0604020202020204" pitchFamily="34" charset="0"/>
              <a:buChar char="•"/>
            </a:pPr>
            <a:r>
              <a:rPr lang="sv-SE" sz="4000" dirty="0"/>
              <a:t>Bagaimana LightGBM dapat </a:t>
            </a:r>
            <a:r>
              <a:rPr lang="sv-SE" sz="3600" dirty="0"/>
              <a:t>meningkatkan</a:t>
            </a:r>
            <a:r>
              <a:rPr lang="sv-SE" sz="4000" dirty="0"/>
              <a:t> akurasi prediksi xG?</a:t>
            </a:r>
          </a:p>
          <a:p>
            <a:pPr marL="457200" indent="-457200">
              <a:buFont typeface="Arial" panose="020B0604020202020204" pitchFamily="34" charset="0"/>
              <a:buChar char="•"/>
            </a:pPr>
            <a:r>
              <a:rPr lang="pt-BR" sz="4000" dirty="0"/>
              <a:t>Seberapa efisien LightGBM dalam memproses data untuk prediksi xG?</a:t>
            </a:r>
            <a:endParaRPr lang="id-ID" sz="4000" dirty="0"/>
          </a:p>
        </p:txBody>
      </p:sp>
    </p:spTree>
    <p:extLst>
      <p:ext uri="{BB962C8B-B14F-4D97-AF65-F5344CB8AC3E}">
        <p14:creationId xmlns:p14="http://schemas.microsoft.com/office/powerpoint/2010/main" val="421291746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Judul 1">
            <a:extLst>
              <a:ext uri="{FF2B5EF4-FFF2-40B4-BE49-F238E27FC236}">
                <a16:creationId xmlns:a16="http://schemas.microsoft.com/office/drawing/2014/main" id="{27A6F7BB-30A8-4980-AD4A-2FB0B53FA6C9}"/>
              </a:ext>
            </a:extLst>
          </p:cNvPr>
          <p:cNvSpPr>
            <a:spLocks noGrp="1"/>
          </p:cNvSpPr>
          <p:nvPr>
            <p:ph type="title"/>
          </p:nvPr>
        </p:nvSpPr>
        <p:spPr>
          <a:xfrm>
            <a:off x="750430" y="381000"/>
            <a:ext cx="10678142" cy="1325563"/>
          </a:xfrm>
        </p:spPr>
        <p:txBody>
          <a:bodyPr rtlCol="0"/>
          <a:lstStyle/>
          <a:p>
            <a:pPr rtl="0"/>
            <a:r>
              <a:rPr lang="en-GB" dirty="0"/>
              <a:t>Batasan </a:t>
            </a:r>
            <a:r>
              <a:rPr lang="en-GB" dirty="0" err="1"/>
              <a:t>Masalah</a:t>
            </a:r>
            <a:endParaRPr lang="id-ID" dirty="0"/>
          </a:p>
        </p:txBody>
      </p:sp>
      <p:sp>
        <p:nvSpPr>
          <p:cNvPr id="3" name="Tampungan Tanggal 2">
            <a:extLst>
              <a:ext uri="{FF2B5EF4-FFF2-40B4-BE49-F238E27FC236}">
                <a16:creationId xmlns:a16="http://schemas.microsoft.com/office/drawing/2014/main" id="{DF3B501F-5E7A-5D46-8856-A27912A21D96}"/>
              </a:ext>
            </a:extLst>
          </p:cNvPr>
          <p:cNvSpPr>
            <a:spLocks noGrp="1"/>
          </p:cNvSpPr>
          <p:nvPr>
            <p:ph type="dt" sz="half" idx="25"/>
          </p:nvPr>
        </p:nvSpPr>
        <p:spPr>
          <a:xfrm>
            <a:off x="381000" y="6356350"/>
            <a:ext cx="2743200" cy="365125"/>
          </a:xfrm>
        </p:spPr>
        <p:txBody>
          <a:bodyPr rtlCol="0"/>
          <a:lstStyle/>
          <a:p>
            <a:pPr rtl="0"/>
            <a:fld id="{423EE75F-42B8-4E1A-83C6-1B72B3C0E408}" type="datetime1">
              <a:rPr lang="id-ID" smtClean="0"/>
              <a:t>24/11/2025</a:t>
            </a:fld>
            <a:endParaRPr lang="id-ID"/>
          </a:p>
        </p:txBody>
      </p:sp>
      <p:sp>
        <p:nvSpPr>
          <p:cNvPr id="4" name="Tampungan Kaki 3">
            <a:extLst>
              <a:ext uri="{FF2B5EF4-FFF2-40B4-BE49-F238E27FC236}">
                <a16:creationId xmlns:a16="http://schemas.microsoft.com/office/drawing/2014/main" id="{E9CE3E8F-3700-FE42-BA65-89071D20A786}"/>
              </a:ext>
            </a:extLst>
          </p:cNvPr>
          <p:cNvSpPr>
            <a:spLocks noGrp="1"/>
          </p:cNvSpPr>
          <p:nvPr>
            <p:ph type="ftr" sz="quarter" idx="26"/>
          </p:nvPr>
        </p:nvSpPr>
        <p:spPr>
          <a:xfrm>
            <a:off x="4038600" y="6356350"/>
            <a:ext cx="4114800" cy="365125"/>
          </a:xfrm>
        </p:spPr>
        <p:txBody>
          <a:bodyPr rtlCol="0"/>
          <a:lstStyle/>
          <a:p>
            <a:pPr rtl="0"/>
            <a:r>
              <a:rPr lang="id-ID"/>
              <a:t>JUDUL PRESENTASI</a:t>
            </a:r>
          </a:p>
        </p:txBody>
      </p:sp>
      <p:sp>
        <p:nvSpPr>
          <p:cNvPr id="5" name="Tampungan Nomor Slide 4">
            <a:extLst>
              <a:ext uri="{FF2B5EF4-FFF2-40B4-BE49-F238E27FC236}">
                <a16:creationId xmlns:a16="http://schemas.microsoft.com/office/drawing/2014/main" id="{352A2850-23AF-A249-8907-5DAF2E2D2269}"/>
              </a:ext>
            </a:extLst>
          </p:cNvPr>
          <p:cNvSpPr>
            <a:spLocks noGrp="1"/>
          </p:cNvSpPr>
          <p:nvPr>
            <p:ph type="sldNum" sz="quarter" idx="27"/>
          </p:nvPr>
        </p:nvSpPr>
        <p:spPr>
          <a:xfrm>
            <a:off x="9067800" y="6356350"/>
            <a:ext cx="2743200" cy="365125"/>
          </a:xfrm>
        </p:spPr>
        <p:txBody>
          <a:bodyPr rtlCol="0"/>
          <a:lstStyle/>
          <a:p>
            <a:pPr rtl="0"/>
            <a:fld id="{294A09A9-5501-47C1-A89A-A340965A2BE2}" type="slidenum">
              <a:rPr lang="id-ID" smtClean="0"/>
              <a:pPr rtl="0"/>
              <a:t>21</a:t>
            </a:fld>
            <a:endParaRPr lang="id-ID"/>
          </a:p>
        </p:txBody>
      </p:sp>
      <p:sp>
        <p:nvSpPr>
          <p:cNvPr id="78" name="Content Placeholder 7">
            <a:extLst>
              <a:ext uri="{FF2B5EF4-FFF2-40B4-BE49-F238E27FC236}">
                <a16:creationId xmlns:a16="http://schemas.microsoft.com/office/drawing/2014/main" id="{B95C08ED-9EA2-79F4-DDA9-96FBA72A6227}"/>
              </a:ext>
            </a:extLst>
          </p:cNvPr>
          <p:cNvSpPr txBox="1">
            <a:spLocks/>
          </p:cNvSpPr>
          <p:nvPr/>
        </p:nvSpPr>
        <p:spPr>
          <a:xfrm>
            <a:off x="1167493" y="2087563"/>
            <a:ext cx="9437007" cy="268763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r>
              <a:rPr lang="id-ID" sz="2400" dirty="0"/>
              <a:t>Penelitian ini hanya berfokus pada implementasi dan optimalisasi </a:t>
            </a:r>
            <a:r>
              <a:rPr lang="id-ID" sz="2400" b="1" dirty="0" err="1"/>
              <a:t>LightGBM</a:t>
            </a:r>
            <a:r>
              <a:rPr lang="en-GB" sz="2400" b="1" dirty="0"/>
              <a:t>.</a:t>
            </a:r>
          </a:p>
          <a:p>
            <a:pPr marL="457200" indent="-457200"/>
            <a:r>
              <a:rPr lang="id-ID" sz="2400" dirty="0"/>
              <a:t>Sumber data yang digunakan adalah </a:t>
            </a:r>
            <a:r>
              <a:rPr lang="id-ID" sz="2400" b="1" dirty="0" err="1"/>
              <a:t>StatsBomb</a:t>
            </a:r>
            <a:r>
              <a:rPr lang="id-ID" sz="2400" b="1" dirty="0"/>
              <a:t> Open Data</a:t>
            </a:r>
            <a:r>
              <a:rPr lang="id-ID" sz="2400" dirty="0"/>
              <a:t>.</a:t>
            </a:r>
            <a:endParaRPr lang="en-GB" sz="2400" dirty="0"/>
          </a:p>
          <a:p>
            <a:pPr marL="457200" indent="-457200"/>
            <a:r>
              <a:rPr lang="id-ID" sz="2400" dirty="0"/>
              <a:t>Sampel data hanya mencakup tembakan dari situasi </a:t>
            </a:r>
            <a:r>
              <a:rPr lang="id-ID" sz="2400" b="1" dirty="0"/>
              <a:t>permainan terbuka (</a:t>
            </a:r>
            <a:r>
              <a:rPr lang="id-ID" sz="2400" b="1" i="1" dirty="0"/>
              <a:t>open </a:t>
            </a:r>
            <a:r>
              <a:rPr lang="id-ID" sz="2400" b="1" i="1" dirty="0" err="1"/>
              <a:t>play</a:t>
            </a:r>
            <a:r>
              <a:rPr lang="id-ID" sz="2400" b="1" dirty="0"/>
              <a:t>)</a:t>
            </a:r>
            <a:r>
              <a:rPr lang="id-ID" sz="2400" dirty="0"/>
              <a:t>. Tembakan dari bola mati (penalti, tendangan bebas, dll.) tidak diikutsertakan.</a:t>
            </a:r>
            <a:endParaRPr lang="en-GB" sz="2400" dirty="0"/>
          </a:p>
          <a:p>
            <a:pPr marL="457200" indent="-457200"/>
            <a:r>
              <a:rPr lang="id-ID" sz="2400" dirty="0"/>
              <a:t>Kinerja model diukur secara spesifik menggunakan metrik </a:t>
            </a:r>
            <a:r>
              <a:rPr lang="id-ID" sz="2400" b="1" dirty="0"/>
              <a:t>ROC AUC, </a:t>
            </a:r>
            <a:r>
              <a:rPr lang="id-ID" sz="2400" b="1" dirty="0" err="1"/>
              <a:t>Brier</a:t>
            </a:r>
            <a:r>
              <a:rPr lang="id-ID" sz="2400" b="1" dirty="0"/>
              <a:t> </a:t>
            </a:r>
            <a:r>
              <a:rPr lang="id-ID" sz="2400" b="1" dirty="0" err="1"/>
              <a:t>Score</a:t>
            </a:r>
            <a:r>
              <a:rPr lang="id-ID" sz="2400" b="1" dirty="0"/>
              <a:t>, Presisi, </a:t>
            </a:r>
            <a:r>
              <a:rPr lang="id-ID" sz="2400" b="1" dirty="0" err="1"/>
              <a:t>Recall</a:t>
            </a:r>
            <a:r>
              <a:rPr lang="id-ID" sz="2400" b="1" dirty="0"/>
              <a:t>, F1-Score, Log-</a:t>
            </a:r>
            <a:r>
              <a:rPr lang="id-ID" sz="2400" b="1" dirty="0" err="1"/>
              <a:t>Loss</a:t>
            </a:r>
            <a:r>
              <a:rPr lang="id-ID" sz="2400" b="1" dirty="0"/>
              <a:t>,</a:t>
            </a:r>
            <a:r>
              <a:rPr lang="id-ID" sz="2400" dirty="0"/>
              <a:t> dan </a:t>
            </a:r>
            <a:r>
              <a:rPr lang="id-ID" sz="2400" b="1" dirty="0"/>
              <a:t>waktu pemrosesan</a:t>
            </a:r>
            <a:r>
              <a:rPr lang="id-ID" sz="2400" dirty="0"/>
              <a:t>.</a:t>
            </a:r>
          </a:p>
        </p:txBody>
      </p:sp>
    </p:spTree>
    <p:extLst>
      <p:ext uri="{BB962C8B-B14F-4D97-AF65-F5344CB8AC3E}">
        <p14:creationId xmlns:p14="http://schemas.microsoft.com/office/powerpoint/2010/main" val="339626675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Judul 1">
            <a:extLst>
              <a:ext uri="{FF2B5EF4-FFF2-40B4-BE49-F238E27FC236}">
                <a16:creationId xmlns:a16="http://schemas.microsoft.com/office/drawing/2014/main" id="{8460295B-54B9-4937-90E3-BAB9CE69E30B}"/>
              </a:ext>
            </a:extLst>
          </p:cNvPr>
          <p:cNvSpPr>
            <a:spLocks noGrp="1"/>
          </p:cNvSpPr>
          <p:nvPr>
            <p:ph type="ctrTitle"/>
          </p:nvPr>
        </p:nvSpPr>
        <p:spPr>
          <a:xfrm>
            <a:off x="722994" y="1221850"/>
            <a:ext cx="6245912" cy="832900"/>
          </a:xfrm>
        </p:spPr>
        <p:txBody>
          <a:bodyPr rtlCol="0"/>
          <a:lstStyle/>
          <a:p>
            <a:pPr rtl="0"/>
            <a:r>
              <a:rPr lang="en-GB" dirty="0"/>
              <a:t>Tujuan </a:t>
            </a:r>
            <a:r>
              <a:rPr lang="en-GB" dirty="0" err="1"/>
              <a:t>Penelitian</a:t>
            </a:r>
            <a:endParaRPr lang="id-ID" dirty="0"/>
          </a:p>
        </p:txBody>
      </p:sp>
      <p:sp>
        <p:nvSpPr>
          <p:cNvPr id="4" name="Tampungan Teks 3">
            <a:extLst>
              <a:ext uri="{FF2B5EF4-FFF2-40B4-BE49-F238E27FC236}">
                <a16:creationId xmlns:a16="http://schemas.microsoft.com/office/drawing/2014/main" id="{D51A6D85-3837-435F-A342-5A3F98172B12}"/>
              </a:ext>
            </a:extLst>
          </p:cNvPr>
          <p:cNvSpPr>
            <a:spLocks noGrp="1"/>
          </p:cNvSpPr>
          <p:nvPr>
            <p:ph type="subTitle" idx="1"/>
          </p:nvPr>
        </p:nvSpPr>
        <p:spPr>
          <a:xfrm>
            <a:off x="722994" y="2624675"/>
            <a:ext cx="6245912" cy="2595025"/>
          </a:xfrm>
        </p:spPr>
        <p:txBody>
          <a:bodyPr vert="horz" lIns="91440" tIns="45720" rIns="91440" bIns="45720" rtlCol="0" anchor="t">
            <a:normAutofit fontScale="92500" lnSpcReduction="10000"/>
          </a:bodyPr>
          <a:lstStyle/>
          <a:p>
            <a:pPr marL="457200" indent="-457200">
              <a:buFont typeface="Arial" panose="020B0604020202020204" pitchFamily="34" charset="0"/>
              <a:buChar char="•"/>
            </a:pPr>
            <a:r>
              <a:rPr lang="id-ID" sz="2400" dirty="0"/>
              <a:t>Mengimplementasikan algoritma </a:t>
            </a:r>
            <a:r>
              <a:rPr lang="id-ID" sz="2400" dirty="0" err="1"/>
              <a:t>LightGBM</a:t>
            </a:r>
            <a:r>
              <a:rPr lang="id-ID" sz="2400" dirty="0"/>
              <a:t> untuk membangun model prediksi </a:t>
            </a:r>
            <a:r>
              <a:rPr lang="id-ID" sz="2400" dirty="0" err="1"/>
              <a:t>xG</a:t>
            </a:r>
            <a:r>
              <a:rPr lang="en-GB" sz="2400" dirty="0"/>
              <a:t>.</a:t>
            </a:r>
          </a:p>
          <a:p>
            <a:pPr marL="457200" indent="-457200">
              <a:buFont typeface="Arial" panose="020B0604020202020204" pitchFamily="34" charset="0"/>
              <a:buChar char="•"/>
            </a:pPr>
            <a:r>
              <a:rPr lang="id-ID" sz="2400" dirty="0"/>
              <a:t>Mengukur </a:t>
            </a:r>
            <a:r>
              <a:rPr lang="id-ID" sz="2400" b="1" dirty="0"/>
              <a:t>tingkat akurasi</a:t>
            </a:r>
            <a:r>
              <a:rPr lang="id-ID" sz="2400" dirty="0"/>
              <a:t> prediksi model menggunakan serangkaian metrik yang telah ditentukan.</a:t>
            </a:r>
            <a:endParaRPr lang="en-GB" sz="2400" dirty="0"/>
          </a:p>
          <a:p>
            <a:pPr marL="457200" indent="-457200">
              <a:buFont typeface="Arial" panose="020B0604020202020204" pitchFamily="34" charset="0"/>
              <a:buChar char="•"/>
            </a:pPr>
            <a:r>
              <a:rPr lang="id-ID" sz="2400" dirty="0"/>
              <a:t>Mengukur </a:t>
            </a:r>
            <a:r>
              <a:rPr lang="id-ID" sz="2400" b="1" dirty="0"/>
              <a:t>efisiensi komputasi</a:t>
            </a:r>
            <a:r>
              <a:rPr lang="id-ID" sz="2400" dirty="0"/>
              <a:t> model berdasarkan waktu pemrosesan yang dibutuhkan.</a:t>
            </a:r>
            <a:endParaRPr lang="en-GB" sz="2400" dirty="0"/>
          </a:p>
          <a:p>
            <a:pPr marL="457200" indent="-457200">
              <a:buFont typeface="Arial" panose="020B0604020202020204" pitchFamily="34" charset="0"/>
              <a:buChar char="•"/>
            </a:pPr>
            <a:endParaRPr lang="id-ID" sz="2400" dirty="0"/>
          </a:p>
        </p:txBody>
      </p:sp>
    </p:spTree>
    <p:extLst>
      <p:ext uri="{BB962C8B-B14F-4D97-AF65-F5344CB8AC3E}">
        <p14:creationId xmlns:p14="http://schemas.microsoft.com/office/powerpoint/2010/main" val="344679733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Judul 1">
            <a:extLst>
              <a:ext uri="{FF2B5EF4-FFF2-40B4-BE49-F238E27FC236}">
                <a16:creationId xmlns:a16="http://schemas.microsoft.com/office/drawing/2014/main" id="{DD0B6389-2374-4677-B8BB-59410CCC32FD}"/>
              </a:ext>
            </a:extLst>
          </p:cNvPr>
          <p:cNvSpPr>
            <a:spLocks noGrp="1"/>
          </p:cNvSpPr>
          <p:nvPr>
            <p:ph type="title"/>
          </p:nvPr>
        </p:nvSpPr>
        <p:spPr>
          <a:xfrm>
            <a:off x="1167492" y="381001"/>
            <a:ext cx="9779183" cy="1262062"/>
          </a:xfrm>
        </p:spPr>
        <p:txBody>
          <a:bodyPr rtlCol="0">
            <a:normAutofit fontScale="90000"/>
          </a:bodyPr>
          <a:lstStyle/>
          <a:p>
            <a:pPr rtl="0"/>
            <a:r>
              <a:rPr lang="en-GB" dirty="0" err="1"/>
              <a:t>Landasan</a:t>
            </a:r>
            <a:r>
              <a:rPr lang="en-GB" dirty="0"/>
              <a:t> Teori</a:t>
            </a:r>
            <a:br>
              <a:rPr lang="en-GB" dirty="0"/>
            </a:br>
            <a:r>
              <a:rPr lang="en-GB" b="0" i="1" dirty="0" err="1"/>
              <a:t>Analisis</a:t>
            </a:r>
            <a:r>
              <a:rPr lang="en-GB" b="0" i="1" dirty="0"/>
              <a:t> </a:t>
            </a:r>
            <a:r>
              <a:rPr lang="en-GB" b="0" i="1" dirty="0" err="1"/>
              <a:t>Sepak</a:t>
            </a:r>
            <a:r>
              <a:rPr lang="en-GB" b="0" i="1" dirty="0"/>
              <a:t> Bola</a:t>
            </a:r>
            <a:endParaRPr lang="id-ID" b="0" i="1" dirty="0"/>
          </a:p>
        </p:txBody>
      </p:sp>
      <p:sp>
        <p:nvSpPr>
          <p:cNvPr id="13" name="TextBox 12">
            <a:extLst>
              <a:ext uri="{FF2B5EF4-FFF2-40B4-BE49-F238E27FC236}">
                <a16:creationId xmlns:a16="http://schemas.microsoft.com/office/drawing/2014/main" id="{3B2B8A14-1FBE-5215-CF2B-905D2837E291}"/>
              </a:ext>
            </a:extLst>
          </p:cNvPr>
          <p:cNvSpPr txBox="1"/>
          <p:nvPr/>
        </p:nvSpPr>
        <p:spPr>
          <a:xfrm>
            <a:off x="792776" y="1720840"/>
            <a:ext cx="10312759" cy="4893647"/>
          </a:xfrm>
          <a:prstGeom prst="rect">
            <a:avLst/>
          </a:prstGeom>
          <a:noFill/>
        </p:spPr>
        <p:txBody>
          <a:bodyPr wrap="square">
            <a:spAutoFit/>
          </a:bodyPr>
          <a:lstStyle/>
          <a:p>
            <a:r>
              <a:rPr lang="id-ID" sz="2400" dirty="0"/>
              <a:t>Analisis sepak bola adalah proses pengolahan data untuk mendapatkan keunggulan kompetitif, baik untuk meningkatkan performa tim maupun untuk tujuan ekonomi.</a:t>
            </a:r>
          </a:p>
          <a:p>
            <a:r>
              <a:rPr lang="id-ID" sz="2400" b="1" dirty="0"/>
              <a:t>Tujuan Utama:</a:t>
            </a:r>
            <a:endParaRPr lang="id-ID" sz="2400" dirty="0"/>
          </a:p>
          <a:p>
            <a:pPr marL="342900" indent="-342900">
              <a:buFont typeface="Arial" panose="020B0604020202020204" pitchFamily="34" charset="0"/>
              <a:buChar char="•"/>
            </a:pPr>
            <a:r>
              <a:rPr lang="id-ID" sz="2400" dirty="0"/>
              <a:t>Mengubah data menjadi wawasan strategis.</a:t>
            </a:r>
          </a:p>
          <a:p>
            <a:pPr marL="342900" indent="-342900">
              <a:buFont typeface="Arial" panose="020B0604020202020204" pitchFamily="34" charset="0"/>
              <a:buChar char="•"/>
            </a:pPr>
            <a:r>
              <a:rPr lang="id-ID" sz="2400" dirty="0"/>
              <a:t>Mengurangi </a:t>
            </a:r>
            <a:r>
              <a:rPr lang="id-ID" sz="2400" dirty="0" err="1"/>
              <a:t>subjektivitas</a:t>
            </a:r>
            <a:r>
              <a:rPr lang="id-ID" sz="2400" dirty="0"/>
              <a:t> dalam pengambilan keputusan.</a:t>
            </a:r>
          </a:p>
          <a:p>
            <a:r>
              <a:rPr lang="id-ID" sz="2400" b="1" dirty="0"/>
              <a:t>Jenis Data yang Digunakan:</a:t>
            </a:r>
            <a:endParaRPr lang="id-ID" sz="2400" dirty="0"/>
          </a:p>
          <a:p>
            <a:pPr marL="342900" indent="-342900">
              <a:buFont typeface="Arial" panose="020B0604020202020204" pitchFamily="34" charset="0"/>
              <a:buChar char="•"/>
            </a:pPr>
            <a:r>
              <a:rPr lang="id-ID" sz="2400" b="1" dirty="0"/>
              <a:t>Data Peristiwa (Event):</a:t>
            </a:r>
            <a:r>
              <a:rPr lang="id-ID" sz="2400" dirty="0"/>
              <a:t> Mencatat semua aksi terkait bola seperti tembakan, umpan, dan tekel.</a:t>
            </a:r>
          </a:p>
          <a:p>
            <a:pPr marL="342900" indent="-342900">
              <a:buFont typeface="Arial" panose="020B0604020202020204" pitchFamily="34" charset="0"/>
              <a:buChar char="•"/>
            </a:pPr>
            <a:r>
              <a:rPr lang="id-ID" sz="2400" b="1" dirty="0"/>
              <a:t>Data Pelacakan (</a:t>
            </a:r>
            <a:r>
              <a:rPr lang="id-ID" sz="2400" b="1" dirty="0" err="1"/>
              <a:t>Tracking</a:t>
            </a:r>
            <a:r>
              <a:rPr lang="id-ID" sz="2400" b="1" dirty="0"/>
              <a:t>):</a:t>
            </a:r>
            <a:r>
              <a:rPr lang="id-ID" sz="2400" dirty="0"/>
              <a:t> Merekam pergerakan setiap pemain di lapangan untuk analisis taktis.</a:t>
            </a:r>
          </a:p>
          <a:p>
            <a:pPr marL="342900" indent="-342900">
              <a:buFont typeface="Arial" panose="020B0604020202020204" pitchFamily="34" charset="0"/>
              <a:buChar char="•"/>
            </a:pPr>
            <a:r>
              <a:rPr lang="id-ID" sz="2400" b="1" dirty="0"/>
              <a:t>Data GPS:</a:t>
            </a:r>
            <a:r>
              <a:rPr lang="id-ID" sz="2400" dirty="0"/>
              <a:t> Mengukur aktivitas fisik pemain, seperti jarak tempuh dan intensitas lari</a:t>
            </a:r>
            <a:r>
              <a:rPr lang="en-GB" sz="2400" dirty="0"/>
              <a:t>. DLL</a:t>
            </a:r>
            <a:endParaRPr lang="id-ID" sz="2400" dirty="0"/>
          </a:p>
        </p:txBody>
      </p:sp>
    </p:spTree>
    <p:extLst>
      <p:ext uri="{BB962C8B-B14F-4D97-AF65-F5344CB8AC3E}">
        <p14:creationId xmlns:p14="http://schemas.microsoft.com/office/powerpoint/2010/main" val="70020926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Judul 1">
            <a:extLst>
              <a:ext uri="{FF2B5EF4-FFF2-40B4-BE49-F238E27FC236}">
                <a16:creationId xmlns:a16="http://schemas.microsoft.com/office/drawing/2014/main" id="{27A6F7BB-30A8-4980-AD4A-2FB0B53FA6C9}"/>
              </a:ext>
            </a:extLst>
          </p:cNvPr>
          <p:cNvSpPr>
            <a:spLocks noGrp="1"/>
          </p:cNvSpPr>
          <p:nvPr>
            <p:ph type="title"/>
          </p:nvPr>
        </p:nvSpPr>
        <p:spPr>
          <a:xfrm>
            <a:off x="750430" y="381001"/>
            <a:ext cx="8401624" cy="800100"/>
          </a:xfrm>
        </p:spPr>
        <p:txBody>
          <a:bodyPr rtlCol="0"/>
          <a:lstStyle/>
          <a:p>
            <a:pPr rtl="0"/>
            <a:r>
              <a:rPr lang="en-GB" dirty="0" err="1"/>
              <a:t>Landasan</a:t>
            </a:r>
            <a:r>
              <a:rPr lang="en-GB" dirty="0"/>
              <a:t> Teori</a:t>
            </a:r>
            <a:endParaRPr lang="id-ID" dirty="0"/>
          </a:p>
        </p:txBody>
      </p:sp>
      <p:sp>
        <p:nvSpPr>
          <p:cNvPr id="30" name="Content Placeholder 7">
            <a:extLst>
              <a:ext uri="{FF2B5EF4-FFF2-40B4-BE49-F238E27FC236}">
                <a16:creationId xmlns:a16="http://schemas.microsoft.com/office/drawing/2014/main" id="{3356F53D-93D5-F6C0-E8ED-84F1016A46C5}"/>
              </a:ext>
            </a:extLst>
          </p:cNvPr>
          <p:cNvSpPr txBox="1">
            <a:spLocks/>
          </p:cNvSpPr>
          <p:nvPr/>
        </p:nvSpPr>
        <p:spPr>
          <a:xfrm>
            <a:off x="296406" y="1785144"/>
            <a:ext cx="9341080" cy="429634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r>
              <a:rPr lang="id-ID" b="1" dirty="0" err="1"/>
              <a:t>xG</a:t>
            </a:r>
            <a:r>
              <a:rPr lang="id-ID" dirty="0"/>
              <a:t> adalah metrik untuk mengukur </a:t>
            </a:r>
            <a:r>
              <a:rPr lang="id-ID" b="1" dirty="0"/>
              <a:t>kualitas sebuah peluang tembakan</a:t>
            </a:r>
            <a:r>
              <a:rPr lang="en-GB" b="1" dirty="0"/>
              <a:t> </a:t>
            </a:r>
            <a:r>
              <a:rPr lang="en-GB" b="1" dirty="0" err="1"/>
              <a:t>menggunakan</a:t>
            </a:r>
            <a:r>
              <a:rPr lang="en-GB" b="1" dirty="0"/>
              <a:t> </a:t>
            </a:r>
            <a:r>
              <a:rPr lang="en-GB" b="1" dirty="0" err="1"/>
              <a:t>probabilitas</a:t>
            </a:r>
            <a:r>
              <a:rPr lang="id-ID" dirty="0"/>
              <a:t>.</a:t>
            </a:r>
            <a:endParaRPr lang="en-GB" dirty="0"/>
          </a:p>
          <a:p>
            <a:pPr marL="457200" indent="-457200"/>
            <a:r>
              <a:rPr lang="en-GB" dirty="0"/>
              <a:t>Pada </a:t>
            </a:r>
            <a:r>
              <a:rPr lang="en-GB" dirty="0" err="1"/>
              <a:t>umumnya</a:t>
            </a:r>
            <a:r>
              <a:rPr lang="en-GB" dirty="0"/>
              <a:t> </a:t>
            </a:r>
            <a:r>
              <a:rPr lang="id-ID" dirty="0"/>
              <a:t>Model </a:t>
            </a:r>
            <a:r>
              <a:rPr lang="id-ID" dirty="0" err="1"/>
              <a:t>xG</a:t>
            </a:r>
            <a:r>
              <a:rPr lang="id-ID" dirty="0"/>
              <a:t> menganalisis ribuan data tembakan historis dengan mempertimbangkan berbagai faktor, seperti:</a:t>
            </a:r>
            <a:endParaRPr lang="en-GB" dirty="0"/>
          </a:p>
          <a:p>
            <a:pPr lvl="1"/>
            <a:r>
              <a:rPr lang="id-ID" dirty="0"/>
              <a:t>Jarak dan sudut tembakan</a:t>
            </a:r>
          </a:p>
          <a:p>
            <a:pPr lvl="1"/>
            <a:r>
              <a:rPr lang="id-ID" dirty="0"/>
              <a:t>Bagian tubuh yang digunakan (kaki atau kepala)</a:t>
            </a:r>
          </a:p>
          <a:p>
            <a:pPr lvl="1"/>
            <a:r>
              <a:rPr lang="id-ID" dirty="0"/>
              <a:t>Jenis permainan yang mendahului tembakan (umpan terobosan, dll.). (</a:t>
            </a:r>
            <a:r>
              <a:rPr lang="id-ID" dirty="0" err="1"/>
              <a:t>Olvera-Rojas</a:t>
            </a:r>
            <a:r>
              <a:rPr lang="id-ID" dirty="0"/>
              <a:t> </a:t>
            </a:r>
            <a:r>
              <a:rPr lang="id-ID" dirty="0" err="1"/>
              <a:t>et</a:t>
            </a:r>
            <a:r>
              <a:rPr lang="id-ID" dirty="0"/>
              <a:t> </a:t>
            </a:r>
            <a:r>
              <a:rPr lang="id-ID" dirty="0" err="1"/>
              <a:t>al.</a:t>
            </a:r>
            <a:r>
              <a:rPr lang="id-ID" dirty="0"/>
              <a:t>, 2023).</a:t>
            </a:r>
          </a:p>
          <a:p>
            <a:pPr marL="457200" indent="-457200"/>
            <a:endParaRPr lang="id-ID" dirty="0"/>
          </a:p>
        </p:txBody>
      </p:sp>
      <p:sp>
        <p:nvSpPr>
          <p:cNvPr id="32" name="Judul 1">
            <a:extLst>
              <a:ext uri="{FF2B5EF4-FFF2-40B4-BE49-F238E27FC236}">
                <a16:creationId xmlns:a16="http://schemas.microsoft.com/office/drawing/2014/main" id="{B27BB883-ED93-314A-0678-70F078C6176D}"/>
              </a:ext>
            </a:extLst>
          </p:cNvPr>
          <p:cNvSpPr txBox="1">
            <a:spLocks/>
          </p:cNvSpPr>
          <p:nvPr/>
        </p:nvSpPr>
        <p:spPr>
          <a:xfrm>
            <a:off x="750430" y="1181101"/>
            <a:ext cx="8401624" cy="444499"/>
          </a:xfrm>
          <a:prstGeom prst="rect">
            <a:avLst/>
          </a:prstGeom>
        </p:spPr>
        <p:txBody>
          <a:bodyPr vert="horz" lIns="0" tIns="45720" rIns="91440" bIns="45720" rtlCol="0" anchor="b">
            <a:noAutofit/>
          </a:bodyPr>
          <a:lstStyle>
            <a:lvl1pPr algn="l" defTabSz="914400" rtl="0" eaLnBrk="1" latinLnBrk="0" hangingPunct="1">
              <a:lnSpc>
                <a:spcPct val="90000"/>
              </a:lnSpc>
              <a:spcBef>
                <a:spcPct val="0"/>
              </a:spcBef>
              <a:buNone/>
              <a:defRPr sz="4800" b="1" kern="1200">
                <a:solidFill>
                  <a:schemeClr val="tx1"/>
                </a:solidFill>
                <a:latin typeface="+mj-lt"/>
                <a:ea typeface="+mj-ea"/>
                <a:cs typeface="+mj-cs"/>
              </a:defRPr>
            </a:lvl1pPr>
          </a:lstStyle>
          <a:p>
            <a:r>
              <a:rPr lang="en-GB" sz="4000" b="0" i="1" dirty="0"/>
              <a:t>Expected Goals (</a:t>
            </a:r>
            <a:r>
              <a:rPr lang="en-GB" sz="4000" b="0" i="1" dirty="0" err="1"/>
              <a:t>xG</a:t>
            </a:r>
            <a:r>
              <a:rPr lang="en-GB" sz="4000" b="0" i="1" dirty="0"/>
              <a:t>)</a:t>
            </a:r>
            <a:endParaRPr lang="id-ID" sz="4000" b="0" i="1" dirty="0"/>
          </a:p>
        </p:txBody>
      </p:sp>
    </p:spTree>
    <p:extLst>
      <p:ext uri="{BB962C8B-B14F-4D97-AF65-F5344CB8AC3E}">
        <p14:creationId xmlns:p14="http://schemas.microsoft.com/office/powerpoint/2010/main" val="333569028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F79A70-61E0-55D5-4802-32F7DA53AE99}"/>
            </a:ext>
          </a:extLst>
        </p:cNvPr>
        <p:cNvGrpSpPr/>
        <p:nvPr/>
      </p:nvGrpSpPr>
      <p:grpSpPr>
        <a:xfrm>
          <a:off x="0" y="0"/>
          <a:ext cx="0" cy="0"/>
          <a:chOff x="0" y="0"/>
          <a:chExt cx="0" cy="0"/>
        </a:xfrm>
      </p:grpSpPr>
      <p:sp>
        <p:nvSpPr>
          <p:cNvPr id="2" name="Judul 1">
            <a:extLst>
              <a:ext uri="{FF2B5EF4-FFF2-40B4-BE49-F238E27FC236}">
                <a16:creationId xmlns:a16="http://schemas.microsoft.com/office/drawing/2014/main" id="{12486948-7E20-F333-C541-77AC481A1D02}"/>
              </a:ext>
            </a:extLst>
          </p:cNvPr>
          <p:cNvSpPr>
            <a:spLocks noGrp="1"/>
          </p:cNvSpPr>
          <p:nvPr>
            <p:ph type="title"/>
          </p:nvPr>
        </p:nvSpPr>
        <p:spPr>
          <a:xfrm>
            <a:off x="1167492" y="381001"/>
            <a:ext cx="9779183" cy="1262062"/>
          </a:xfrm>
        </p:spPr>
        <p:txBody>
          <a:bodyPr rtlCol="0">
            <a:normAutofit fontScale="90000"/>
          </a:bodyPr>
          <a:lstStyle/>
          <a:p>
            <a:pPr rtl="0"/>
            <a:r>
              <a:rPr lang="en-GB" dirty="0" err="1"/>
              <a:t>Landasan</a:t>
            </a:r>
            <a:r>
              <a:rPr lang="en-GB" dirty="0"/>
              <a:t> Teori</a:t>
            </a:r>
            <a:br>
              <a:rPr lang="en-GB" dirty="0"/>
            </a:br>
            <a:r>
              <a:rPr lang="en-GB" b="0" i="1" dirty="0" err="1"/>
              <a:t>LightGBM</a:t>
            </a:r>
            <a:endParaRPr lang="id-ID" b="0" i="1" dirty="0"/>
          </a:p>
        </p:txBody>
      </p:sp>
      <p:sp>
        <p:nvSpPr>
          <p:cNvPr id="13" name="TextBox 12">
            <a:extLst>
              <a:ext uri="{FF2B5EF4-FFF2-40B4-BE49-F238E27FC236}">
                <a16:creationId xmlns:a16="http://schemas.microsoft.com/office/drawing/2014/main" id="{828740FB-DA8F-326F-65EC-821E520DA2DC}"/>
              </a:ext>
            </a:extLst>
          </p:cNvPr>
          <p:cNvSpPr txBox="1"/>
          <p:nvPr/>
        </p:nvSpPr>
        <p:spPr>
          <a:xfrm>
            <a:off x="792776" y="1720840"/>
            <a:ext cx="9779183" cy="3416320"/>
          </a:xfrm>
          <a:prstGeom prst="rect">
            <a:avLst/>
          </a:prstGeom>
          <a:noFill/>
        </p:spPr>
        <p:txBody>
          <a:bodyPr wrap="square">
            <a:spAutoFit/>
          </a:bodyPr>
          <a:lstStyle/>
          <a:p>
            <a:pPr marL="342900" indent="-342900" algn="just">
              <a:buFont typeface="Arial" panose="020B0604020202020204" pitchFamily="34" charset="0"/>
              <a:buChar char="•"/>
            </a:pPr>
            <a:r>
              <a:rPr lang="id-ID" sz="2400" b="1" dirty="0" err="1"/>
              <a:t>LightGBM</a:t>
            </a:r>
            <a:r>
              <a:rPr lang="id-ID" sz="2400" dirty="0"/>
              <a:t> adalah sebuah implementasi gradien </a:t>
            </a:r>
            <a:r>
              <a:rPr lang="id-ID" sz="2400" dirty="0" err="1"/>
              <a:t>boosting</a:t>
            </a:r>
            <a:r>
              <a:rPr lang="id-ID" sz="2400" dirty="0"/>
              <a:t> berkinerja tinggi yang didasarkan pada algoritma </a:t>
            </a:r>
            <a:r>
              <a:rPr lang="id-ID" sz="2400" dirty="0" err="1"/>
              <a:t>Gradient</a:t>
            </a:r>
            <a:r>
              <a:rPr lang="id-ID" sz="2400" dirty="0"/>
              <a:t> </a:t>
            </a:r>
            <a:r>
              <a:rPr lang="id-ID" sz="2400" dirty="0" err="1"/>
              <a:t>Boosting</a:t>
            </a:r>
            <a:r>
              <a:rPr lang="id-ID" sz="2400" dirty="0"/>
              <a:t> </a:t>
            </a:r>
            <a:r>
              <a:rPr lang="id-ID" sz="2400" dirty="0" err="1"/>
              <a:t>Decision</a:t>
            </a:r>
            <a:r>
              <a:rPr lang="id-ID" sz="2400" dirty="0"/>
              <a:t> Tree (GBDT), namun disempurnakan dengan teknik inovatif untuk meningkatkan kecepatan dan efisiensi.</a:t>
            </a:r>
            <a:endParaRPr lang="en-GB" sz="2400" dirty="0"/>
          </a:p>
          <a:p>
            <a:pPr marL="342900" indent="-342900" algn="just">
              <a:buFont typeface="Arial" panose="020B0604020202020204" pitchFamily="34" charset="0"/>
              <a:buChar char="•"/>
            </a:pPr>
            <a:r>
              <a:rPr lang="id-ID" sz="2400" dirty="0" err="1"/>
              <a:t>LightGBM</a:t>
            </a:r>
            <a:r>
              <a:rPr lang="id-ID" sz="2400" dirty="0"/>
              <a:t> menggunakan strategi pertumbuhan pohon yang disebut </a:t>
            </a:r>
            <a:r>
              <a:rPr lang="id-ID" sz="2400" b="1" i="1" dirty="0" err="1"/>
              <a:t>leaf-wise</a:t>
            </a:r>
            <a:r>
              <a:rPr lang="id-ID" sz="2400" dirty="0"/>
              <a:t>.</a:t>
            </a:r>
            <a:endParaRPr lang="en-GB" sz="2400" dirty="0"/>
          </a:p>
          <a:p>
            <a:pPr marL="342900" indent="-342900">
              <a:buFont typeface="Arial" panose="020B0604020202020204" pitchFamily="34" charset="0"/>
              <a:buChar char="•"/>
            </a:pPr>
            <a:r>
              <a:rPr lang="id-ID" sz="2400" dirty="0"/>
              <a:t>Apa Saja Inovasi Utamanya?</a:t>
            </a:r>
            <a:endParaRPr lang="en-GB" sz="2400" dirty="0"/>
          </a:p>
          <a:p>
            <a:pPr marL="800100" lvl="1" indent="-342900">
              <a:buFont typeface="Arial" panose="020B0604020202020204" pitchFamily="34" charset="0"/>
              <a:buChar char="•"/>
            </a:pPr>
            <a:r>
              <a:rPr lang="id-ID" sz="2400" b="1" dirty="0"/>
              <a:t>GOSS (</a:t>
            </a:r>
            <a:r>
              <a:rPr lang="id-ID" sz="2400" b="1" dirty="0" err="1"/>
              <a:t>Gradient-based</a:t>
            </a:r>
            <a:r>
              <a:rPr lang="id-ID" sz="2400" b="1" dirty="0"/>
              <a:t> One-</a:t>
            </a:r>
            <a:r>
              <a:rPr lang="id-ID" sz="2400" b="1" dirty="0" err="1"/>
              <a:t>Side</a:t>
            </a:r>
            <a:r>
              <a:rPr lang="id-ID" sz="2400" b="1" dirty="0"/>
              <a:t> Sampling)</a:t>
            </a:r>
            <a:endParaRPr lang="en-GB" sz="2400" b="1" dirty="0"/>
          </a:p>
          <a:p>
            <a:pPr marL="800100" lvl="1" indent="-342900" algn="just">
              <a:buFont typeface="Arial" panose="020B0604020202020204" pitchFamily="34" charset="0"/>
              <a:buChar char="•"/>
            </a:pPr>
            <a:r>
              <a:rPr lang="id-ID" sz="2400" b="1" dirty="0"/>
              <a:t>EFB (</a:t>
            </a:r>
            <a:r>
              <a:rPr lang="id-ID" sz="2400" b="1" dirty="0" err="1"/>
              <a:t>Exclusive</a:t>
            </a:r>
            <a:r>
              <a:rPr lang="id-ID" sz="2400" b="1" dirty="0"/>
              <a:t> </a:t>
            </a:r>
            <a:r>
              <a:rPr lang="id-ID" sz="2400" b="1" dirty="0" err="1"/>
              <a:t>Feature</a:t>
            </a:r>
            <a:r>
              <a:rPr lang="id-ID" sz="2400" b="1" dirty="0"/>
              <a:t> </a:t>
            </a:r>
            <a:r>
              <a:rPr lang="id-ID" sz="2400" b="1" dirty="0" err="1"/>
              <a:t>Bundling</a:t>
            </a:r>
            <a:r>
              <a:rPr lang="id-ID" sz="2400" b="1" dirty="0"/>
              <a:t>)</a:t>
            </a:r>
            <a:endParaRPr lang="id-ID" sz="2400" dirty="0"/>
          </a:p>
        </p:txBody>
      </p:sp>
    </p:spTree>
    <p:extLst>
      <p:ext uri="{BB962C8B-B14F-4D97-AF65-F5344CB8AC3E}">
        <p14:creationId xmlns:p14="http://schemas.microsoft.com/office/powerpoint/2010/main" val="122301744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A834F1-0034-1DE5-27EE-E85C9EC377FB}"/>
            </a:ext>
          </a:extLst>
        </p:cNvPr>
        <p:cNvGrpSpPr/>
        <p:nvPr/>
      </p:nvGrpSpPr>
      <p:grpSpPr>
        <a:xfrm>
          <a:off x="0" y="0"/>
          <a:ext cx="0" cy="0"/>
          <a:chOff x="0" y="0"/>
          <a:chExt cx="0" cy="0"/>
        </a:xfrm>
      </p:grpSpPr>
      <p:sp>
        <p:nvSpPr>
          <p:cNvPr id="2" name="Judul 1">
            <a:extLst>
              <a:ext uri="{FF2B5EF4-FFF2-40B4-BE49-F238E27FC236}">
                <a16:creationId xmlns:a16="http://schemas.microsoft.com/office/drawing/2014/main" id="{D521E069-7313-C537-BB03-F17CA7D05931}"/>
              </a:ext>
            </a:extLst>
          </p:cNvPr>
          <p:cNvSpPr>
            <a:spLocks noGrp="1"/>
          </p:cNvSpPr>
          <p:nvPr>
            <p:ph type="title"/>
          </p:nvPr>
        </p:nvSpPr>
        <p:spPr>
          <a:xfrm>
            <a:off x="1167492" y="381001"/>
            <a:ext cx="9779183" cy="1262062"/>
          </a:xfrm>
        </p:spPr>
        <p:txBody>
          <a:bodyPr rtlCol="0">
            <a:normAutofit fontScale="90000"/>
          </a:bodyPr>
          <a:lstStyle/>
          <a:p>
            <a:pPr rtl="0"/>
            <a:r>
              <a:rPr lang="en-GB" dirty="0" err="1"/>
              <a:t>Landasan</a:t>
            </a:r>
            <a:r>
              <a:rPr lang="en-GB" dirty="0"/>
              <a:t> Teori</a:t>
            </a:r>
            <a:br>
              <a:rPr lang="en-GB" dirty="0"/>
            </a:br>
            <a:r>
              <a:rPr lang="en-GB" b="0" i="1" dirty="0" err="1"/>
              <a:t>LightGBM</a:t>
            </a:r>
            <a:endParaRPr lang="id-ID" b="0" i="1" dirty="0"/>
          </a:p>
        </p:txBody>
      </p:sp>
      <p:pic>
        <p:nvPicPr>
          <p:cNvPr id="3" name="Picture 2" descr="Level wise tree growth in traditional GBDT">
            <a:extLst>
              <a:ext uri="{FF2B5EF4-FFF2-40B4-BE49-F238E27FC236}">
                <a16:creationId xmlns:a16="http://schemas.microsoft.com/office/drawing/2014/main" id="{3D596754-13BC-782E-DC57-6E0E2AFCCF30}"/>
              </a:ext>
            </a:extLst>
          </p:cNvPr>
          <p:cNvPicPr>
            <a:picLocks noChangeAspect="1"/>
          </p:cNvPicPr>
          <p:nvPr/>
        </p:nvPicPr>
        <p:blipFill rotWithShape="1">
          <a:blip r:embed="rId3">
            <a:extLst>
              <a:ext uri="{28A0092B-C50C-407E-A947-70E740481C1C}">
                <a14:useLocalDpi xmlns:a14="http://schemas.microsoft.com/office/drawing/2010/main" val="0"/>
              </a:ext>
            </a:extLst>
          </a:blip>
          <a:srcRect b="19344"/>
          <a:stretch/>
        </p:blipFill>
        <p:spPr bwMode="auto">
          <a:xfrm>
            <a:off x="1282745" y="1819275"/>
            <a:ext cx="5118055" cy="1634657"/>
          </a:xfrm>
          <a:prstGeom prst="rect">
            <a:avLst/>
          </a:prstGeom>
          <a:noFill/>
          <a:ln>
            <a:noFill/>
          </a:ln>
          <a:extLst>
            <a:ext uri="{53640926-AAD7-44D8-BBD7-CCE9431645EC}">
              <a14:shadowObscured xmlns:a14="http://schemas.microsoft.com/office/drawing/2010/main"/>
            </a:ext>
          </a:extLst>
        </p:spPr>
      </p:pic>
      <p:sp>
        <p:nvSpPr>
          <p:cNvPr id="4" name="Judul 1">
            <a:extLst>
              <a:ext uri="{FF2B5EF4-FFF2-40B4-BE49-F238E27FC236}">
                <a16:creationId xmlns:a16="http://schemas.microsoft.com/office/drawing/2014/main" id="{1CBBE07C-DC1E-754C-6198-172788B0232D}"/>
              </a:ext>
            </a:extLst>
          </p:cNvPr>
          <p:cNvSpPr txBox="1">
            <a:spLocks/>
          </p:cNvSpPr>
          <p:nvPr/>
        </p:nvSpPr>
        <p:spPr>
          <a:xfrm>
            <a:off x="2593089" y="3453932"/>
            <a:ext cx="2497365" cy="380319"/>
          </a:xfrm>
          <a:prstGeom prst="rect">
            <a:avLst/>
          </a:prstGeom>
        </p:spPr>
        <p:txBody>
          <a:bodyPr vert="horz" lIns="91440" tIns="45720" rIns="91440" bIns="45720" rtlCol="0" anchor="b">
            <a:normAutofit fontScale="90000" lnSpcReduction="10000"/>
          </a:bodyPr>
          <a:lstStyle>
            <a:lvl1pPr algn="l" defTabSz="914400" rtl="0" eaLnBrk="1" latinLnBrk="0" hangingPunct="1">
              <a:lnSpc>
                <a:spcPct val="90000"/>
              </a:lnSpc>
              <a:spcBef>
                <a:spcPct val="0"/>
              </a:spcBef>
              <a:buNone/>
              <a:defRPr sz="4800" b="1" kern="1200">
                <a:solidFill>
                  <a:schemeClr val="tx1"/>
                </a:solidFill>
                <a:latin typeface="+mj-lt"/>
                <a:ea typeface="+mj-ea"/>
                <a:cs typeface="+mj-cs"/>
              </a:defRPr>
            </a:lvl1pPr>
          </a:lstStyle>
          <a:p>
            <a:r>
              <a:rPr lang="en-GB" sz="2400" dirty="0"/>
              <a:t>Level-wise Growth</a:t>
            </a:r>
            <a:endParaRPr lang="id-ID" sz="2400" b="0" i="1" dirty="0"/>
          </a:p>
        </p:txBody>
      </p:sp>
      <p:sp>
        <p:nvSpPr>
          <p:cNvPr id="5" name="Judul 1">
            <a:extLst>
              <a:ext uri="{FF2B5EF4-FFF2-40B4-BE49-F238E27FC236}">
                <a16:creationId xmlns:a16="http://schemas.microsoft.com/office/drawing/2014/main" id="{77361D8C-A13F-5129-02FB-C76670FE44B9}"/>
              </a:ext>
            </a:extLst>
          </p:cNvPr>
          <p:cNvSpPr txBox="1">
            <a:spLocks/>
          </p:cNvSpPr>
          <p:nvPr/>
        </p:nvSpPr>
        <p:spPr>
          <a:xfrm>
            <a:off x="6147943" y="3651387"/>
            <a:ext cx="505710" cy="380319"/>
          </a:xfrm>
          <a:prstGeom prst="rect">
            <a:avLst/>
          </a:prstGeom>
        </p:spPr>
        <p:txBody>
          <a:bodyPr vert="horz" lIns="91440" tIns="45720" rIns="91440" bIns="45720" rtlCol="0" anchor="b">
            <a:normAutofit fontScale="90000" lnSpcReduction="10000"/>
          </a:bodyPr>
          <a:lstStyle>
            <a:lvl1pPr algn="l" defTabSz="914400" rtl="0" eaLnBrk="1" latinLnBrk="0" hangingPunct="1">
              <a:lnSpc>
                <a:spcPct val="90000"/>
              </a:lnSpc>
              <a:spcBef>
                <a:spcPct val="0"/>
              </a:spcBef>
              <a:buNone/>
              <a:defRPr sz="4800" b="1" kern="1200">
                <a:solidFill>
                  <a:schemeClr val="tx1"/>
                </a:solidFill>
                <a:latin typeface="+mj-lt"/>
                <a:ea typeface="+mj-ea"/>
                <a:cs typeface="+mj-cs"/>
              </a:defRPr>
            </a:lvl1pPr>
          </a:lstStyle>
          <a:p>
            <a:r>
              <a:rPr lang="en-GB" sz="2400" dirty="0"/>
              <a:t>VS</a:t>
            </a:r>
            <a:endParaRPr lang="id-ID" sz="2400" b="0" i="1" dirty="0"/>
          </a:p>
        </p:txBody>
      </p:sp>
      <p:pic>
        <p:nvPicPr>
          <p:cNvPr id="6" name="Picture 5">
            <a:extLst>
              <a:ext uri="{FF2B5EF4-FFF2-40B4-BE49-F238E27FC236}">
                <a16:creationId xmlns:a16="http://schemas.microsoft.com/office/drawing/2014/main" id="{CD1B83EE-48F9-6B04-6FB2-EA68801BA467}"/>
              </a:ext>
            </a:extLst>
          </p:cNvPr>
          <p:cNvPicPr>
            <a:picLocks noChangeAspect="1"/>
          </p:cNvPicPr>
          <p:nvPr/>
        </p:nvPicPr>
        <p:blipFill rotWithShape="1">
          <a:blip r:embed="rId4">
            <a:extLst>
              <a:ext uri="{28A0092B-C50C-407E-A947-70E740481C1C}">
                <a14:useLocalDpi xmlns:a14="http://schemas.microsoft.com/office/drawing/2010/main" val="0"/>
              </a:ext>
            </a:extLst>
          </a:blip>
          <a:srcRect b="17242"/>
          <a:stretch/>
        </p:blipFill>
        <p:spPr bwMode="auto">
          <a:xfrm>
            <a:off x="6400798" y="4229161"/>
            <a:ext cx="5486400" cy="1575435"/>
          </a:xfrm>
          <a:prstGeom prst="rect">
            <a:avLst/>
          </a:prstGeom>
          <a:noFill/>
          <a:ln>
            <a:noFill/>
          </a:ln>
          <a:extLst>
            <a:ext uri="{53640926-AAD7-44D8-BBD7-CCE9431645EC}">
              <a14:shadowObscured xmlns:a14="http://schemas.microsoft.com/office/drawing/2010/main"/>
            </a:ext>
          </a:extLst>
        </p:spPr>
      </p:pic>
      <p:sp>
        <p:nvSpPr>
          <p:cNvPr id="7" name="Judul 1">
            <a:extLst>
              <a:ext uri="{FF2B5EF4-FFF2-40B4-BE49-F238E27FC236}">
                <a16:creationId xmlns:a16="http://schemas.microsoft.com/office/drawing/2014/main" id="{9298B31B-37EA-5534-9D63-89924F86BC13}"/>
              </a:ext>
            </a:extLst>
          </p:cNvPr>
          <p:cNvSpPr txBox="1">
            <a:spLocks/>
          </p:cNvSpPr>
          <p:nvPr/>
        </p:nvSpPr>
        <p:spPr>
          <a:xfrm>
            <a:off x="7407478" y="5804596"/>
            <a:ext cx="3539197" cy="380319"/>
          </a:xfrm>
          <a:prstGeom prst="rect">
            <a:avLst/>
          </a:prstGeom>
        </p:spPr>
        <p:txBody>
          <a:bodyPr vert="horz" lIns="91440" tIns="45720" rIns="91440" bIns="45720" rtlCol="0" anchor="b">
            <a:normAutofit fontScale="82500" lnSpcReduction="10000"/>
          </a:bodyPr>
          <a:lstStyle>
            <a:lvl1pPr algn="l" defTabSz="914400" rtl="0" eaLnBrk="1" latinLnBrk="0" hangingPunct="1">
              <a:lnSpc>
                <a:spcPct val="90000"/>
              </a:lnSpc>
              <a:spcBef>
                <a:spcPct val="0"/>
              </a:spcBef>
              <a:buNone/>
              <a:defRPr sz="4800" b="1" kern="1200">
                <a:solidFill>
                  <a:schemeClr val="tx1"/>
                </a:solidFill>
                <a:latin typeface="+mj-lt"/>
                <a:ea typeface="+mj-ea"/>
                <a:cs typeface="+mj-cs"/>
              </a:defRPr>
            </a:lvl1pPr>
          </a:lstStyle>
          <a:p>
            <a:r>
              <a:rPr lang="en-GB" sz="2400" dirty="0"/>
              <a:t>Leaf-wise Growth (</a:t>
            </a:r>
            <a:r>
              <a:rPr lang="en-GB" sz="2400" dirty="0" err="1"/>
              <a:t>LightGBM</a:t>
            </a:r>
            <a:r>
              <a:rPr lang="en-GB" sz="2400" dirty="0"/>
              <a:t>)</a:t>
            </a:r>
            <a:endParaRPr lang="id-ID" sz="2400" b="0" i="1" dirty="0"/>
          </a:p>
        </p:txBody>
      </p:sp>
    </p:spTree>
    <p:extLst>
      <p:ext uri="{BB962C8B-B14F-4D97-AF65-F5344CB8AC3E}">
        <p14:creationId xmlns:p14="http://schemas.microsoft.com/office/powerpoint/2010/main" val="418369707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C6BCFB-2CED-5E79-2447-0CA84C5A9971}"/>
            </a:ext>
          </a:extLst>
        </p:cNvPr>
        <p:cNvGrpSpPr/>
        <p:nvPr/>
      </p:nvGrpSpPr>
      <p:grpSpPr>
        <a:xfrm>
          <a:off x="0" y="0"/>
          <a:ext cx="0" cy="0"/>
          <a:chOff x="0" y="0"/>
          <a:chExt cx="0" cy="0"/>
        </a:xfrm>
      </p:grpSpPr>
      <p:sp>
        <p:nvSpPr>
          <p:cNvPr id="2" name="Judul 1">
            <a:extLst>
              <a:ext uri="{FF2B5EF4-FFF2-40B4-BE49-F238E27FC236}">
                <a16:creationId xmlns:a16="http://schemas.microsoft.com/office/drawing/2014/main" id="{6673E3B1-1728-EE2C-CB67-1316181D81A5}"/>
              </a:ext>
            </a:extLst>
          </p:cNvPr>
          <p:cNvSpPr>
            <a:spLocks noGrp="1"/>
          </p:cNvSpPr>
          <p:nvPr>
            <p:ph type="title"/>
          </p:nvPr>
        </p:nvSpPr>
        <p:spPr>
          <a:xfrm>
            <a:off x="1167492" y="381001"/>
            <a:ext cx="9779183" cy="1262062"/>
          </a:xfrm>
        </p:spPr>
        <p:txBody>
          <a:bodyPr rtlCol="0">
            <a:normAutofit fontScale="90000"/>
          </a:bodyPr>
          <a:lstStyle/>
          <a:p>
            <a:pPr rtl="0"/>
            <a:r>
              <a:rPr lang="en-GB" dirty="0" err="1"/>
              <a:t>Landasan</a:t>
            </a:r>
            <a:r>
              <a:rPr lang="en-GB" dirty="0"/>
              <a:t> Teori</a:t>
            </a:r>
            <a:br>
              <a:rPr lang="en-GB" dirty="0"/>
            </a:br>
            <a:r>
              <a:rPr lang="en-GB" b="0" i="1" dirty="0" err="1"/>
              <a:t>LightGBM</a:t>
            </a:r>
            <a:endParaRPr lang="id-ID" b="0" i="1" dirty="0"/>
          </a:p>
        </p:txBody>
      </p:sp>
      <p:sp>
        <p:nvSpPr>
          <p:cNvPr id="7" name="Judul 1">
            <a:extLst>
              <a:ext uri="{FF2B5EF4-FFF2-40B4-BE49-F238E27FC236}">
                <a16:creationId xmlns:a16="http://schemas.microsoft.com/office/drawing/2014/main" id="{954FB9BA-E832-B938-EEA3-F494455DE8FB}"/>
              </a:ext>
            </a:extLst>
          </p:cNvPr>
          <p:cNvSpPr txBox="1">
            <a:spLocks/>
          </p:cNvSpPr>
          <p:nvPr/>
        </p:nvSpPr>
        <p:spPr>
          <a:xfrm>
            <a:off x="7407478" y="3077709"/>
            <a:ext cx="3539197" cy="1262062"/>
          </a:xfrm>
          <a:prstGeom prst="rect">
            <a:avLst/>
          </a:prstGeom>
        </p:spPr>
        <p:txBody>
          <a:bodyPr vert="horz" lIns="91440" tIns="45720" rIns="91440" bIns="45720" rtlCol="0" anchor="b">
            <a:normAutofit fontScale="97500"/>
          </a:bodyPr>
          <a:lstStyle>
            <a:lvl1pPr algn="l" defTabSz="914400" rtl="0" eaLnBrk="1" latinLnBrk="0" hangingPunct="1">
              <a:lnSpc>
                <a:spcPct val="90000"/>
              </a:lnSpc>
              <a:spcBef>
                <a:spcPct val="0"/>
              </a:spcBef>
              <a:buNone/>
              <a:defRPr sz="4800" b="1" kern="1200">
                <a:solidFill>
                  <a:schemeClr val="tx1"/>
                </a:solidFill>
                <a:latin typeface="+mj-lt"/>
                <a:ea typeface="+mj-ea"/>
                <a:cs typeface="+mj-cs"/>
              </a:defRPr>
            </a:lvl1pPr>
          </a:lstStyle>
          <a:p>
            <a:pPr marL="342900" indent="-342900">
              <a:buFont typeface="Arial" panose="020B0604020202020204" pitchFamily="34" charset="0"/>
              <a:buChar char="•"/>
            </a:pPr>
            <a:r>
              <a:rPr lang="en-GB" sz="2800" dirty="0"/>
              <a:t>Histogram</a:t>
            </a:r>
          </a:p>
          <a:p>
            <a:pPr marL="342900" indent="-342900">
              <a:buFont typeface="Arial" panose="020B0604020202020204" pitchFamily="34" charset="0"/>
              <a:buChar char="•"/>
            </a:pPr>
            <a:r>
              <a:rPr lang="en-GB" sz="2800" i="1" dirty="0"/>
              <a:t>GOSS</a:t>
            </a:r>
          </a:p>
          <a:p>
            <a:pPr marL="342900" indent="-342900">
              <a:buFont typeface="Arial" panose="020B0604020202020204" pitchFamily="34" charset="0"/>
              <a:buChar char="•"/>
            </a:pPr>
            <a:r>
              <a:rPr lang="en-GB" sz="2800" i="1" dirty="0"/>
              <a:t>EFB</a:t>
            </a:r>
            <a:endParaRPr lang="id-ID" sz="2800" i="1" dirty="0"/>
          </a:p>
        </p:txBody>
      </p:sp>
      <p:pic>
        <p:nvPicPr>
          <p:cNvPr id="8" name="Picture 7">
            <a:extLst>
              <a:ext uri="{FF2B5EF4-FFF2-40B4-BE49-F238E27FC236}">
                <a16:creationId xmlns:a16="http://schemas.microsoft.com/office/drawing/2014/main" id="{A4D5FA57-E730-5E3F-7D34-D495279B2DCA}"/>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67491" y="1833244"/>
            <a:ext cx="5973537" cy="4621767"/>
          </a:xfrm>
          <a:prstGeom prst="rect">
            <a:avLst/>
          </a:prstGeom>
          <a:noFill/>
          <a:ln>
            <a:noFill/>
          </a:ln>
        </p:spPr>
      </p:pic>
    </p:spTree>
    <p:extLst>
      <p:ext uri="{BB962C8B-B14F-4D97-AF65-F5344CB8AC3E}">
        <p14:creationId xmlns:p14="http://schemas.microsoft.com/office/powerpoint/2010/main" val="390207505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BC9BD7-3D23-6F10-EF7E-7DC20D307928}"/>
            </a:ext>
          </a:extLst>
        </p:cNvPr>
        <p:cNvGrpSpPr/>
        <p:nvPr/>
      </p:nvGrpSpPr>
      <p:grpSpPr>
        <a:xfrm>
          <a:off x="0" y="0"/>
          <a:ext cx="0" cy="0"/>
          <a:chOff x="0" y="0"/>
          <a:chExt cx="0" cy="0"/>
        </a:xfrm>
      </p:grpSpPr>
      <p:sp>
        <p:nvSpPr>
          <p:cNvPr id="2" name="Judul 1">
            <a:extLst>
              <a:ext uri="{FF2B5EF4-FFF2-40B4-BE49-F238E27FC236}">
                <a16:creationId xmlns:a16="http://schemas.microsoft.com/office/drawing/2014/main" id="{621A8F7B-46EE-77F6-2550-6ABA371AFD50}"/>
              </a:ext>
            </a:extLst>
          </p:cNvPr>
          <p:cNvSpPr>
            <a:spLocks noGrp="1"/>
          </p:cNvSpPr>
          <p:nvPr>
            <p:ph type="title"/>
          </p:nvPr>
        </p:nvSpPr>
        <p:spPr>
          <a:xfrm>
            <a:off x="750430" y="381000"/>
            <a:ext cx="10678142" cy="1325563"/>
          </a:xfrm>
        </p:spPr>
        <p:txBody>
          <a:bodyPr rtlCol="0"/>
          <a:lstStyle/>
          <a:p>
            <a:pPr rtl="0"/>
            <a:r>
              <a:rPr lang="en-GB" dirty="0" err="1"/>
              <a:t>Landasan</a:t>
            </a:r>
            <a:r>
              <a:rPr lang="en-GB" dirty="0"/>
              <a:t> Teori</a:t>
            </a:r>
            <a:br>
              <a:rPr lang="en-GB" dirty="0"/>
            </a:br>
            <a:r>
              <a:rPr lang="en-GB" sz="4000" b="0" i="1" dirty="0"/>
              <a:t>Knowledge Discovery in Databases (KDD)</a:t>
            </a:r>
            <a:endParaRPr lang="id-ID" dirty="0"/>
          </a:p>
        </p:txBody>
      </p:sp>
      <p:sp>
        <p:nvSpPr>
          <p:cNvPr id="5" name="Tampungan Nomor Slide 4">
            <a:extLst>
              <a:ext uri="{FF2B5EF4-FFF2-40B4-BE49-F238E27FC236}">
                <a16:creationId xmlns:a16="http://schemas.microsoft.com/office/drawing/2014/main" id="{850C921C-D3AA-E132-ED29-DA456818059D}"/>
              </a:ext>
            </a:extLst>
          </p:cNvPr>
          <p:cNvSpPr>
            <a:spLocks noGrp="1"/>
          </p:cNvSpPr>
          <p:nvPr>
            <p:ph type="sldNum" sz="quarter" idx="27"/>
          </p:nvPr>
        </p:nvSpPr>
        <p:spPr>
          <a:xfrm>
            <a:off x="9067800" y="6356350"/>
            <a:ext cx="2743200" cy="365125"/>
          </a:xfrm>
        </p:spPr>
        <p:txBody>
          <a:bodyPr rtlCol="0"/>
          <a:lstStyle/>
          <a:p>
            <a:pPr rtl="0"/>
            <a:fld id="{294A09A9-5501-47C1-A89A-A340965A2BE2}" type="slidenum">
              <a:rPr lang="id-ID" smtClean="0"/>
              <a:pPr rtl="0"/>
              <a:t>28</a:t>
            </a:fld>
            <a:endParaRPr lang="id-ID"/>
          </a:p>
        </p:txBody>
      </p:sp>
      <p:sp>
        <p:nvSpPr>
          <p:cNvPr id="78" name="Content Placeholder 7">
            <a:extLst>
              <a:ext uri="{FF2B5EF4-FFF2-40B4-BE49-F238E27FC236}">
                <a16:creationId xmlns:a16="http://schemas.microsoft.com/office/drawing/2014/main" id="{BC596EEE-E7DA-888F-8DD6-E1A326759936}"/>
              </a:ext>
            </a:extLst>
          </p:cNvPr>
          <p:cNvSpPr txBox="1">
            <a:spLocks/>
          </p:cNvSpPr>
          <p:nvPr/>
        </p:nvSpPr>
        <p:spPr>
          <a:xfrm>
            <a:off x="576258" y="1706563"/>
            <a:ext cx="6114726" cy="268763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r>
              <a:rPr lang="id-ID" sz="2400" b="1" dirty="0"/>
              <a:t>KDD</a:t>
            </a:r>
            <a:r>
              <a:rPr lang="id-ID" sz="2400" dirty="0"/>
              <a:t> adalah kerangka kerja sistematis yang menjadi </a:t>
            </a:r>
            <a:r>
              <a:rPr lang="id-ID" sz="2400" b="1" dirty="0"/>
              <a:t>fondasi metodologi</a:t>
            </a:r>
            <a:r>
              <a:rPr lang="id-ID" sz="2400" dirty="0"/>
              <a:t> dalam penelitian ini, yang bertujuan untuk mengekstraksi pengetahuan berharga dari data mentah.</a:t>
            </a:r>
            <a:endParaRPr lang="en-GB" sz="2400" dirty="0"/>
          </a:p>
          <a:p>
            <a:pPr marL="457200" indent="-457200"/>
            <a:r>
              <a:rPr lang="fi-FI" sz="2400" dirty="0"/>
              <a:t>Penelitian ini mengikuti lima tahapan utama dari proses KDD:</a:t>
            </a:r>
          </a:p>
          <a:p>
            <a:pPr marL="914400" lvl="1" indent="-457200"/>
            <a:r>
              <a:rPr lang="id-ID" dirty="0" err="1"/>
              <a:t>Selection</a:t>
            </a:r>
            <a:endParaRPr lang="en-GB" dirty="0"/>
          </a:p>
          <a:p>
            <a:pPr marL="914400" lvl="1" indent="-457200"/>
            <a:r>
              <a:rPr lang="id-ID" dirty="0" err="1"/>
              <a:t>Preprocessing</a:t>
            </a:r>
            <a:endParaRPr lang="en-GB" dirty="0"/>
          </a:p>
          <a:p>
            <a:pPr marL="914400" lvl="1" indent="-457200"/>
            <a:r>
              <a:rPr lang="id-ID" dirty="0" err="1"/>
              <a:t>Transformation</a:t>
            </a:r>
            <a:endParaRPr lang="en-GB" dirty="0"/>
          </a:p>
          <a:p>
            <a:pPr marL="914400" lvl="1" indent="-457200"/>
            <a:r>
              <a:rPr lang="id-ID" dirty="0"/>
              <a:t>Data Mining</a:t>
            </a:r>
            <a:endParaRPr lang="en-GB" dirty="0"/>
          </a:p>
          <a:p>
            <a:pPr marL="914400" lvl="1" indent="-457200"/>
            <a:r>
              <a:rPr lang="id-ID" dirty="0" err="1"/>
              <a:t>Evaluation</a:t>
            </a:r>
            <a:endParaRPr lang="id-ID" dirty="0"/>
          </a:p>
        </p:txBody>
      </p:sp>
      <p:pic>
        <p:nvPicPr>
          <p:cNvPr id="6" name="Picture 5">
            <a:extLst>
              <a:ext uri="{FF2B5EF4-FFF2-40B4-BE49-F238E27FC236}">
                <a16:creationId xmlns:a16="http://schemas.microsoft.com/office/drawing/2014/main" id="{72A4BF18-0867-E679-D6E7-4573FA5056EB}"/>
              </a:ext>
            </a:extLst>
          </p:cNvPr>
          <p:cNvPicPr>
            <a:picLocks noChangeAspect="1"/>
          </p:cNvPicPr>
          <p:nvPr/>
        </p:nvPicPr>
        <p:blipFill>
          <a:blip r:embed="rId3"/>
          <a:stretch>
            <a:fillRect/>
          </a:stretch>
        </p:blipFill>
        <p:spPr>
          <a:xfrm>
            <a:off x="6865156" y="2188261"/>
            <a:ext cx="5326845" cy="2840939"/>
          </a:xfrm>
          <a:prstGeom prst="rect">
            <a:avLst/>
          </a:prstGeom>
        </p:spPr>
      </p:pic>
    </p:spTree>
    <p:extLst>
      <p:ext uri="{BB962C8B-B14F-4D97-AF65-F5344CB8AC3E}">
        <p14:creationId xmlns:p14="http://schemas.microsoft.com/office/powerpoint/2010/main" val="276346350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6071F2-D49A-8D8F-16AC-670105CC1ADF}"/>
            </a:ext>
          </a:extLst>
        </p:cNvPr>
        <p:cNvGrpSpPr/>
        <p:nvPr/>
      </p:nvGrpSpPr>
      <p:grpSpPr>
        <a:xfrm>
          <a:off x="0" y="0"/>
          <a:ext cx="0" cy="0"/>
          <a:chOff x="0" y="0"/>
          <a:chExt cx="0" cy="0"/>
        </a:xfrm>
      </p:grpSpPr>
      <p:sp>
        <p:nvSpPr>
          <p:cNvPr id="2" name="Judul 1">
            <a:extLst>
              <a:ext uri="{FF2B5EF4-FFF2-40B4-BE49-F238E27FC236}">
                <a16:creationId xmlns:a16="http://schemas.microsoft.com/office/drawing/2014/main" id="{9C2DF271-131A-9D80-E79D-543F2EE5BB42}"/>
              </a:ext>
            </a:extLst>
          </p:cNvPr>
          <p:cNvSpPr>
            <a:spLocks noGrp="1"/>
          </p:cNvSpPr>
          <p:nvPr>
            <p:ph type="title"/>
          </p:nvPr>
        </p:nvSpPr>
        <p:spPr>
          <a:xfrm>
            <a:off x="750430" y="381000"/>
            <a:ext cx="10678142" cy="1325563"/>
          </a:xfrm>
        </p:spPr>
        <p:txBody>
          <a:bodyPr rtlCol="0"/>
          <a:lstStyle/>
          <a:p>
            <a:pPr rtl="0"/>
            <a:r>
              <a:rPr lang="en-GB" dirty="0" err="1"/>
              <a:t>Landasan</a:t>
            </a:r>
            <a:r>
              <a:rPr lang="en-GB" dirty="0"/>
              <a:t> Teori</a:t>
            </a:r>
            <a:br>
              <a:rPr lang="en-GB" dirty="0"/>
            </a:br>
            <a:r>
              <a:rPr lang="en-GB" sz="4000" b="0" i="1" dirty="0" err="1"/>
              <a:t>Metrik</a:t>
            </a:r>
            <a:r>
              <a:rPr lang="en-GB" sz="4000" b="0" i="1" dirty="0"/>
              <a:t> </a:t>
            </a:r>
            <a:r>
              <a:rPr lang="en-GB" sz="4000" b="0" i="1" dirty="0" err="1"/>
              <a:t>Evaluasi</a:t>
            </a:r>
            <a:endParaRPr lang="id-ID" dirty="0"/>
          </a:p>
        </p:txBody>
      </p:sp>
      <p:sp>
        <p:nvSpPr>
          <p:cNvPr id="5" name="Tampungan Nomor Slide 4">
            <a:extLst>
              <a:ext uri="{FF2B5EF4-FFF2-40B4-BE49-F238E27FC236}">
                <a16:creationId xmlns:a16="http://schemas.microsoft.com/office/drawing/2014/main" id="{D452FF7C-8A81-1907-30F7-6462CE7786AF}"/>
              </a:ext>
            </a:extLst>
          </p:cNvPr>
          <p:cNvSpPr>
            <a:spLocks noGrp="1"/>
          </p:cNvSpPr>
          <p:nvPr>
            <p:ph type="sldNum" sz="quarter" idx="27"/>
          </p:nvPr>
        </p:nvSpPr>
        <p:spPr>
          <a:xfrm>
            <a:off x="9067800" y="6356350"/>
            <a:ext cx="2743200" cy="365125"/>
          </a:xfrm>
        </p:spPr>
        <p:txBody>
          <a:bodyPr rtlCol="0"/>
          <a:lstStyle/>
          <a:p>
            <a:pPr rtl="0"/>
            <a:fld id="{294A09A9-5501-47C1-A89A-A340965A2BE2}" type="slidenum">
              <a:rPr lang="id-ID" smtClean="0"/>
              <a:pPr rtl="0"/>
              <a:t>29</a:t>
            </a:fld>
            <a:endParaRPr lang="id-ID"/>
          </a:p>
        </p:txBody>
      </p:sp>
      <p:sp>
        <p:nvSpPr>
          <p:cNvPr id="78" name="Content Placeholder 7">
            <a:extLst>
              <a:ext uri="{FF2B5EF4-FFF2-40B4-BE49-F238E27FC236}">
                <a16:creationId xmlns:a16="http://schemas.microsoft.com/office/drawing/2014/main" id="{B0AF9827-6540-52AB-0787-D1DFFAA1D78B}"/>
              </a:ext>
            </a:extLst>
          </p:cNvPr>
          <p:cNvSpPr txBox="1">
            <a:spLocks/>
          </p:cNvSpPr>
          <p:nvPr/>
        </p:nvSpPr>
        <p:spPr>
          <a:xfrm>
            <a:off x="576258" y="1706563"/>
            <a:ext cx="6114726" cy="268763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endParaRPr lang="id-ID" dirty="0"/>
          </a:p>
        </p:txBody>
      </p:sp>
      <p:sp>
        <p:nvSpPr>
          <p:cNvPr id="4" name="TextBox 3">
            <a:extLst>
              <a:ext uri="{FF2B5EF4-FFF2-40B4-BE49-F238E27FC236}">
                <a16:creationId xmlns:a16="http://schemas.microsoft.com/office/drawing/2014/main" id="{010F0EE2-151F-0E51-F3AE-2D9BAF052476}"/>
              </a:ext>
            </a:extLst>
          </p:cNvPr>
          <p:cNvSpPr txBox="1"/>
          <p:nvPr/>
        </p:nvSpPr>
        <p:spPr>
          <a:xfrm>
            <a:off x="750430" y="1749445"/>
            <a:ext cx="10273170" cy="4401205"/>
          </a:xfrm>
          <a:prstGeom prst="rect">
            <a:avLst/>
          </a:prstGeom>
          <a:noFill/>
        </p:spPr>
        <p:txBody>
          <a:bodyPr wrap="square">
            <a:spAutoFit/>
          </a:bodyPr>
          <a:lstStyle/>
          <a:p>
            <a:pPr algn="just">
              <a:buNone/>
            </a:pPr>
            <a:r>
              <a:rPr lang="id-ID" sz="2000" dirty="0"/>
              <a:t>Untuk mengukur kinerja model prediksi </a:t>
            </a:r>
            <a:r>
              <a:rPr lang="id-ID" sz="2000" dirty="0" err="1"/>
              <a:t>xG</a:t>
            </a:r>
            <a:r>
              <a:rPr lang="id-ID" sz="2000" dirty="0"/>
              <a:t>, digunakan beberapa metrik yang mengevaluasi dua aspek utama: </a:t>
            </a:r>
            <a:r>
              <a:rPr lang="id-ID" sz="2000" b="1" dirty="0"/>
              <a:t>akurasi probabilitas</a:t>
            </a:r>
            <a:r>
              <a:rPr lang="id-ID" sz="2000" dirty="0"/>
              <a:t> (seberapa akurat nilai </a:t>
            </a:r>
            <a:r>
              <a:rPr lang="id-ID" sz="2000" dirty="0" err="1"/>
              <a:t>xG</a:t>
            </a:r>
            <a:r>
              <a:rPr lang="id-ID" sz="2000" dirty="0"/>
              <a:t>) dan </a:t>
            </a:r>
            <a:r>
              <a:rPr lang="id-ID" sz="2000" b="1" dirty="0"/>
              <a:t>kemampuan klasifikasi</a:t>
            </a:r>
            <a:r>
              <a:rPr lang="id-ID" sz="2000" dirty="0"/>
              <a:t> (seberapa baik model membedakan gol dan tidak gol).</a:t>
            </a:r>
            <a:endParaRPr lang="en-GB" sz="2000" dirty="0"/>
          </a:p>
          <a:p>
            <a:pPr algn="just">
              <a:buNone/>
            </a:pPr>
            <a:endParaRPr lang="en-GB" sz="2000" dirty="0"/>
          </a:p>
          <a:p>
            <a:r>
              <a:rPr lang="id-ID" sz="2000" b="1" dirty="0"/>
              <a:t>Metrik Evaluasi yang Digunakan:</a:t>
            </a:r>
            <a:endParaRPr lang="id-ID" sz="2000" dirty="0"/>
          </a:p>
          <a:p>
            <a:r>
              <a:rPr lang="id-ID" sz="2000" b="1" dirty="0" err="1"/>
              <a:t>Brier</a:t>
            </a:r>
            <a:r>
              <a:rPr lang="id-ID" sz="2000" b="1" dirty="0"/>
              <a:t> </a:t>
            </a:r>
            <a:r>
              <a:rPr lang="id-ID" sz="2000" b="1" dirty="0" err="1"/>
              <a:t>Score</a:t>
            </a:r>
            <a:r>
              <a:rPr lang="id-ID" sz="2000" b="1" dirty="0"/>
              <a:t>:</a:t>
            </a:r>
            <a:r>
              <a:rPr lang="id-ID" sz="2000" dirty="0"/>
              <a:t> Mengukur seberapa akurat nilai probabilitas (0.0 </a:t>
            </a:r>
            <a:r>
              <a:rPr lang="en-GB" sz="2000" dirty="0"/>
              <a:t>- </a:t>
            </a:r>
            <a:r>
              <a:rPr lang="id-ID" sz="2000" dirty="0"/>
              <a:t>1.0) yang diprediksi</a:t>
            </a:r>
            <a:r>
              <a:rPr lang="en-GB" sz="2000" dirty="0"/>
              <a:t> </a:t>
            </a:r>
            <a:r>
              <a:rPr lang="id-ID" sz="2000" dirty="0"/>
              <a:t>model.</a:t>
            </a:r>
          </a:p>
          <a:p>
            <a:r>
              <a:rPr lang="id-ID" sz="2000" b="1" dirty="0"/>
              <a:t>ROC AUC:</a:t>
            </a:r>
            <a:r>
              <a:rPr lang="id-ID" sz="2000" dirty="0"/>
              <a:t> Mengukur seberapa baik model membedakan antara tembakan berbuah gol dan tidak berbuah gol.</a:t>
            </a:r>
          </a:p>
          <a:p>
            <a:r>
              <a:rPr lang="id-ID" sz="2000" b="1" dirty="0"/>
              <a:t>Log-</a:t>
            </a:r>
            <a:r>
              <a:rPr lang="id-ID" sz="2000" b="1" dirty="0" err="1"/>
              <a:t>Loss</a:t>
            </a:r>
            <a:r>
              <a:rPr lang="id-ID" sz="2000" b="1" dirty="0"/>
              <a:t>:</a:t>
            </a:r>
            <a:r>
              <a:rPr lang="id-ID" sz="2000" dirty="0"/>
              <a:t> </a:t>
            </a:r>
            <a:r>
              <a:rPr lang="en-GB" sz="2000" dirty="0" err="1"/>
              <a:t>Mengukur</a:t>
            </a:r>
            <a:r>
              <a:rPr lang="en-GB" sz="2000" dirty="0"/>
              <a:t> </a:t>
            </a:r>
            <a:r>
              <a:rPr lang="en-GB" sz="2000" dirty="0" err="1"/>
              <a:t>besar</a:t>
            </a:r>
            <a:r>
              <a:rPr lang="id-ID" sz="2000" dirty="0"/>
              <a:t> </a:t>
            </a:r>
            <a:r>
              <a:rPr lang="en-GB" sz="2000" dirty="0" err="1"/>
              <a:t>kesalahan</a:t>
            </a:r>
            <a:r>
              <a:rPr lang="en-GB" sz="2000" dirty="0"/>
              <a:t> </a:t>
            </a:r>
            <a:r>
              <a:rPr lang="id-ID" sz="2000" dirty="0"/>
              <a:t>jika model memprediksi probabilitas yang "yakin" tetapi salah.</a:t>
            </a:r>
          </a:p>
          <a:p>
            <a:r>
              <a:rPr lang="id-ID" sz="2000" b="1" dirty="0"/>
              <a:t>Akurasi:</a:t>
            </a:r>
            <a:r>
              <a:rPr lang="id-ID" sz="2000" dirty="0"/>
              <a:t> Mengukur % tebakan benar</a:t>
            </a:r>
            <a:endParaRPr lang="en-GB" sz="2000" dirty="0"/>
          </a:p>
          <a:p>
            <a:r>
              <a:rPr lang="id-ID" sz="2000" b="1" dirty="0"/>
              <a:t>Presisi:</a:t>
            </a:r>
            <a:r>
              <a:rPr lang="id-ID" sz="2000" dirty="0"/>
              <a:t> Dari semua yang diprediksi gol, berapa yang benar</a:t>
            </a:r>
            <a:endParaRPr lang="en-GB" sz="2000" dirty="0"/>
          </a:p>
          <a:p>
            <a:r>
              <a:rPr lang="id-ID" sz="2000" b="1" dirty="0" err="1"/>
              <a:t>Recall</a:t>
            </a:r>
            <a:r>
              <a:rPr lang="id-ID" sz="2000" b="1" dirty="0"/>
              <a:t>:</a:t>
            </a:r>
            <a:r>
              <a:rPr lang="id-ID" sz="2000" dirty="0"/>
              <a:t> Dari semua gol yang terjadi, berapa yang terdeteksi?</a:t>
            </a:r>
            <a:endParaRPr lang="en-GB" sz="2000" dirty="0"/>
          </a:p>
          <a:p>
            <a:r>
              <a:rPr lang="id-ID" sz="2000" b="1" dirty="0"/>
              <a:t>F1-Score:</a:t>
            </a:r>
            <a:r>
              <a:rPr lang="id-ID" sz="2000" dirty="0"/>
              <a:t> Rata-rata harmonik dari Presisi dan </a:t>
            </a:r>
            <a:r>
              <a:rPr lang="id-ID" sz="2000" dirty="0" err="1"/>
              <a:t>Recall</a:t>
            </a:r>
            <a:endParaRPr lang="id-ID" sz="2000" dirty="0"/>
          </a:p>
        </p:txBody>
      </p:sp>
    </p:spTree>
    <p:extLst>
      <p:ext uri="{BB962C8B-B14F-4D97-AF65-F5344CB8AC3E}">
        <p14:creationId xmlns:p14="http://schemas.microsoft.com/office/powerpoint/2010/main" val="77413729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FEB1B7-7E13-699C-CA6C-9BDBABDA81E2}"/>
            </a:ext>
          </a:extLst>
        </p:cNvPr>
        <p:cNvGrpSpPr/>
        <p:nvPr/>
      </p:nvGrpSpPr>
      <p:grpSpPr>
        <a:xfrm>
          <a:off x="0" y="0"/>
          <a:ext cx="0" cy="0"/>
          <a:chOff x="0" y="0"/>
          <a:chExt cx="0" cy="0"/>
        </a:xfrm>
      </p:grpSpPr>
      <p:sp>
        <p:nvSpPr>
          <p:cNvPr id="2" name="Judul 1">
            <a:extLst>
              <a:ext uri="{FF2B5EF4-FFF2-40B4-BE49-F238E27FC236}">
                <a16:creationId xmlns:a16="http://schemas.microsoft.com/office/drawing/2014/main" id="{E7684142-D905-A8DD-D479-E8BE9CBE54F3}"/>
              </a:ext>
            </a:extLst>
          </p:cNvPr>
          <p:cNvSpPr>
            <a:spLocks noGrp="1"/>
          </p:cNvSpPr>
          <p:nvPr>
            <p:ph type="title"/>
          </p:nvPr>
        </p:nvSpPr>
        <p:spPr>
          <a:xfrm>
            <a:off x="750430" y="381000"/>
            <a:ext cx="10678142" cy="1325563"/>
          </a:xfrm>
        </p:spPr>
        <p:txBody>
          <a:bodyPr rtlCol="0"/>
          <a:lstStyle/>
          <a:p>
            <a:pPr rtl="0"/>
            <a:r>
              <a:rPr lang="en-GB" dirty="0" err="1"/>
              <a:t>Landasan</a:t>
            </a:r>
            <a:r>
              <a:rPr lang="en-GB" dirty="0"/>
              <a:t> Teori</a:t>
            </a:r>
            <a:br>
              <a:rPr lang="en-GB" dirty="0"/>
            </a:br>
            <a:r>
              <a:rPr lang="en-GB" sz="4000" b="0" i="1" dirty="0" err="1"/>
              <a:t>Metrik</a:t>
            </a:r>
            <a:r>
              <a:rPr lang="en-GB" sz="4000" b="0" i="1" dirty="0"/>
              <a:t> </a:t>
            </a:r>
            <a:r>
              <a:rPr lang="en-GB" sz="4000" b="0" i="1" dirty="0" err="1"/>
              <a:t>Evaluasi</a:t>
            </a:r>
            <a:endParaRPr lang="id-ID" dirty="0"/>
          </a:p>
        </p:txBody>
      </p:sp>
      <p:sp>
        <p:nvSpPr>
          <p:cNvPr id="5" name="Tampungan Nomor Slide 4">
            <a:extLst>
              <a:ext uri="{FF2B5EF4-FFF2-40B4-BE49-F238E27FC236}">
                <a16:creationId xmlns:a16="http://schemas.microsoft.com/office/drawing/2014/main" id="{727B8351-0407-CBE6-3042-64BF4C5C5F4A}"/>
              </a:ext>
            </a:extLst>
          </p:cNvPr>
          <p:cNvSpPr>
            <a:spLocks noGrp="1"/>
          </p:cNvSpPr>
          <p:nvPr>
            <p:ph type="sldNum" sz="quarter" idx="27"/>
          </p:nvPr>
        </p:nvSpPr>
        <p:spPr>
          <a:xfrm>
            <a:off x="9067800" y="6356350"/>
            <a:ext cx="2743200" cy="365125"/>
          </a:xfrm>
        </p:spPr>
        <p:txBody>
          <a:bodyPr rtlCol="0"/>
          <a:lstStyle/>
          <a:p>
            <a:pPr rtl="0"/>
            <a:fld id="{294A09A9-5501-47C1-A89A-A340965A2BE2}" type="slidenum">
              <a:rPr lang="id-ID" smtClean="0"/>
              <a:pPr rtl="0"/>
              <a:t>30</a:t>
            </a:fld>
            <a:endParaRPr lang="id-ID"/>
          </a:p>
        </p:txBody>
      </p:sp>
      <p:sp>
        <p:nvSpPr>
          <p:cNvPr id="78" name="Content Placeholder 7">
            <a:extLst>
              <a:ext uri="{FF2B5EF4-FFF2-40B4-BE49-F238E27FC236}">
                <a16:creationId xmlns:a16="http://schemas.microsoft.com/office/drawing/2014/main" id="{6278D1B0-681E-07F8-A15D-F78868FAD0E3}"/>
              </a:ext>
            </a:extLst>
          </p:cNvPr>
          <p:cNvSpPr txBox="1">
            <a:spLocks/>
          </p:cNvSpPr>
          <p:nvPr/>
        </p:nvSpPr>
        <p:spPr>
          <a:xfrm>
            <a:off x="576258" y="1706563"/>
            <a:ext cx="6114726" cy="268763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endParaRPr lang="id-ID" dirty="0"/>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BF2F00F9-9199-0859-9170-095EA6FCBC8B}"/>
                  </a:ext>
                </a:extLst>
              </p:cNvPr>
              <p:cNvSpPr txBox="1"/>
              <p:nvPr/>
            </p:nvSpPr>
            <p:spPr>
              <a:xfrm>
                <a:off x="348544" y="2147010"/>
                <a:ext cx="3307326" cy="61549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nor/>
                        </m:rPr>
                        <a:rPr lang="id-ID" i="0" dirty="0" smtClean="0">
                          <a:latin typeface="Cambria Math" panose="02040503050406030204" pitchFamily="18" charset="0"/>
                        </a:rPr>
                        <m:t>Akurasi</m:t>
                      </m:r>
                      <m:r>
                        <a:rPr lang="id-ID" i="1" dirty="0">
                          <a:latin typeface="Cambria Math" panose="02040503050406030204" pitchFamily="18" charset="0"/>
                        </a:rPr>
                        <m:t>=</m:t>
                      </m:r>
                      <m:f>
                        <m:fPr>
                          <m:ctrlPr>
                            <a:rPr lang="id-ID" i="1" dirty="0">
                              <a:latin typeface="Cambria Math" panose="02040503050406030204" pitchFamily="18" charset="0"/>
                            </a:rPr>
                          </m:ctrlPr>
                        </m:fPr>
                        <m:num>
                          <m:r>
                            <a:rPr lang="id-ID" i="1" dirty="0">
                              <a:latin typeface="Cambria Math" panose="02040503050406030204" pitchFamily="18" charset="0"/>
                            </a:rPr>
                            <m:t>𝑇𝑃</m:t>
                          </m:r>
                          <m:r>
                            <a:rPr lang="id-ID" i="1" dirty="0">
                              <a:latin typeface="Cambria Math" panose="02040503050406030204" pitchFamily="18" charset="0"/>
                            </a:rPr>
                            <m:t>+</m:t>
                          </m:r>
                          <m:r>
                            <a:rPr lang="id-ID" i="1" dirty="0">
                              <a:latin typeface="Cambria Math" panose="02040503050406030204" pitchFamily="18" charset="0"/>
                            </a:rPr>
                            <m:t>𝑇𝑁</m:t>
                          </m:r>
                        </m:num>
                        <m:den>
                          <m:r>
                            <a:rPr lang="id-ID" i="1" dirty="0">
                              <a:latin typeface="Cambria Math" panose="02040503050406030204" pitchFamily="18" charset="0"/>
                            </a:rPr>
                            <m:t>𝑇𝑃</m:t>
                          </m:r>
                          <m:r>
                            <a:rPr lang="id-ID" i="1" dirty="0">
                              <a:latin typeface="Cambria Math" panose="02040503050406030204" pitchFamily="18" charset="0"/>
                            </a:rPr>
                            <m:t>+</m:t>
                          </m:r>
                          <m:r>
                            <a:rPr lang="id-ID" i="1" dirty="0">
                              <a:latin typeface="Cambria Math" panose="02040503050406030204" pitchFamily="18" charset="0"/>
                            </a:rPr>
                            <m:t>𝑇𝑁</m:t>
                          </m:r>
                          <m:r>
                            <a:rPr lang="id-ID" i="1" dirty="0">
                              <a:latin typeface="Cambria Math" panose="02040503050406030204" pitchFamily="18" charset="0"/>
                            </a:rPr>
                            <m:t>+</m:t>
                          </m:r>
                          <m:r>
                            <a:rPr lang="id-ID" i="1" dirty="0">
                              <a:latin typeface="Cambria Math" panose="02040503050406030204" pitchFamily="18" charset="0"/>
                            </a:rPr>
                            <m:t>𝐹𝑃</m:t>
                          </m:r>
                          <m:r>
                            <a:rPr lang="id-ID" i="1" dirty="0">
                              <a:latin typeface="Cambria Math" panose="02040503050406030204" pitchFamily="18" charset="0"/>
                            </a:rPr>
                            <m:t>+</m:t>
                          </m:r>
                          <m:r>
                            <a:rPr lang="id-ID" i="1" dirty="0">
                              <a:latin typeface="Cambria Math" panose="02040503050406030204" pitchFamily="18" charset="0"/>
                            </a:rPr>
                            <m:t>𝐹𝑁</m:t>
                          </m:r>
                        </m:den>
                      </m:f>
                    </m:oMath>
                  </m:oMathPara>
                </a14:m>
                <a:endParaRPr/>
              </a:p>
            </p:txBody>
          </p:sp>
        </mc:Choice>
        <mc:Fallback xmlns="">
          <p:sp>
            <p:nvSpPr>
              <p:cNvPr id="4" name="TextBox 3">
                <a:extLst>
                  <a:ext uri="{FF2B5EF4-FFF2-40B4-BE49-F238E27FC236}">
                    <a16:creationId xmlns:a16="http://schemas.microsoft.com/office/drawing/2014/main" id="{BF2F00F9-9199-0859-9170-095EA6FCBC8B}"/>
                  </a:ext>
                </a:extLst>
              </p:cNvPr>
              <p:cNvSpPr txBox="1">
                <a:spLocks noRot="1" noChangeAspect="1" noMove="1" noResize="1" noEditPoints="1" noAdjustHandles="1" noChangeArrowheads="1" noChangeShapeType="1" noTextEdit="1"/>
              </p:cNvSpPr>
              <p:nvPr/>
            </p:nvSpPr>
            <p:spPr>
              <a:xfrm>
                <a:off x="348544" y="2147010"/>
                <a:ext cx="3307326" cy="615490"/>
              </a:xfrm>
              <a:prstGeom prst="rect">
                <a:avLst/>
              </a:prstGeom>
              <a:blipFill>
                <a:blip r:embed="rId3"/>
                <a:stretch>
                  <a:fillRect/>
                </a:stretch>
              </a:blipFill>
            </p:spPr>
            <p:txBody>
              <a:bodyPr/>
              <a:lstStyle/>
              <a:p>
                <a:r>
                  <a:rPr lang="id-ID">
                    <a:noFill/>
                  </a:rPr>
                  <a:t> </a:t>
                </a:r>
              </a:p>
            </p:txBody>
          </p:sp>
        </mc:Fallback>
      </mc:AlternateContent>
      <p:sp>
        <p:nvSpPr>
          <p:cNvPr id="8" name="TextBox 7">
            <a:extLst>
              <a:ext uri="{FF2B5EF4-FFF2-40B4-BE49-F238E27FC236}">
                <a16:creationId xmlns:a16="http://schemas.microsoft.com/office/drawing/2014/main" id="{1509F013-EEF4-4368-C1E5-9D7F493FBA21}"/>
              </a:ext>
            </a:extLst>
          </p:cNvPr>
          <p:cNvSpPr txBox="1"/>
          <p:nvPr/>
        </p:nvSpPr>
        <p:spPr>
          <a:xfrm>
            <a:off x="780813" y="3429000"/>
            <a:ext cx="6098458" cy="2585323"/>
          </a:xfrm>
          <a:prstGeom prst="rect">
            <a:avLst/>
          </a:prstGeom>
          <a:noFill/>
        </p:spPr>
        <p:txBody>
          <a:bodyPr wrap="square">
            <a:spAutoFit/>
          </a:bodyPr>
          <a:lstStyle/>
          <a:p>
            <a:pPr>
              <a:buNone/>
            </a:pPr>
            <a:r>
              <a:rPr lang="id-ID" dirty="0"/>
              <a:t>Metrik dihitung berdasarkan </a:t>
            </a:r>
            <a:r>
              <a:rPr lang="id-ID" b="1" dirty="0" err="1"/>
              <a:t>Confusion</a:t>
            </a:r>
            <a:r>
              <a:rPr lang="id-ID" b="1" dirty="0"/>
              <a:t> Matrix</a:t>
            </a:r>
            <a:r>
              <a:rPr lang="id-ID" dirty="0"/>
              <a:t> pada </a:t>
            </a:r>
            <a:r>
              <a:rPr lang="id-ID" i="1" dirty="0" err="1"/>
              <a:t>threshold</a:t>
            </a:r>
            <a:r>
              <a:rPr lang="id-ID" dirty="0"/>
              <a:t> (batas), </a:t>
            </a:r>
            <a:r>
              <a:rPr lang="id-ID" dirty="0" err="1"/>
              <a:t>xG</a:t>
            </a:r>
            <a:r>
              <a:rPr lang="id-ID" dirty="0"/>
              <a:t> &gt; 0.5 dianggap 'Gol'.</a:t>
            </a:r>
          </a:p>
          <a:p>
            <a:pPr marL="285750" indent="-285750">
              <a:buFont typeface="Arial" panose="020B0604020202020204" pitchFamily="34" charset="0"/>
              <a:buChar char="•"/>
            </a:pPr>
            <a:r>
              <a:rPr lang="id-ID" b="1" dirty="0"/>
              <a:t>TP (</a:t>
            </a:r>
            <a:r>
              <a:rPr lang="id-ID" b="1" dirty="0" err="1"/>
              <a:t>True</a:t>
            </a:r>
            <a:r>
              <a:rPr lang="id-ID" b="1" dirty="0"/>
              <a:t> </a:t>
            </a:r>
            <a:r>
              <a:rPr lang="id-ID" b="1" dirty="0" err="1"/>
              <a:t>Positive</a:t>
            </a:r>
            <a:r>
              <a:rPr lang="id-ID" b="1" dirty="0"/>
              <a:t>):</a:t>
            </a:r>
            <a:r>
              <a:rPr lang="id-ID" dirty="0"/>
              <a:t> Tembakan Gol diprediksi sebagai Gol.</a:t>
            </a:r>
          </a:p>
          <a:p>
            <a:pPr marL="285750" indent="-285750">
              <a:buFont typeface="Arial" panose="020B0604020202020204" pitchFamily="34" charset="0"/>
              <a:buChar char="•"/>
            </a:pPr>
            <a:r>
              <a:rPr lang="id-ID" b="1" dirty="0"/>
              <a:t>FN (</a:t>
            </a:r>
            <a:r>
              <a:rPr lang="id-ID" b="1" dirty="0" err="1"/>
              <a:t>False</a:t>
            </a:r>
            <a:r>
              <a:rPr lang="id-ID" b="1" dirty="0"/>
              <a:t> </a:t>
            </a:r>
            <a:r>
              <a:rPr lang="id-ID" b="1" dirty="0" err="1"/>
              <a:t>Negative</a:t>
            </a:r>
            <a:r>
              <a:rPr lang="id-ID" b="1" dirty="0"/>
              <a:t>):</a:t>
            </a:r>
            <a:r>
              <a:rPr lang="id-ID" dirty="0"/>
              <a:t> Tembakan Gol salah diprediksi Tidak Gol.</a:t>
            </a:r>
          </a:p>
          <a:p>
            <a:pPr marL="285750" indent="-285750">
              <a:buFont typeface="Arial" panose="020B0604020202020204" pitchFamily="34" charset="0"/>
              <a:buChar char="•"/>
            </a:pPr>
            <a:r>
              <a:rPr lang="id-ID" b="1" dirty="0"/>
              <a:t>FP (</a:t>
            </a:r>
            <a:r>
              <a:rPr lang="id-ID" b="1" dirty="0" err="1"/>
              <a:t>False</a:t>
            </a:r>
            <a:r>
              <a:rPr lang="id-ID" b="1" dirty="0"/>
              <a:t> </a:t>
            </a:r>
            <a:r>
              <a:rPr lang="id-ID" b="1" dirty="0" err="1"/>
              <a:t>Positive</a:t>
            </a:r>
            <a:r>
              <a:rPr lang="id-ID" b="1" dirty="0"/>
              <a:t>):</a:t>
            </a:r>
            <a:r>
              <a:rPr lang="id-ID" dirty="0"/>
              <a:t> Tembakan Tidak Gol salah diprediksi sebagai Gol.</a:t>
            </a:r>
          </a:p>
          <a:p>
            <a:pPr marL="285750" indent="-285750">
              <a:buFont typeface="Arial" panose="020B0604020202020204" pitchFamily="34" charset="0"/>
              <a:buChar char="•"/>
            </a:pPr>
            <a:r>
              <a:rPr lang="id-ID" b="1" dirty="0"/>
              <a:t>TN (</a:t>
            </a:r>
            <a:r>
              <a:rPr lang="id-ID" b="1" dirty="0" err="1"/>
              <a:t>True</a:t>
            </a:r>
            <a:r>
              <a:rPr lang="id-ID" b="1" dirty="0"/>
              <a:t> </a:t>
            </a:r>
            <a:r>
              <a:rPr lang="id-ID" b="1" dirty="0" err="1"/>
              <a:t>Negative</a:t>
            </a:r>
            <a:r>
              <a:rPr lang="id-ID" b="1" dirty="0"/>
              <a:t>):</a:t>
            </a:r>
            <a:r>
              <a:rPr lang="id-ID" dirty="0"/>
              <a:t> Tembakan Tidak Gol diprediksi Tidak Gol.</a:t>
            </a:r>
          </a:p>
        </p:txBody>
      </p: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72436FC7-3264-06FF-6D1D-A5790EF85700}"/>
                  </a:ext>
                </a:extLst>
              </p:cNvPr>
              <p:cNvSpPr txBox="1"/>
              <p:nvPr/>
            </p:nvSpPr>
            <p:spPr>
              <a:xfrm>
                <a:off x="3830042" y="2147010"/>
                <a:ext cx="2165102" cy="61549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nor/>
                        </m:rPr>
                        <a:rPr lang="id-ID" i="0" dirty="0" smtClean="0">
                          <a:latin typeface="Cambria Math" panose="02040503050406030204" pitchFamily="18" charset="0"/>
                        </a:rPr>
                        <m:t>Presisi</m:t>
                      </m:r>
                      <m:r>
                        <a:rPr lang="id-ID" i="1" dirty="0">
                          <a:latin typeface="Cambria Math" panose="02040503050406030204" pitchFamily="18" charset="0"/>
                        </a:rPr>
                        <m:t>=</m:t>
                      </m:r>
                      <m:f>
                        <m:fPr>
                          <m:ctrlPr>
                            <a:rPr lang="id-ID" i="1" dirty="0">
                              <a:latin typeface="Cambria Math" panose="02040503050406030204" pitchFamily="18" charset="0"/>
                            </a:rPr>
                          </m:ctrlPr>
                        </m:fPr>
                        <m:num>
                          <m:r>
                            <a:rPr lang="id-ID" i="1" dirty="0">
                              <a:latin typeface="Cambria Math" panose="02040503050406030204" pitchFamily="18" charset="0"/>
                            </a:rPr>
                            <m:t>𝑇𝑃</m:t>
                          </m:r>
                        </m:num>
                        <m:den>
                          <m:r>
                            <a:rPr lang="id-ID" i="1" dirty="0">
                              <a:latin typeface="Cambria Math" panose="02040503050406030204" pitchFamily="18" charset="0"/>
                            </a:rPr>
                            <m:t>𝑇𝑃</m:t>
                          </m:r>
                          <m:r>
                            <a:rPr lang="id-ID" i="1" dirty="0">
                              <a:latin typeface="Cambria Math" panose="02040503050406030204" pitchFamily="18" charset="0"/>
                            </a:rPr>
                            <m:t>+</m:t>
                          </m:r>
                          <m:r>
                            <a:rPr lang="id-ID" i="1" dirty="0">
                              <a:latin typeface="Cambria Math" panose="02040503050406030204" pitchFamily="18" charset="0"/>
                            </a:rPr>
                            <m:t>𝐹𝑃</m:t>
                          </m:r>
                        </m:den>
                      </m:f>
                    </m:oMath>
                  </m:oMathPara>
                </a14:m>
                <a:endParaRPr/>
              </a:p>
            </p:txBody>
          </p:sp>
        </mc:Choice>
        <mc:Fallback xmlns="">
          <p:sp>
            <p:nvSpPr>
              <p:cNvPr id="13" name="TextBox 12">
                <a:extLst>
                  <a:ext uri="{FF2B5EF4-FFF2-40B4-BE49-F238E27FC236}">
                    <a16:creationId xmlns:a16="http://schemas.microsoft.com/office/drawing/2014/main" id="{72436FC7-3264-06FF-6D1D-A5790EF85700}"/>
                  </a:ext>
                </a:extLst>
              </p:cNvPr>
              <p:cNvSpPr txBox="1">
                <a:spLocks noRot="1" noChangeAspect="1" noMove="1" noResize="1" noEditPoints="1" noAdjustHandles="1" noChangeArrowheads="1" noChangeShapeType="1" noTextEdit="1"/>
              </p:cNvSpPr>
              <p:nvPr/>
            </p:nvSpPr>
            <p:spPr>
              <a:xfrm>
                <a:off x="3830042" y="2147010"/>
                <a:ext cx="2165102" cy="615490"/>
              </a:xfrm>
              <a:prstGeom prst="rect">
                <a:avLst/>
              </a:prstGeom>
              <a:blipFill>
                <a:blip r:embed="rId4"/>
                <a:stretch>
                  <a:fillRect/>
                </a:stretch>
              </a:blipFill>
            </p:spPr>
            <p:txBody>
              <a:bodyPr/>
              <a:lstStyle/>
              <a:p>
                <a:r>
                  <a:rPr lang="id-ID">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A8E20458-3214-FC40-5EF0-AC90091993A9}"/>
                  </a:ext>
                </a:extLst>
              </p:cNvPr>
              <p:cNvSpPr txBox="1"/>
              <p:nvPr/>
            </p:nvSpPr>
            <p:spPr>
              <a:xfrm>
                <a:off x="6169316" y="2147010"/>
                <a:ext cx="2165102" cy="61549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nor/>
                        </m:rPr>
                        <a:rPr lang="id-ID" i="0" dirty="0" smtClean="0">
                          <a:latin typeface="Cambria Math" panose="02040503050406030204" pitchFamily="18" charset="0"/>
                        </a:rPr>
                        <m:t>Recall</m:t>
                      </m:r>
                      <m:r>
                        <a:rPr lang="id-ID" i="1" dirty="0">
                          <a:latin typeface="Cambria Math" panose="02040503050406030204" pitchFamily="18" charset="0"/>
                        </a:rPr>
                        <m:t>=</m:t>
                      </m:r>
                      <m:f>
                        <m:fPr>
                          <m:ctrlPr>
                            <a:rPr lang="id-ID" i="1" dirty="0">
                              <a:latin typeface="Cambria Math" panose="02040503050406030204" pitchFamily="18" charset="0"/>
                            </a:rPr>
                          </m:ctrlPr>
                        </m:fPr>
                        <m:num>
                          <m:r>
                            <a:rPr lang="id-ID" i="1" dirty="0">
                              <a:latin typeface="Cambria Math" panose="02040503050406030204" pitchFamily="18" charset="0"/>
                            </a:rPr>
                            <m:t>𝑇𝑃</m:t>
                          </m:r>
                        </m:num>
                        <m:den>
                          <m:r>
                            <a:rPr lang="id-ID" i="1" dirty="0">
                              <a:latin typeface="Cambria Math" panose="02040503050406030204" pitchFamily="18" charset="0"/>
                            </a:rPr>
                            <m:t>𝑇𝑃</m:t>
                          </m:r>
                          <m:r>
                            <a:rPr lang="id-ID" i="1" dirty="0">
                              <a:latin typeface="Cambria Math" panose="02040503050406030204" pitchFamily="18" charset="0"/>
                            </a:rPr>
                            <m:t>+</m:t>
                          </m:r>
                          <m:r>
                            <a:rPr lang="id-ID" i="1" dirty="0">
                              <a:latin typeface="Cambria Math" panose="02040503050406030204" pitchFamily="18" charset="0"/>
                            </a:rPr>
                            <m:t>𝐹𝑁</m:t>
                          </m:r>
                        </m:den>
                      </m:f>
                    </m:oMath>
                  </m:oMathPara>
                </a14:m>
                <a:endParaRPr/>
              </a:p>
            </p:txBody>
          </p:sp>
        </mc:Choice>
        <mc:Fallback xmlns="">
          <p:sp>
            <p:nvSpPr>
              <p:cNvPr id="16" name="TextBox 15">
                <a:extLst>
                  <a:ext uri="{FF2B5EF4-FFF2-40B4-BE49-F238E27FC236}">
                    <a16:creationId xmlns:a16="http://schemas.microsoft.com/office/drawing/2014/main" id="{A8E20458-3214-FC40-5EF0-AC90091993A9}"/>
                  </a:ext>
                </a:extLst>
              </p:cNvPr>
              <p:cNvSpPr txBox="1">
                <a:spLocks noRot="1" noChangeAspect="1" noMove="1" noResize="1" noEditPoints="1" noAdjustHandles="1" noChangeArrowheads="1" noChangeShapeType="1" noTextEdit="1"/>
              </p:cNvSpPr>
              <p:nvPr/>
            </p:nvSpPr>
            <p:spPr>
              <a:xfrm>
                <a:off x="6169316" y="2147010"/>
                <a:ext cx="2165102" cy="615490"/>
              </a:xfrm>
              <a:prstGeom prst="rect">
                <a:avLst/>
              </a:prstGeom>
              <a:blipFill>
                <a:blip r:embed="rId5"/>
                <a:stretch>
                  <a:fillRect/>
                </a:stretch>
              </a:blipFill>
            </p:spPr>
            <p:txBody>
              <a:bodyPr/>
              <a:lstStyle/>
              <a:p>
                <a:r>
                  <a:rPr lang="id-ID">
                    <a:noFill/>
                  </a:rPr>
                  <a:t> </a:t>
                </a:r>
              </a:p>
            </p:txBody>
          </p:sp>
        </mc:Fallback>
      </mc:AlternateContent>
      <mc:AlternateContent xmlns:mc="http://schemas.openxmlformats.org/markup-compatibility/2006">
        <mc:Choice xmlns:a14="http://schemas.microsoft.com/office/drawing/2010/main" Requires="a14">
          <p:sp>
            <p:nvSpPr>
              <p:cNvPr id="19" name="TextBox 18">
                <a:extLst>
                  <a:ext uri="{FF2B5EF4-FFF2-40B4-BE49-F238E27FC236}">
                    <a16:creationId xmlns:a16="http://schemas.microsoft.com/office/drawing/2014/main" id="{8480833B-FFC2-5337-3757-6A649C1F1636}"/>
                  </a:ext>
                </a:extLst>
              </p:cNvPr>
              <p:cNvSpPr txBox="1"/>
              <p:nvPr/>
            </p:nvSpPr>
            <p:spPr>
              <a:xfrm>
                <a:off x="8508590" y="2143291"/>
                <a:ext cx="3683410" cy="62292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nor/>
                        </m:rPr>
                        <a:rPr lang="id-ID" i="0" dirty="0" smtClean="0">
                          <a:latin typeface="Cambria Math" panose="02040503050406030204" pitchFamily="18" charset="0"/>
                        </a:rPr>
                        <m:t>F</m:t>
                      </m:r>
                      <m:r>
                        <m:rPr>
                          <m:nor/>
                        </m:rPr>
                        <a:rPr lang="id-ID" i="0" dirty="0" smtClean="0">
                          <a:latin typeface="Cambria Math" panose="02040503050406030204" pitchFamily="18" charset="0"/>
                        </a:rPr>
                        <m:t>1−</m:t>
                      </m:r>
                      <m:r>
                        <m:rPr>
                          <m:nor/>
                        </m:rPr>
                        <a:rPr lang="id-ID" i="0" dirty="0" smtClean="0">
                          <a:latin typeface="Cambria Math" panose="02040503050406030204" pitchFamily="18" charset="0"/>
                        </a:rPr>
                        <m:t>Score</m:t>
                      </m:r>
                      <m:r>
                        <a:rPr lang="id-ID" i="1" dirty="0">
                          <a:latin typeface="Cambria Math" panose="02040503050406030204" pitchFamily="18" charset="0"/>
                        </a:rPr>
                        <m:t>=2×</m:t>
                      </m:r>
                      <m:f>
                        <m:fPr>
                          <m:ctrlPr>
                            <a:rPr lang="id-ID" i="1" dirty="0">
                              <a:latin typeface="Cambria Math" panose="02040503050406030204" pitchFamily="18" charset="0"/>
                            </a:rPr>
                          </m:ctrlPr>
                        </m:fPr>
                        <m:num>
                          <m:r>
                            <m:rPr>
                              <m:nor/>
                            </m:rPr>
                            <a:rPr lang="id-ID" i="0" dirty="0">
                              <a:latin typeface="Cambria Math" panose="02040503050406030204" pitchFamily="18" charset="0"/>
                            </a:rPr>
                            <m:t>Presisi</m:t>
                          </m:r>
                          <m:r>
                            <a:rPr lang="id-ID" i="1" dirty="0">
                              <a:latin typeface="Cambria Math" panose="02040503050406030204" pitchFamily="18" charset="0"/>
                            </a:rPr>
                            <m:t>×</m:t>
                          </m:r>
                          <m:r>
                            <m:rPr>
                              <m:nor/>
                            </m:rPr>
                            <a:rPr lang="id-ID" i="0" dirty="0" err="1">
                              <a:latin typeface="Cambria Math" panose="02040503050406030204" pitchFamily="18" charset="0"/>
                            </a:rPr>
                            <m:t>Recall</m:t>
                          </m:r>
                        </m:num>
                        <m:den>
                          <m:r>
                            <m:rPr>
                              <m:nor/>
                            </m:rPr>
                            <a:rPr lang="id-ID" i="0" dirty="0">
                              <a:latin typeface="Cambria Math" panose="02040503050406030204" pitchFamily="18" charset="0"/>
                            </a:rPr>
                            <m:t>Presisi</m:t>
                          </m:r>
                          <m:r>
                            <a:rPr lang="id-ID" i="1" dirty="0">
                              <a:latin typeface="Cambria Math" panose="02040503050406030204" pitchFamily="18" charset="0"/>
                            </a:rPr>
                            <m:t>+</m:t>
                          </m:r>
                          <m:r>
                            <m:rPr>
                              <m:nor/>
                            </m:rPr>
                            <a:rPr lang="id-ID" i="0" dirty="0" err="1">
                              <a:latin typeface="Cambria Math" panose="02040503050406030204" pitchFamily="18" charset="0"/>
                            </a:rPr>
                            <m:t>Recall</m:t>
                          </m:r>
                        </m:den>
                      </m:f>
                    </m:oMath>
                  </m:oMathPara>
                </a14:m>
                <a:endParaRPr dirty="0"/>
              </a:p>
            </p:txBody>
          </p:sp>
        </mc:Choice>
        <mc:Fallback>
          <p:sp>
            <p:nvSpPr>
              <p:cNvPr id="19" name="TextBox 18">
                <a:extLst>
                  <a:ext uri="{FF2B5EF4-FFF2-40B4-BE49-F238E27FC236}">
                    <a16:creationId xmlns:a16="http://schemas.microsoft.com/office/drawing/2014/main" id="{8480833B-FFC2-5337-3757-6A649C1F1636}"/>
                  </a:ext>
                </a:extLst>
              </p:cNvPr>
              <p:cNvSpPr txBox="1">
                <a:spLocks noRot="1" noChangeAspect="1" noMove="1" noResize="1" noEditPoints="1" noAdjustHandles="1" noChangeArrowheads="1" noChangeShapeType="1" noTextEdit="1"/>
              </p:cNvSpPr>
              <p:nvPr/>
            </p:nvSpPr>
            <p:spPr>
              <a:xfrm>
                <a:off x="8508590" y="2143291"/>
                <a:ext cx="3683410" cy="622927"/>
              </a:xfrm>
              <a:prstGeom prst="rect">
                <a:avLst/>
              </a:prstGeom>
              <a:blipFill>
                <a:blip r:embed="rId6"/>
                <a:stretch>
                  <a:fillRect/>
                </a:stretch>
              </a:blipFill>
            </p:spPr>
            <p:txBody>
              <a:bodyPr/>
              <a:lstStyle/>
              <a:p>
                <a:r>
                  <a:rPr lang="id-ID">
                    <a:noFill/>
                  </a:rPr>
                  <a:t> </a:t>
                </a:r>
              </a:p>
            </p:txBody>
          </p:sp>
        </mc:Fallback>
      </mc:AlternateContent>
    </p:spTree>
    <p:extLst>
      <p:ext uri="{BB962C8B-B14F-4D97-AF65-F5344CB8AC3E}">
        <p14:creationId xmlns:p14="http://schemas.microsoft.com/office/powerpoint/2010/main" val="221918000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7478F4-969C-6877-9CAD-3CB81F892841}"/>
            </a:ext>
          </a:extLst>
        </p:cNvPr>
        <p:cNvGrpSpPr/>
        <p:nvPr/>
      </p:nvGrpSpPr>
      <p:grpSpPr>
        <a:xfrm>
          <a:off x="0" y="0"/>
          <a:ext cx="0" cy="0"/>
          <a:chOff x="0" y="0"/>
          <a:chExt cx="0" cy="0"/>
        </a:xfrm>
      </p:grpSpPr>
      <p:sp>
        <p:nvSpPr>
          <p:cNvPr id="2" name="Judul 1">
            <a:extLst>
              <a:ext uri="{FF2B5EF4-FFF2-40B4-BE49-F238E27FC236}">
                <a16:creationId xmlns:a16="http://schemas.microsoft.com/office/drawing/2014/main" id="{C990A534-8C19-974C-59F4-0EE0B8C78E82}"/>
              </a:ext>
            </a:extLst>
          </p:cNvPr>
          <p:cNvSpPr>
            <a:spLocks noGrp="1"/>
          </p:cNvSpPr>
          <p:nvPr>
            <p:ph type="title"/>
          </p:nvPr>
        </p:nvSpPr>
        <p:spPr>
          <a:xfrm>
            <a:off x="750430" y="381000"/>
            <a:ext cx="10678142" cy="1325563"/>
          </a:xfrm>
        </p:spPr>
        <p:txBody>
          <a:bodyPr rtlCol="0"/>
          <a:lstStyle/>
          <a:p>
            <a:pPr rtl="0"/>
            <a:r>
              <a:rPr lang="en-GB" dirty="0" err="1"/>
              <a:t>Landasan</a:t>
            </a:r>
            <a:r>
              <a:rPr lang="en-GB" dirty="0"/>
              <a:t> Teori</a:t>
            </a:r>
            <a:br>
              <a:rPr lang="en-GB" dirty="0"/>
            </a:br>
            <a:r>
              <a:rPr lang="en-GB" sz="4000" b="0" i="1" dirty="0" err="1"/>
              <a:t>Metrik</a:t>
            </a:r>
            <a:r>
              <a:rPr lang="en-GB" sz="4000" b="0" i="1" dirty="0"/>
              <a:t> </a:t>
            </a:r>
            <a:r>
              <a:rPr lang="en-GB" sz="4000" b="0" i="1" dirty="0" err="1"/>
              <a:t>Evaluasi</a:t>
            </a:r>
            <a:endParaRPr lang="id-ID" dirty="0"/>
          </a:p>
        </p:txBody>
      </p:sp>
      <p:sp>
        <p:nvSpPr>
          <p:cNvPr id="5" name="Tampungan Nomor Slide 4">
            <a:extLst>
              <a:ext uri="{FF2B5EF4-FFF2-40B4-BE49-F238E27FC236}">
                <a16:creationId xmlns:a16="http://schemas.microsoft.com/office/drawing/2014/main" id="{C45AC2E5-7489-30D2-2F75-2124198B6886}"/>
              </a:ext>
            </a:extLst>
          </p:cNvPr>
          <p:cNvSpPr>
            <a:spLocks noGrp="1"/>
          </p:cNvSpPr>
          <p:nvPr>
            <p:ph type="sldNum" sz="quarter" idx="27"/>
          </p:nvPr>
        </p:nvSpPr>
        <p:spPr>
          <a:xfrm>
            <a:off x="9067800" y="6356350"/>
            <a:ext cx="2743200" cy="365125"/>
          </a:xfrm>
        </p:spPr>
        <p:txBody>
          <a:bodyPr rtlCol="0"/>
          <a:lstStyle/>
          <a:p>
            <a:pPr rtl="0"/>
            <a:fld id="{294A09A9-5501-47C1-A89A-A340965A2BE2}" type="slidenum">
              <a:rPr lang="id-ID" smtClean="0"/>
              <a:pPr rtl="0"/>
              <a:t>31</a:t>
            </a:fld>
            <a:endParaRPr lang="id-ID"/>
          </a:p>
        </p:txBody>
      </p:sp>
      <p:sp>
        <p:nvSpPr>
          <p:cNvPr id="78" name="Content Placeholder 7">
            <a:extLst>
              <a:ext uri="{FF2B5EF4-FFF2-40B4-BE49-F238E27FC236}">
                <a16:creationId xmlns:a16="http://schemas.microsoft.com/office/drawing/2014/main" id="{C461B804-86D9-E3EB-5079-8C1AE61ED72D}"/>
              </a:ext>
            </a:extLst>
          </p:cNvPr>
          <p:cNvSpPr txBox="1">
            <a:spLocks/>
          </p:cNvSpPr>
          <p:nvPr/>
        </p:nvSpPr>
        <p:spPr>
          <a:xfrm>
            <a:off x="576258" y="1706563"/>
            <a:ext cx="6114726" cy="268763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endParaRPr lang="id-ID" dirty="0"/>
          </a:p>
        </p:txBody>
      </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249D3644-2024-38AF-3164-62A8895F7334}"/>
                  </a:ext>
                </a:extLst>
              </p:cNvPr>
              <p:cNvSpPr txBox="1"/>
              <p:nvPr/>
            </p:nvSpPr>
            <p:spPr>
              <a:xfrm>
                <a:off x="331975" y="1899556"/>
                <a:ext cx="4607642" cy="113082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nor/>
                        </m:rPr>
                        <a:rPr lang="id-ID" sz="2400" i="0" dirty="0" smtClean="0">
                          <a:latin typeface="Cambria Math" panose="02040503050406030204" pitchFamily="18" charset="0"/>
                        </a:rPr>
                        <m:t>Brier</m:t>
                      </m:r>
                      <m:r>
                        <m:rPr>
                          <m:nor/>
                        </m:rPr>
                        <a:rPr lang="id-ID" sz="2400" i="0" dirty="0" smtClean="0">
                          <a:latin typeface="Cambria Math" panose="02040503050406030204" pitchFamily="18" charset="0"/>
                        </a:rPr>
                        <m:t> </m:t>
                      </m:r>
                      <m:r>
                        <m:rPr>
                          <m:nor/>
                        </m:rPr>
                        <a:rPr lang="id-ID" sz="2400" i="0" dirty="0" smtClean="0">
                          <a:latin typeface="Cambria Math" panose="02040503050406030204" pitchFamily="18" charset="0"/>
                        </a:rPr>
                        <m:t>Score</m:t>
                      </m:r>
                      <m:r>
                        <a:rPr lang="id-ID" sz="2400" i="1" dirty="0">
                          <a:latin typeface="Cambria Math" panose="02040503050406030204" pitchFamily="18" charset="0"/>
                        </a:rPr>
                        <m:t>=</m:t>
                      </m:r>
                      <m:f>
                        <m:fPr>
                          <m:ctrlPr>
                            <a:rPr lang="id-ID" sz="2400" i="1" dirty="0">
                              <a:latin typeface="Cambria Math" panose="02040503050406030204" pitchFamily="18" charset="0"/>
                            </a:rPr>
                          </m:ctrlPr>
                        </m:fPr>
                        <m:num>
                          <m:r>
                            <a:rPr lang="id-ID" sz="2400" i="1" dirty="0">
                              <a:latin typeface="Cambria Math" panose="02040503050406030204" pitchFamily="18" charset="0"/>
                            </a:rPr>
                            <m:t>1</m:t>
                          </m:r>
                        </m:num>
                        <m:den>
                          <m:r>
                            <a:rPr lang="id-ID" sz="2400" i="1" dirty="0">
                              <a:latin typeface="Cambria Math" panose="02040503050406030204" pitchFamily="18" charset="0"/>
                            </a:rPr>
                            <m:t>𝑁</m:t>
                          </m:r>
                        </m:den>
                      </m:f>
                      <m:nary>
                        <m:naryPr>
                          <m:chr m:val="∑"/>
                          <m:ctrlPr>
                            <a:rPr lang="id-ID" sz="2400" i="1" dirty="0">
                              <a:latin typeface="Cambria Math" panose="02040503050406030204" pitchFamily="18" charset="0"/>
                            </a:rPr>
                          </m:ctrlPr>
                        </m:naryPr>
                        <m:sub>
                          <m:r>
                            <a:rPr lang="id-ID" sz="2400" i="1" dirty="0">
                              <a:latin typeface="Cambria Math" panose="02040503050406030204" pitchFamily="18" charset="0"/>
                            </a:rPr>
                            <m:t>𝑖</m:t>
                          </m:r>
                          <m:r>
                            <a:rPr lang="id-ID" sz="2400" i="1" dirty="0">
                              <a:latin typeface="Cambria Math" panose="02040503050406030204" pitchFamily="18" charset="0"/>
                            </a:rPr>
                            <m:t>=1</m:t>
                          </m:r>
                        </m:sub>
                        <m:sup>
                          <m:r>
                            <a:rPr lang="id-ID" sz="2400" i="1" dirty="0">
                              <a:latin typeface="Cambria Math" panose="02040503050406030204" pitchFamily="18" charset="0"/>
                            </a:rPr>
                            <m:t>𝑁</m:t>
                          </m:r>
                        </m:sup>
                        <m:e>
                          <m:sSup>
                            <m:sSupPr>
                              <m:ctrlPr>
                                <a:rPr lang="id-ID" sz="2400" i="1" dirty="0">
                                  <a:latin typeface="Cambria Math" panose="02040503050406030204" pitchFamily="18" charset="0"/>
                                </a:rPr>
                              </m:ctrlPr>
                            </m:sSupPr>
                            <m:e>
                              <m:d>
                                <m:dPr>
                                  <m:ctrlPr>
                                    <a:rPr lang="id-ID" sz="2400" i="1" dirty="0">
                                      <a:latin typeface="Cambria Math" panose="02040503050406030204" pitchFamily="18" charset="0"/>
                                    </a:rPr>
                                  </m:ctrlPr>
                                </m:dPr>
                                <m:e>
                                  <m:sSub>
                                    <m:sSubPr>
                                      <m:ctrlPr>
                                        <a:rPr lang="id-ID" sz="2400" i="1" dirty="0" err="1">
                                          <a:latin typeface="Cambria Math" panose="02040503050406030204" pitchFamily="18" charset="0"/>
                                        </a:rPr>
                                      </m:ctrlPr>
                                    </m:sSubPr>
                                    <m:e>
                                      <m:r>
                                        <a:rPr lang="id-ID" sz="2400" i="1" dirty="0" err="1">
                                          <a:latin typeface="Cambria Math" panose="02040503050406030204" pitchFamily="18" charset="0"/>
                                        </a:rPr>
                                        <m:t>𝑝</m:t>
                                      </m:r>
                                    </m:e>
                                    <m:sub>
                                      <m:r>
                                        <a:rPr lang="id-ID" sz="2400" i="1" dirty="0" err="1">
                                          <a:latin typeface="Cambria Math" panose="02040503050406030204" pitchFamily="18" charset="0"/>
                                        </a:rPr>
                                        <m:t>𝑖</m:t>
                                      </m:r>
                                    </m:sub>
                                  </m:sSub>
                                  <m:r>
                                    <a:rPr lang="id-ID" sz="2400" i="1" dirty="0">
                                      <a:latin typeface="Cambria Math" panose="02040503050406030204" pitchFamily="18" charset="0"/>
                                    </a:rPr>
                                    <m:t>−</m:t>
                                  </m:r>
                                  <m:sSub>
                                    <m:sSubPr>
                                      <m:ctrlPr>
                                        <a:rPr lang="id-ID" sz="2400" i="1" dirty="0" err="1">
                                          <a:latin typeface="Cambria Math" panose="02040503050406030204" pitchFamily="18" charset="0"/>
                                        </a:rPr>
                                      </m:ctrlPr>
                                    </m:sSubPr>
                                    <m:e>
                                      <m:r>
                                        <a:rPr lang="id-ID" sz="2400" i="1" dirty="0" err="1">
                                          <a:latin typeface="Cambria Math" panose="02040503050406030204" pitchFamily="18" charset="0"/>
                                        </a:rPr>
                                        <m:t>𝑜</m:t>
                                      </m:r>
                                    </m:e>
                                    <m:sub>
                                      <m:r>
                                        <a:rPr lang="id-ID" sz="2400" i="1" dirty="0" err="1">
                                          <a:latin typeface="Cambria Math" panose="02040503050406030204" pitchFamily="18" charset="0"/>
                                        </a:rPr>
                                        <m:t>𝑖</m:t>
                                      </m:r>
                                    </m:sub>
                                  </m:sSub>
                                </m:e>
                              </m:d>
                            </m:e>
                            <m:sup>
                              <m:r>
                                <a:rPr lang="id-ID" sz="2400" i="1" dirty="0">
                                  <a:latin typeface="Cambria Math" panose="02040503050406030204" pitchFamily="18" charset="0"/>
                                </a:rPr>
                                <m:t>2</m:t>
                              </m:r>
                            </m:sup>
                          </m:sSup>
                        </m:e>
                      </m:nary>
                    </m:oMath>
                  </m:oMathPara>
                </a14:m>
                <a:endParaRPr/>
              </a:p>
            </p:txBody>
          </p:sp>
        </mc:Choice>
        <mc:Fallback xmlns="">
          <p:sp>
            <p:nvSpPr>
              <p:cNvPr id="9" name="TextBox 8">
                <a:extLst>
                  <a:ext uri="{FF2B5EF4-FFF2-40B4-BE49-F238E27FC236}">
                    <a16:creationId xmlns:a16="http://schemas.microsoft.com/office/drawing/2014/main" id="{249D3644-2024-38AF-3164-62A8895F7334}"/>
                  </a:ext>
                </a:extLst>
              </p:cNvPr>
              <p:cNvSpPr txBox="1">
                <a:spLocks noRot="1" noChangeAspect="1" noMove="1" noResize="1" noEditPoints="1" noAdjustHandles="1" noChangeArrowheads="1" noChangeShapeType="1" noTextEdit="1"/>
              </p:cNvSpPr>
              <p:nvPr/>
            </p:nvSpPr>
            <p:spPr>
              <a:xfrm>
                <a:off x="331975" y="1899556"/>
                <a:ext cx="4607642" cy="1130822"/>
              </a:xfrm>
              <a:prstGeom prst="rect">
                <a:avLst/>
              </a:prstGeom>
              <a:blipFill>
                <a:blip r:embed="rId3"/>
                <a:stretch>
                  <a:fillRect/>
                </a:stretch>
              </a:blipFill>
            </p:spPr>
            <p:txBody>
              <a:bodyPr/>
              <a:lstStyle/>
              <a:p>
                <a:r>
                  <a:rPr lang="id-ID">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21F37FA5-B608-F01F-52A9-AF48025EBBCC}"/>
                  </a:ext>
                </a:extLst>
              </p:cNvPr>
              <p:cNvSpPr txBox="1"/>
              <p:nvPr/>
            </p:nvSpPr>
            <p:spPr>
              <a:xfrm>
                <a:off x="750430" y="2878297"/>
                <a:ext cx="4367531" cy="954107"/>
              </a:xfrm>
              <a:prstGeom prst="rect">
                <a:avLst/>
              </a:prstGeom>
              <a:noFill/>
            </p:spPr>
            <p:txBody>
              <a:bodyPr wrap="square">
                <a:spAutoFit/>
              </a:bodyPr>
              <a:lstStyle/>
              <a:p>
                <a:pPr>
                  <a:buNone/>
                </a:pPr>
                <a:r>
                  <a:rPr lang="id-ID" sz="1400" b="1" dirty="0"/>
                  <a:t>Keterangan:</a:t>
                </a:r>
                <a:endParaRPr lang="en-GB" sz="1400" b="1" dirty="0"/>
              </a:p>
              <a:p>
                <a:pPr>
                  <a:buNone/>
                </a:pPr>
                <a:r>
                  <a:rPr lang="sv-SE" sz="1400" i="1" dirty="0"/>
                  <a:t>N</a:t>
                </a:r>
                <a:r>
                  <a:rPr lang="sv-SE" sz="1400" dirty="0"/>
                  <a:t>: Jumlah total tembakan.</a:t>
                </a:r>
              </a:p>
              <a:p>
                <a:pPr>
                  <a:buNone/>
                </a:pPr>
                <a14:m>
                  <m:oMath xmlns:m="http://schemas.openxmlformats.org/officeDocument/2006/math">
                    <m:sSub>
                      <m:sSubPr>
                        <m:ctrlPr>
                          <a:rPr lang="sv-SE" sz="1400" i="1" dirty="0" smtClean="0">
                            <a:latin typeface="Cambria Math" panose="02040503050406030204" pitchFamily="18" charset="0"/>
                          </a:rPr>
                        </m:ctrlPr>
                      </m:sSubPr>
                      <m:e>
                        <m:r>
                          <a:rPr lang="sv-SE" sz="1400" i="1" dirty="0" smtClean="0">
                            <a:latin typeface="Cambria Math" panose="02040503050406030204" pitchFamily="18" charset="0"/>
                          </a:rPr>
                          <m:t>𝑝</m:t>
                        </m:r>
                      </m:e>
                      <m:sub>
                        <m:r>
                          <a:rPr lang="sv-SE" sz="1400" i="1" dirty="0" smtClean="0">
                            <a:latin typeface="Cambria Math" panose="02040503050406030204" pitchFamily="18" charset="0"/>
                          </a:rPr>
                          <m:t>𝑖</m:t>
                        </m:r>
                      </m:sub>
                    </m:sSub>
                  </m:oMath>
                </a14:m>
                <a:r>
                  <a:rPr lang="sv-SE" sz="1400" dirty="0"/>
                  <a:t>: Probabilitas gol (nilai xG) yang diprediksi model.</a:t>
                </a:r>
              </a:p>
              <a:p>
                <a:pPr>
                  <a:buNone/>
                </a:pPr>
                <a14:m>
                  <m:oMath xmlns:m="http://schemas.openxmlformats.org/officeDocument/2006/math">
                    <m:sSub>
                      <m:sSubPr>
                        <m:ctrlPr>
                          <a:rPr lang="sv-SE" sz="1400" i="1" dirty="0" smtClean="0">
                            <a:latin typeface="Cambria Math" panose="02040503050406030204" pitchFamily="18" charset="0"/>
                          </a:rPr>
                        </m:ctrlPr>
                      </m:sSubPr>
                      <m:e>
                        <m:r>
                          <a:rPr lang="sv-SE" sz="1400" i="1" dirty="0" smtClean="0">
                            <a:latin typeface="Cambria Math" panose="02040503050406030204" pitchFamily="18" charset="0"/>
                          </a:rPr>
                          <m:t>𝑜</m:t>
                        </m:r>
                      </m:e>
                      <m:sub>
                        <m:r>
                          <a:rPr lang="sv-SE" sz="1400" i="1" dirty="0" smtClean="0">
                            <a:latin typeface="Cambria Math" panose="02040503050406030204" pitchFamily="18" charset="0"/>
                          </a:rPr>
                          <m:t>𝑖</m:t>
                        </m:r>
                      </m:sub>
                    </m:sSub>
                  </m:oMath>
                </a14:m>
                <a:r>
                  <a:rPr lang="sv-SE" sz="1400" dirty="0"/>
                  <a:t>: Hasil aktual tembakan (1 jika gol, 0 jika tidak gol).</a:t>
                </a:r>
                <a:endParaRPr lang="id-ID" sz="1400" dirty="0"/>
              </a:p>
            </p:txBody>
          </p:sp>
        </mc:Choice>
        <mc:Fallback xmlns="">
          <p:sp>
            <p:nvSpPr>
              <p:cNvPr id="11" name="TextBox 10">
                <a:extLst>
                  <a:ext uri="{FF2B5EF4-FFF2-40B4-BE49-F238E27FC236}">
                    <a16:creationId xmlns:a16="http://schemas.microsoft.com/office/drawing/2014/main" id="{21F37FA5-B608-F01F-52A9-AF48025EBBCC}"/>
                  </a:ext>
                </a:extLst>
              </p:cNvPr>
              <p:cNvSpPr txBox="1">
                <a:spLocks noRot="1" noChangeAspect="1" noMove="1" noResize="1" noEditPoints="1" noAdjustHandles="1" noChangeArrowheads="1" noChangeShapeType="1" noTextEdit="1"/>
              </p:cNvSpPr>
              <p:nvPr/>
            </p:nvSpPr>
            <p:spPr>
              <a:xfrm>
                <a:off x="750430" y="2878297"/>
                <a:ext cx="4367531" cy="954107"/>
              </a:xfrm>
              <a:prstGeom prst="rect">
                <a:avLst/>
              </a:prstGeom>
              <a:blipFill>
                <a:blip r:embed="rId4"/>
                <a:stretch>
                  <a:fillRect l="-418" t="-1274" b="-5732"/>
                </a:stretch>
              </a:blipFill>
            </p:spPr>
            <p:txBody>
              <a:bodyPr/>
              <a:lstStyle/>
              <a:p>
                <a:r>
                  <a:rPr lang="id-ID">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FF1CC61B-BD56-FC8C-EBAB-5418371F70B4}"/>
                  </a:ext>
                </a:extLst>
              </p:cNvPr>
              <p:cNvSpPr txBox="1"/>
              <p:nvPr/>
            </p:nvSpPr>
            <p:spPr>
              <a:xfrm>
                <a:off x="7076001" y="3128047"/>
                <a:ext cx="4352571" cy="1802160"/>
              </a:xfrm>
              <a:prstGeom prst="rect">
                <a:avLst/>
              </a:prstGeom>
              <a:noFill/>
            </p:spPr>
            <p:txBody>
              <a:bodyPr wrap="square">
                <a:spAutoFit/>
              </a:bodyPr>
              <a:lstStyle/>
              <a:p>
                <a14:m>
                  <m:oMath xmlns:m="http://schemas.openxmlformats.org/officeDocument/2006/math">
                    <m:r>
                      <a:rPr lang="id-ID" i="1" dirty="0" smtClean="0">
                        <a:latin typeface="Cambria Math" panose="02040503050406030204" pitchFamily="18" charset="0"/>
                      </a:rPr>
                      <m:t>𝑇𝑃𝑅</m:t>
                    </m:r>
                    <m:r>
                      <m:rPr>
                        <m:nor/>
                      </m:rPr>
                      <a:rPr lang="id-ID" i="0" dirty="0">
                        <a:latin typeface="Cambria Math" panose="02040503050406030204" pitchFamily="18" charset="0"/>
                      </a:rPr>
                      <m:t> (</m:t>
                    </m:r>
                    <m:r>
                      <m:rPr>
                        <m:nor/>
                      </m:rPr>
                      <a:rPr lang="id-ID" i="0" dirty="0" err="1">
                        <a:latin typeface="Cambria Math" panose="02040503050406030204" pitchFamily="18" charset="0"/>
                      </a:rPr>
                      <m:t>Recall</m:t>
                    </m:r>
                    <m:r>
                      <m:rPr>
                        <m:nor/>
                      </m:rPr>
                      <a:rPr lang="id-ID" i="0" dirty="0">
                        <a:latin typeface="Cambria Math" panose="02040503050406030204" pitchFamily="18" charset="0"/>
                      </a:rPr>
                      <m:t>)</m:t>
                    </m:r>
                    <m:r>
                      <a:rPr lang="id-ID" i="1" dirty="0">
                        <a:latin typeface="Cambria Math" panose="02040503050406030204" pitchFamily="18" charset="0"/>
                      </a:rPr>
                      <m:t>=</m:t>
                    </m:r>
                    <m:f>
                      <m:fPr>
                        <m:ctrlPr>
                          <a:rPr lang="id-ID" i="1" dirty="0">
                            <a:latin typeface="Cambria Math" panose="02040503050406030204" pitchFamily="18" charset="0"/>
                          </a:rPr>
                        </m:ctrlPr>
                      </m:fPr>
                      <m:num>
                        <m:r>
                          <a:rPr lang="id-ID" i="1" dirty="0">
                            <a:latin typeface="Cambria Math" panose="02040503050406030204" pitchFamily="18" charset="0"/>
                          </a:rPr>
                          <m:t>𝑇𝑃</m:t>
                        </m:r>
                      </m:num>
                      <m:den>
                        <m:r>
                          <a:rPr lang="id-ID" i="1" dirty="0">
                            <a:latin typeface="Cambria Math" panose="02040503050406030204" pitchFamily="18" charset="0"/>
                          </a:rPr>
                          <m:t>𝑇𝑃</m:t>
                        </m:r>
                        <m:r>
                          <a:rPr lang="id-ID" i="1" dirty="0">
                            <a:latin typeface="Cambria Math" panose="02040503050406030204" pitchFamily="18" charset="0"/>
                          </a:rPr>
                          <m:t>+</m:t>
                        </m:r>
                        <m:r>
                          <a:rPr lang="id-ID" i="1" dirty="0">
                            <a:latin typeface="Cambria Math" panose="02040503050406030204" pitchFamily="18" charset="0"/>
                          </a:rPr>
                          <m:t>𝐹𝑁</m:t>
                        </m:r>
                      </m:den>
                    </m:f>
                  </m:oMath>
                </a14:m>
                <a:r>
                  <a:rPr lang="en-GB" dirty="0"/>
                  <a:t> </a:t>
                </a:r>
              </a:p>
              <a:p>
                <a:r>
                  <a:rPr lang="id-ID" sz="1400" dirty="0"/>
                  <a:t>(Seberapa banyak gol aktual yang berhasil diprediksi?)</a:t>
                </a:r>
                <a:endParaRPr lang="en-GB" dirty="0"/>
              </a:p>
              <a:p>
                <a14:m>
                  <m:oMath xmlns:m="http://schemas.openxmlformats.org/officeDocument/2006/math">
                    <m:r>
                      <a:rPr lang="id-ID" i="1" dirty="0" smtClean="0">
                        <a:latin typeface="Cambria Math" panose="02040503050406030204" pitchFamily="18" charset="0"/>
                      </a:rPr>
                      <m:t>𝐹𝑃𝑅</m:t>
                    </m:r>
                    <m:r>
                      <a:rPr lang="id-ID" i="1" dirty="0" smtClean="0">
                        <a:latin typeface="Cambria Math" panose="02040503050406030204" pitchFamily="18" charset="0"/>
                      </a:rPr>
                      <m:t>=</m:t>
                    </m:r>
                    <m:f>
                      <m:fPr>
                        <m:ctrlPr>
                          <a:rPr lang="id-ID" i="1" dirty="0" smtClean="0">
                            <a:latin typeface="Cambria Math" panose="02040503050406030204" pitchFamily="18" charset="0"/>
                          </a:rPr>
                        </m:ctrlPr>
                      </m:fPr>
                      <m:num>
                        <m:r>
                          <a:rPr lang="id-ID" i="1" dirty="0">
                            <a:latin typeface="Cambria Math" panose="02040503050406030204" pitchFamily="18" charset="0"/>
                          </a:rPr>
                          <m:t>𝐹𝑃</m:t>
                        </m:r>
                      </m:num>
                      <m:den>
                        <m:r>
                          <a:rPr lang="id-ID" i="1" dirty="0">
                            <a:latin typeface="Cambria Math" panose="02040503050406030204" pitchFamily="18" charset="0"/>
                          </a:rPr>
                          <m:t>𝐹𝑃</m:t>
                        </m:r>
                        <m:r>
                          <a:rPr lang="id-ID" i="1" dirty="0">
                            <a:latin typeface="Cambria Math" panose="02040503050406030204" pitchFamily="18" charset="0"/>
                          </a:rPr>
                          <m:t>+</m:t>
                        </m:r>
                        <m:r>
                          <a:rPr lang="id-ID" i="1" dirty="0">
                            <a:latin typeface="Cambria Math" panose="02040503050406030204" pitchFamily="18" charset="0"/>
                          </a:rPr>
                          <m:t>𝑇𝑁</m:t>
                        </m:r>
                      </m:den>
                    </m:f>
                  </m:oMath>
                </a14:m>
                <a:r>
                  <a:rPr lang="id-ID" dirty="0"/>
                  <a:t> </a:t>
                </a:r>
                <a:endParaRPr lang="en-GB" dirty="0"/>
              </a:p>
              <a:p>
                <a:r>
                  <a:rPr lang="id-ID" sz="1400" dirty="0"/>
                  <a:t>(Seberapa banyak tembakan tidak gol yang salah diprediksi sebagai gol?)</a:t>
                </a:r>
                <a:endParaRPr lang="id-ID" dirty="0"/>
              </a:p>
            </p:txBody>
          </p:sp>
        </mc:Choice>
        <mc:Fallback xmlns="">
          <p:sp>
            <p:nvSpPr>
              <p:cNvPr id="15" name="TextBox 14">
                <a:extLst>
                  <a:ext uri="{FF2B5EF4-FFF2-40B4-BE49-F238E27FC236}">
                    <a16:creationId xmlns:a16="http://schemas.microsoft.com/office/drawing/2014/main" id="{FF1CC61B-BD56-FC8C-EBAB-5418371F70B4}"/>
                  </a:ext>
                </a:extLst>
              </p:cNvPr>
              <p:cNvSpPr txBox="1">
                <a:spLocks noRot="1" noChangeAspect="1" noMove="1" noResize="1" noEditPoints="1" noAdjustHandles="1" noChangeArrowheads="1" noChangeShapeType="1" noTextEdit="1"/>
              </p:cNvSpPr>
              <p:nvPr/>
            </p:nvSpPr>
            <p:spPr>
              <a:xfrm>
                <a:off x="7076001" y="3128047"/>
                <a:ext cx="4352571" cy="1802160"/>
              </a:xfrm>
              <a:prstGeom prst="rect">
                <a:avLst/>
              </a:prstGeom>
              <a:blipFill>
                <a:blip r:embed="rId5"/>
                <a:stretch>
                  <a:fillRect l="-420"/>
                </a:stretch>
              </a:blipFill>
            </p:spPr>
            <p:txBody>
              <a:bodyPr/>
              <a:lstStyle/>
              <a:p>
                <a:r>
                  <a:rPr lang="id-ID">
                    <a:noFill/>
                  </a:rPr>
                  <a:t> </a:t>
                </a:r>
              </a:p>
            </p:txBody>
          </p:sp>
        </mc:Fallback>
      </mc:AlternateContent>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92131E41-8852-3507-C70E-3657A7AFCA97}"/>
                  </a:ext>
                </a:extLst>
              </p:cNvPr>
              <p:cNvSpPr txBox="1"/>
              <p:nvPr/>
            </p:nvSpPr>
            <p:spPr>
              <a:xfrm>
                <a:off x="6690984" y="1956313"/>
                <a:ext cx="4352572" cy="92198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nor/>
                        </m:rPr>
                        <a:rPr lang="id-ID" sz="2400" i="0" dirty="0" smtClean="0">
                          <a:latin typeface="Cambria Math" panose="02040503050406030204" pitchFamily="18" charset="0"/>
                        </a:rPr>
                        <m:t>AUC</m:t>
                      </m:r>
                      <m:r>
                        <a:rPr lang="id-ID" sz="2400" i="1" dirty="0">
                          <a:latin typeface="Cambria Math" panose="02040503050406030204" pitchFamily="18" charset="0"/>
                        </a:rPr>
                        <m:t>=</m:t>
                      </m:r>
                      <m:nary>
                        <m:naryPr>
                          <m:ctrlPr>
                            <a:rPr lang="id-ID" sz="2400" i="1" dirty="0">
                              <a:latin typeface="Cambria Math" panose="02040503050406030204" pitchFamily="18" charset="0"/>
                            </a:rPr>
                          </m:ctrlPr>
                        </m:naryPr>
                        <m:sub>
                          <m:r>
                            <a:rPr lang="id-ID" sz="2400" i="1" dirty="0">
                              <a:latin typeface="Cambria Math" panose="02040503050406030204" pitchFamily="18" charset="0"/>
                            </a:rPr>
                            <m:t>0</m:t>
                          </m:r>
                        </m:sub>
                        <m:sup>
                          <m:r>
                            <a:rPr lang="id-ID" sz="2400" i="1" dirty="0">
                              <a:latin typeface="Cambria Math" panose="02040503050406030204" pitchFamily="18" charset="0"/>
                            </a:rPr>
                            <m:t>1</m:t>
                          </m:r>
                        </m:sup>
                        <m:e>
                          <m:r>
                            <m:rPr>
                              <m:nor/>
                            </m:rPr>
                            <a:rPr lang="id-ID" sz="2400" i="0" dirty="0">
                              <a:latin typeface="Cambria Math" panose="02040503050406030204" pitchFamily="18" charset="0"/>
                            </a:rPr>
                            <m:t>TPR</m:t>
                          </m:r>
                          <m:d>
                            <m:dPr>
                              <m:ctrlPr>
                                <a:rPr lang="id-ID" sz="2400" i="1" dirty="0">
                                  <a:latin typeface="Cambria Math" panose="02040503050406030204" pitchFamily="18" charset="0"/>
                                </a:rPr>
                              </m:ctrlPr>
                            </m:dPr>
                            <m:e>
                              <m:r>
                                <m:rPr>
                                  <m:nor/>
                                </m:rPr>
                                <a:rPr lang="id-ID" sz="2400" i="0" dirty="0">
                                  <a:latin typeface="Cambria Math" panose="02040503050406030204" pitchFamily="18" charset="0"/>
                                </a:rPr>
                                <m:t>FPR</m:t>
                              </m:r>
                            </m:e>
                          </m:d>
                          <m:r>
                            <m:rPr>
                              <m:lit/>
                            </m:rPr>
                            <a:rPr lang="id-ID" sz="2400" i="1" dirty="0">
                              <a:latin typeface="Cambria Math" panose="02040503050406030204" pitchFamily="18" charset="0"/>
                            </a:rPr>
                            <m:t>,</m:t>
                          </m:r>
                        </m:e>
                      </m:nary>
                      <m:r>
                        <a:rPr lang="id-ID" sz="2400" i="1" dirty="0">
                          <a:latin typeface="Cambria Math" panose="02040503050406030204" pitchFamily="18" charset="0"/>
                        </a:rPr>
                        <m:t>𝑑</m:t>
                      </m:r>
                      <m:r>
                        <m:rPr>
                          <m:nor/>
                        </m:rPr>
                        <a:rPr lang="id-ID" sz="2400" i="0" dirty="0">
                          <a:latin typeface="Cambria Math" panose="02040503050406030204" pitchFamily="18" charset="0"/>
                        </a:rPr>
                        <m:t>FPR</m:t>
                      </m:r>
                    </m:oMath>
                  </m:oMathPara>
                </a14:m>
                <a:endParaRPr/>
              </a:p>
            </p:txBody>
          </p:sp>
        </mc:Choice>
        <mc:Fallback xmlns="">
          <p:sp>
            <p:nvSpPr>
              <p:cNvPr id="17" name="TextBox 16">
                <a:extLst>
                  <a:ext uri="{FF2B5EF4-FFF2-40B4-BE49-F238E27FC236}">
                    <a16:creationId xmlns:a16="http://schemas.microsoft.com/office/drawing/2014/main" id="{92131E41-8852-3507-C70E-3657A7AFCA97}"/>
                  </a:ext>
                </a:extLst>
              </p:cNvPr>
              <p:cNvSpPr txBox="1">
                <a:spLocks noRot="1" noChangeAspect="1" noMove="1" noResize="1" noEditPoints="1" noAdjustHandles="1" noChangeArrowheads="1" noChangeShapeType="1" noTextEdit="1"/>
              </p:cNvSpPr>
              <p:nvPr/>
            </p:nvSpPr>
            <p:spPr>
              <a:xfrm>
                <a:off x="6690984" y="1956313"/>
                <a:ext cx="4352572" cy="921984"/>
              </a:xfrm>
              <a:prstGeom prst="rect">
                <a:avLst/>
              </a:prstGeom>
              <a:blipFill>
                <a:blip r:embed="rId6"/>
                <a:stretch>
                  <a:fillRect/>
                </a:stretch>
              </a:blipFill>
            </p:spPr>
            <p:txBody>
              <a:bodyPr/>
              <a:lstStyle/>
              <a:p>
                <a:r>
                  <a:rPr lang="id-ID">
                    <a:noFill/>
                  </a:rPr>
                  <a:t> </a:t>
                </a:r>
              </a:p>
            </p:txBody>
          </p:sp>
        </mc:Fallback>
      </mc:AlternateContent>
      <mc:AlternateContent xmlns:mc="http://schemas.openxmlformats.org/markup-compatibility/2006">
        <mc:Choice xmlns:a14="http://schemas.microsoft.com/office/drawing/2010/main" Requires="a14">
          <p:sp>
            <p:nvSpPr>
              <p:cNvPr id="6" name="TextBox 5">
                <a:extLst>
                  <a:ext uri="{FF2B5EF4-FFF2-40B4-BE49-F238E27FC236}">
                    <a16:creationId xmlns:a16="http://schemas.microsoft.com/office/drawing/2014/main" id="{8CD4545D-DE2A-5107-6A8A-CAB57863A305}"/>
                  </a:ext>
                </a:extLst>
              </p:cNvPr>
              <p:cNvSpPr txBox="1"/>
              <p:nvPr/>
            </p:nvSpPr>
            <p:spPr>
              <a:xfrm>
                <a:off x="576258" y="4001838"/>
                <a:ext cx="6114726" cy="957826"/>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nor/>
                        </m:rPr>
                        <a:rPr lang="id-ID" sz="2000" i="0" dirty="0" smtClean="0">
                          <a:latin typeface="Cambria Math" panose="02040503050406030204" pitchFamily="18" charset="0"/>
                        </a:rPr>
                        <m:t>Log</m:t>
                      </m:r>
                      <m:r>
                        <m:rPr>
                          <m:nor/>
                        </m:rPr>
                        <a:rPr lang="id-ID" sz="2000" i="0" dirty="0" smtClean="0">
                          <a:latin typeface="Cambria Math" panose="02040503050406030204" pitchFamily="18" charset="0"/>
                        </a:rPr>
                        <m:t>−</m:t>
                      </m:r>
                      <m:r>
                        <m:rPr>
                          <m:nor/>
                        </m:rPr>
                        <a:rPr lang="id-ID" sz="2000" i="0" dirty="0" smtClean="0">
                          <a:latin typeface="Cambria Math" panose="02040503050406030204" pitchFamily="18" charset="0"/>
                        </a:rPr>
                        <m:t>Loss</m:t>
                      </m:r>
                      <m:r>
                        <a:rPr lang="id-ID" sz="2000" i="1" dirty="0">
                          <a:latin typeface="Cambria Math" panose="02040503050406030204" pitchFamily="18" charset="0"/>
                        </a:rPr>
                        <m:t>=−</m:t>
                      </m:r>
                      <m:f>
                        <m:fPr>
                          <m:ctrlPr>
                            <a:rPr lang="id-ID" sz="2000" i="1" dirty="0">
                              <a:latin typeface="Cambria Math" panose="02040503050406030204" pitchFamily="18" charset="0"/>
                            </a:rPr>
                          </m:ctrlPr>
                        </m:fPr>
                        <m:num>
                          <m:r>
                            <a:rPr lang="id-ID" sz="2000" i="1" dirty="0">
                              <a:latin typeface="Cambria Math" panose="02040503050406030204" pitchFamily="18" charset="0"/>
                            </a:rPr>
                            <m:t>1</m:t>
                          </m:r>
                        </m:num>
                        <m:den>
                          <m:r>
                            <a:rPr lang="id-ID" sz="2000" i="1" dirty="0">
                              <a:latin typeface="Cambria Math" panose="02040503050406030204" pitchFamily="18" charset="0"/>
                            </a:rPr>
                            <m:t>𝑁</m:t>
                          </m:r>
                        </m:den>
                      </m:f>
                      <m:nary>
                        <m:naryPr>
                          <m:chr m:val="∑"/>
                          <m:ctrlPr>
                            <a:rPr lang="id-ID" sz="2000" i="1" dirty="0">
                              <a:latin typeface="Cambria Math" panose="02040503050406030204" pitchFamily="18" charset="0"/>
                            </a:rPr>
                          </m:ctrlPr>
                        </m:naryPr>
                        <m:sub>
                          <m:r>
                            <a:rPr lang="id-ID" sz="2000" i="1" dirty="0">
                              <a:latin typeface="Cambria Math" panose="02040503050406030204" pitchFamily="18" charset="0"/>
                            </a:rPr>
                            <m:t>𝑖</m:t>
                          </m:r>
                          <m:r>
                            <a:rPr lang="id-ID" sz="2000" i="1" dirty="0">
                              <a:latin typeface="Cambria Math" panose="02040503050406030204" pitchFamily="18" charset="0"/>
                            </a:rPr>
                            <m:t>=1</m:t>
                          </m:r>
                        </m:sub>
                        <m:sup>
                          <m:r>
                            <a:rPr lang="id-ID" sz="2000" i="1" dirty="0">
                              <a:latin typeface="Cambria Math" panose="02040503050406030204" pitchFamily="18" charset="0"/>
                            </a:rPr>
                            <m:t>𝑁</m:t>
                          </m:r>
                        </m:sup>
                        <m:e>
                          <m:d>
                            <m:dPr>
                              <m:begChr m:val="["/>
                              <m:endChr m:val="]"/>
                              <m:ctrlPr>
                                <a:rPr lang="id-ID" sz="2000" i="1" dirty="0">
                                  <a:latin typeface="Cambria Math" panose="02040503050406030204" pitchFamily="18" charset="0"/>
                                </a:rPr>
                              </m:ctrlPr>
                            </m:dPr>
                            <m:e>
                              <m:sSub>
                                <m:sSubPr>
                                  <m:ctrlPr>
                                    <a:rPr lang="id-ID" sz="2000" i="1" dirty="0" err="1">
                                      <a:latin typeface="Cambria Math" panose="02040503050406030204" pitchFamily="18" charset="0"/>
                                    </a:rPr>
                                  </m:ctrlPr>
                                </m:sSubPr>
                                <m:e>
                                  <m:r>
                                    <a:rPr lang="id-ID" sz="2000" i="1" dirty="0" err="1">
                                      <a:latin typeface="Cambria Math" panose="02040503050406030204" pitchFamily="18" charset="0"/>
                                    </a:rPr>
                                    <m:t>𝑦</m:t>
                                  </m:r>
                                </m:e>
                                <m:sub>
                                  <m:r>
                                    <a:rPr lang="id-ID" sz="2000" i="1" dirty="0" err="1">
                                      <a:latin typeface="Cambria Math" panose="02040503050406030204" pitchFamily="18" charset="0"/>
                                    </a:rPr>
                                    <m:t>𝑖</m:t>
                                  </m:r>
                                </m:sub>
                              </m:sSub>
                              <m:func>
                                <m:funcPr>
                                  <m:ctrlPr>
                                    <a:rPr lang="id-ID" sz="2000" i="1" dirty="0">
                                      <a:latin typeface="Cambria Math" panose="02040503050406030204" pitchFamily="18" charset="0"/>
                                    </a:rPr>
                                  </m:ctrlPr>
                                </m:funcPr>
                                <m:fName>
                                  <m:r>
                                    <m:rPr>
                                      <m:sty m:val="p"/>
                                    </m:rPr>
                                    <a:rPr lang="id-ID" sz="2000" i="0" dirty="0">
                                      <a:latin typeface="Cambria Math" panose="02040503050406030204" pitchFamily="18" charset="0"/>
                                    </a:rPr>
                                    <m:t>log</m:t>
                                  </m:r>
                                </m:fName>
                                <m:e>
                                  <m:d>
                                    <m:dPr>
                                      <m:ctrlPr>
                                        <a:rPr lang="id-ID" sz="2000" i="1" dirty="0">
                                          <a:latin typeface="Cambria Math" panose="02040503050406030204" pitchFamily="18" charset="0"/>
                                        </a:rPr>
                                      </m:ctrlPr>
                                    </m:dPr>
                                    <m:e>
                                      <m:sSub>
                                        <m:sSubPr>
                                          <m:ctrlPr>
                                            <a:rPr lang="id-ID" sz="2000" i="1" dirty="0" err="1">
                                              <a:latin typeface="Cambria Math" panose="02040503050406030204" pitchFamily="18" charset="0"/>
                                            </a:rPr>
                                          </m:ctrlPr>
                                        </m:sSubPr>
                                        <m:e>
                                          <m:r>
                                            <a:rPr lang="id-ID" sz="2000" i="1" dirty="0" err="1">
                                              <a:latin typeface="Cambria Math" panose="02040503050406030204" pitchFamily="18" charset="0"/>
                                            </a:rPr>
                                            <m:t>𝑝</m:t>
                                          </m:r>
                                        </m:e>
                                        <m:sub>
                                          <m:r>
                                            <a:rPr lang="id-ID" sz="2000" i="1" dirty="0" err="1">
                                              <a:latin typeface="Cambria Math" panose="02040503050406030204" pitchFamily="18" charset="0"/>
                                            </a:rPr>
                                            <m:t>𝑖</m:t>
                                          </m:r>
                                        </m:sub>
                                      </m:sSub>
                                    </m:e>
                                  </m:d>
                                </m:e>
                              </m:func>
                              <m:r>
                                <a:rPr lang="id-ID" sz="2000" i="1" dirty="0">
                                  <a:latin typeface="Cambria Math" panose="02040503050406030204" pitchFamily="18" charset="0"/>
                                </a:rPr>
                                <m:t>+</m:t>
                              </m:r>
                              <m:d>
                                <m:dPr>
                                  <m:ctrlPr>
                                    <a:rPr lang="id-ID" sz="2000" i="1" dirty="0">
                                      <a:latin typeface="Cambria Math" panose="02040503050406030204" pitchFamily="18" charset="0"/>
                                    </a:rPr>
                                  </m:ctrlPr>
                                </m:dPr>
                                <m:e>
                                  <m:r>
                                    <a:rPr lang="id-ID" sz="2000" i="1" dirty="0">
                                      <a:latin typeface="Cambria Math" panose="02040503050406030204" pitchFamily="18" charset="0"/>
                                    </a:rPr>
                                    <m:t>1−</m:t>
                                  </m:r>
                                  <m:sSub>
                                    <m:sSubPr>
                                      <m:ctrlPr>
                                        <a:rPr lang="id-ID" sz="2000" i="1" dirty="0" err="1">
                                          <a:latin typeface="Cambria Math" panose="02040503050406030204" pitchFamily="18" charset="0"/>
                                        </a:rPr>
                                      </m:ctrlPr>
                                    </m:sSubPr>
                                    <m:e>
                                      <m:r>
                                        <a:rPr lang="id-ID" sz="2000" i="1" dirty="0" err="1">
                                          <a:latin typeface="Cambria Math" panose="02040503050406030204" pitchFamily="18" charset="0"/>
                                        </a:rPr>
                                        <m:t>𝑦</m:t>
                                      </m:r>
                                    </m:e>
                                    <m:sub>
                                      <m:r>
                                        <a:rPr lang="id-ID" sz="2000" i="1" dirty="0" err="1">
                                          <a:latin typeface="Cambria Math" panose="02040503050406030204" pitchFamily="18" charset="0"/>
                                        </a:rPr>
                                        <m:t>𝑖</m:t>
                                      </m:r>
                                    </m:sub>
                                  </m:sSub>
                                </m:e>
                              </m:d>
                              <m:func>
                                <m:funcPr>
                                  <m:ctrlPr>
                                    <a:rPr lang="id-ID" sz="2000" i="1" dirty="0">
                                      <a:latin typeface="Cambria Math" panose="02040503050406030204" pitchFamily="18" charset="0"/>
                                    </a:rPr>
                                  </m:ctrlPr>
                                </m:funcPr>
                                <m:fName>
                                  <m:r>
                                    <m:rPr>
                                      <m:sty m:val="p"/>
                                    </m:rPr>
                                    <a:rPr lang="id-ID" sz="2000" i="0" dirty="0">
                                      <a:latin typeface="Cambria Math" panose="02040503050406030204" pitchFamily="18" charset="0"/>
                                    </a:rPr>
                                    <m:t>log</m:t>
                                  </m:r>
                                </m:fName>
                                <m:e>
                                  <m:d>
                                    <m:dPr>
                                      <m:ctrlPr>
                                        <a:rPr lang="id-ID" sz="2000" i="1" dirty="0">
                                          <a:latin typeface="Cambria Math" panose="02040503050406030204" pitchFamily="18" charset="0"/>
                                        </a:rPr>
                                      </m:ctrlPr>
                                    </m:dPr>
                                    <m:e>
                                      <m:r>
                                        <a:rPr lang="id-ID" sz="2000" i="1" dirty="0">
                                          <a:latin typeface="Cambria Math" panose="02040503050406030204" pitchFamily="18" charset="0"/>
                                        </a:rPr>
                                        <m:t>1−</m:t>
                                      </m:r>
                                      <m:sSub>
                                        <m:sSubPr>
                                          <m:ctrlPr>
                                            <a:rPr lang="id-ID" sz="2000" i="1" dirty="0" err="1">
                                              <a:latin typeface="Cambria Math" panose="02040503050406030204" pitchFamily="18" charset="0"/>
                                            </a:rPr>
                                          </m:ctrlPr>
                                        </m:sSubPr>
                                        <m:e>
                                          <m:r>
                                            <a:rPr lang="id-ID" sz="2000" i="1" dirty="0" err="1">
                                              <a:latin typeface="Cambria Math" panose="02040503050406030204" pitchFamily="18" charset="0"/>
                                            </a:rPr>
                                            <m:t>𝑝</m:t>
                                          </m:r>
                                        </m:e>
                                        <m:sub>
                                          <m:r>
                                            <a:rPr lang="id-ID" sz="2000" i="1" dirty="0" err="1">
                                              <a:latin typeface="Cambria Math" panose="02040503050406030204" pitchFamily="18" charset="0"/>
                                            </a:rPr>
                                            <m:t>𝑖</m:t>
                                          </m:r>
                                        </m:sub>
                                      </m:sSub>
                                    </m:e>
                                  </m:d>
                                </m:e>
                              </m:func>
                            </m:e>
                          </m:d>
                        </m:e>
                      </m:nary>
                    </m:oMath>
                  </m:oMathPara>
                </a14:m>
                <a:endParaRPr dirty="0"/>
              </a:p>
            </p:txBody>
          </p:sp>
        </mc:Choice>
        <mc:Fallback>
          <p:sp>
            <p:nvSpPr>
              <p:cNvPr id="6" name="TextBox 5">
                <a:extLst>
                  <a:ext uri="{FF2B5EF4-FFF2-40B4-BE49-F238E27FC236}">
                    <a16:creationId xmlns:a16="http://schemas.microsoft.com/office/drawing/2014/main" id="{8CD4545D-DE2A-5107-6A8A-CAB57863A305}"/>
                  </a:ext>
                </a:extLst>
              </p:cNvPr>
              <p:cNvSpPr txBox="1">
                <a:spLocks noRot="1" noChangeAspect="1" noMove="1" noResize="1" noEditPoints="1" noAdjustHandles="1" noChangeArrowheads="1" noChangeShapeType="1" noTextEdit="1"/>
              </p:cNvSpPr>
              <p:nvPr/>
            </p:nvSpPr>
            <p:spPr>
              <a:xfrm>
                <a:off x="576258" y="4001838"/>
                <a:ext cx="6114726" cy="957826"/>
              </a:xfrm>
              <a:prstGeom prst="rect">
                <a:avLst/>
              </a:prstGeom>
              <a:blipFill>
                <a:blip r:embed="rId7"/>
                <a:stretch>
                  <a:fillRect/>
                </a:stretch>
              </a:blipFill>
            </p:spPr>
            <p:txBody>
              <a:bodyPr/>
              <a:lstStyle/>
              <a:p>
                <a:r>
                  <a:rPr lang="id-ID">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D0BCF839-EB59-62EC-89AC-18FE08891519}"/>
                  </a:ext>
                </a:extLst>
              </p:cNvPr>
              <p:cNvSpPr txBox="1"/>
              <p:nvPr/>
            </p:nvSpPr>
            <p:spPr>
              <a:xfrm>
                <a:off x="750430" y="5183676"/>
                <a:ext cx="6096000" cy="1169551"/>
              </a:xfrm>
              <a:prstGeom prst="rect">
                <a:avLst/>
              </a:prstGeom>
              <a:noFill/>
            </p:spPr>
            <p:txBody>
              <a:bodyPr wrap="square">
                <a:spAutoFit/>
              </a:bodyPr>
              <a:lstStyle/>
              <a:p>
                <a:r>
                  <a:rPr lang="id-ID" sz="1400" b="1" dirty="0"/>
                  <a:t>Keterangan</a:t>
                </a:r>
                <a:r>
                  <a:rPr lang="id-ID" sz="1400" dirty="0"/>
                  <a:t>:</a:t>
                </a:r>
                <a:endParaRPr lang="en-GB" sz="1400" dirty="0"/>
              </a:p>
              <a:p>
                <a14:m>
                  <m:oMath xmlns:m="http://schemas.openxmlformats.org/officeDocument/2006/math">
                    <m:r>
                      <a:rPr lang="id-ID" sz="1400" i="1" dirty="0" smtClean="0">
                        <a:latin typeface="Cambria Math" panose="02040503050406030204" pitchFamily="18" charset="0"/>
                      </a:rPr>
                      <m:t>𝑁</m:t>
                    </m:r>
                  </m:oMath>
                </a14:m>
                <a:r>
                  <a:rPr lang="id-ID" sz="1400" dirty="0"/>
                  <a:t>: Jumlah total tembakan.</a:t>
                </a:r>
                <a:endParaRPr lang="en-GB" sz="1400" dirty="0"/>
              </a:p>
              <a:p>
                <a14:m>
                  <m:oMath xmlns:m="http://schemas.openxmlformats.org/officeDocument/2006/math">
                    <m:sSub>
                      <m:sSubPr>
                        <m:ctrlPr>
                          <a:rPr lang="id-ID" sz="1400" i="1" dirty="0" smtClean="0">
                            <a:latin typeface="Cambria Math" panose="02040503050406030204" pitchFamily="18" charset="0"/>
                          </a:rPr>
                        </m:ctrlPr>
                      </m:sSubPr>
                      <m:e>
                        <m:r>
                          <a:rPr lang="id-ID" sz="1400" i="1" dirty="0" smtClean="0">
                            <a:latin typeface="Cambria Math" panose="02040503050406030204" pitchFamily="18" charset="0"/>
                          </a:rPr>
                          <m:t>𝑦</m:t>
                        </m:r>
                      </m:e>
                      <m:sub>
                        <m:r>
                          <a:rPr lang="id-ID" sz="1400" i="1" dirty="0" err="1" smtClean="0">
                            <a:latin typeface="Cambria Math" panose="02040503050406030204" pitchFamily="18" charset="0"/>
                          </a:rPr>
                          <m:t>𝑖</m:t>
                        </m:r>
                      </m:sub>
                    </m:sSub>
                  </m:oMath>
                </a14:m>
                <a:r>
                  <a:rPr lang="id-ID" sz="1400" dirty="0"/>
                  <a:t>: Hasil aktual tembakan (1 jika gol, 0 jika tidak gol).</a:t>
                </a:r>
                <a:endParaRPr lang="en-GB" sz="1400" dirty="0"/>
              </a:p>
              <a:p>
                <a14:m>
                  <m:oMath xmlns:m="http://schemas.openxmlformats.org/officeDocument/2006/math">
                    <m:sSub>
                      <m:sSubPr>
                        <m:ctrlPr>
                          <a:rPr lang="id-ID" sz="1400" i="1" dirty="0" smtClean="0">
                            <a:latin typeface="Cambria Math" panose="02040503050406030204" pitchFamily="18" charset="0"/>
                          </a:rPr>
                        </m:ctrlPr>
                      </m:sSubPr>
                      <m:e>
                        <m:r>
                          <a:rPr lang="id-ID" sz="1400" i="1" dirty="0" smtClean="0">
                            <a:latin typeface="Cambria Math" panose="02040503050406030204" pitchFamily="18" charset="0"/>
                          </a:rPr>
                          <m:t>𝑝</m:t>
                        </m:r>
                      </m:e>
                      <m:sub>
                        <m:r>
                          <a:rPr lang="id-ID" sz="1400" i="1" dirty="0" err="1" smtClean="0">
                            <a:latin typeface="Cambria Math" panose="02040503050406030204" pitchFamily="18" charset="0"/>
                          </a:rPr>
                          <m:t>𝑖</m:t>
                        </m:r>
                      </m:sub>
                    </m:sSub>
                  </m:oMath>
                </a14:m>
                <a:r>
                  <a:rPr lang="id-ID" sz="1400" dirty="0"/>
                  <a:t>: Probabilitas gol (nilai </a:t>
                </a:r>
                <a:r>
                  <a:rPr lang="id-ID" sz="1400" dirty="0" err="1"/>
                  <a:t>xG</a:t>
                </a:r>
                <a:r>
                  <a:rPr lang="id-ID" sz="1400" dirty="0"/>
                  <a:t>) yang diprediksi model.</a:t>
                </a:r>
                <a:endParaRPr lang="en-GB" sz="1400" dirty="0"/>
              </a:p>
              <a:p>
                <a14:m>
                  <m:oMath xmlns:m="http://schemas.openxmlformats.org/officeDocument/2006/math">
                    <m:r>
                      <m:rPr>
                        <m:sty m:val="p"/>
                      </m:rPr>
                      <a:rPr lang="en-GB" sz="1400" i="0" dirty="0" smtClean="0">
                        <a:latin typeface="Cambria Math" panose="02040503050406030204" pitchFamily="18" charset="0"/>
                      </a:rPr>
                      <m:t>log</m:t>
                    </m:r>
                    <m:r>
                      <a:rPr lang="id-ID" sz="1400" i="1" dirty="0" smtClean="0">
                        <a:latin typeface="Cambria Math" panose="02040503050406030204" pitchFamily="18" charset="0"/>
                      </a:rPr>
                      <m:t>⁡</m:t>
                    </m:r>
                  </m:oMath>
                </a14:m>
                <a:r>
                  <a:rPr lang="id-ID" sz="1400" dirty="0"/>
                  <a:t>: Logaritma natural.</a:t>
                </a:r>
              </a:p>
            </p:txBody>
          </p:sp>
        </mc:Choice>
        <mc:Fallback xmlns="">
          <p:sp>
            <p:nvSpPr>
              <p:cNvPr id="12" name="TextBox 11">
                <a:extLst>
                  <a:ext uri="{FF2B5EF4-FFF2-40B4-BE49-F238E27FC236}">
                    <a16:creationId xmlns:a16="http://schemas.microsoft.com/office/drawing/2014/main" id="{D0BCF839-EB59-62EC-89AC-18FE08891519}"/>
                  </a:ext>
                </a:extLst>
              </p:cNvPr>
              <p:cNvSpPr txBox="1">
                <a:spLocks noRot="1" noChangeAspect="1" noMove="1" noResize="1" noEditPoints="1" noAdjustHandles="1" noChangeArrowheads="1" noChangeShapeType="1" noTextEdit="1"/>
              </p:cNvSpPr>
              <p:nvPr/>
            </p:nvSpPr>
            <p:spPr>
              <a:xfrm>
                <a:off x="750430" y="5183676"/>
                <a:ext cx="6096000" cy="1169551"/>
              </a:xfrm>
              <a:prstGeom prst="rect">
                <a:avLst/>
              </a:prstGeom>
              <a:blipFill>
                <a:blip r:embed="rId8"/>
                <a:stretch>
                  <a:fillRect l="-300" t="-521" b="-4688"/>
                </a:stretch>
              </a:blipFill>
            </p:spPr>
            <p:txBody>
              <a:bodyPr/>
              <a:lstStyle/>
              <a:p>
                <a:r>
                  <a:rPr lang="id-ID">
                    <a:noFill/>
                  </a:rPr>
                  <a:t> </a:t>
                </a:r>
              </a:p>
            </p:txBody>
          </p:sp>
        </mc:Fallback>
      </mc:AlternateContent>
    </p:spTree>
    <p:extLst>
      <p:ext uri="{BB962C8B-B14F-4D97-AF65-F5344CB8AC3E}">
        <p14:creationId xmlns:p14="http://schemas.microsoft.com/office/powerpoint/2010/main" val="222352474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Judul 1">
            <a:extLst>
              <a:ext uri="{FF2B5EF4-FFF2-40B4-BE49-F238E27FC236}">
                <a16:creationId xmlns:a16="http://schemas.microsoft.com/office/drawing/2014/main" id="{E5F191A4-7839-4F63-B17C-7C366C59488C}"/>
              </a:ext>
            </a:extLst>
          </p:cNvPr>
          <p:cNvSpPr>
            <a:spLocks noGrp="1"/>
          </p:cNvSpPr>
          <p:nvPr>
            <p:ph type="title"/>
          </p:nvPr>
        </p:nvSpPr>
        <p:spPr>
          <a:xfrm>
            <a:off x="1167492" y="381000"/>
            <a:ext cx="9779183" cy="621385"/>
          </a:xfrm>
        </p:spPr>
        <p:txBody>
          <a:bodyPr rtlCol="0"/>
          <a:lstStyle/>
          <a:p>
            <a:pPr rtl="0"/>
            <a:r>
              <a:rPr lang="en-GB" dirty="0" err="1"/>
              <a:t>Penelitian</a:t>
            </a:r>
            <a:r>
              <a:rPr lang="en-GB" dirty="0"/>
              <a:t> </a:t>
            </a:r>
            <a:r>
              <a:rPr lang="en-GB" dirty="0" err="1"/>
              <a:t>Sejenis</a:t>
            </a:r>
            <a:endParaRPr lang="id-ID" dirty="0"/>
          </a:p>
        </p:txBody>
      </p:sp>
      <p:sp>
        <p:nvSpPr>
          <p:cNvPr id="8" name="Tampungan Nomor Slide 7">
            <a:extLst>
              <a:ext uri="{FF2B5EF4-FFF2-40B4-BE49-F238E27FC236}">
                <a16:creationId xmlns:a16="http://schemas.microsoft.com/office/drawing/2014/main" id="{B609FC03-B5BE-D846-993A-8E351C9509F3}"/>
              </a:ext>
            </a:extLst>
          </p:cNvPr>
          <p:cNvSpPr>
            <a:spLocks noGrp="1"/>
          </p:cNvSpPr>
          <p:nvPr>
            <p:ph type="sldNum" sz="quarter" idx="4"/>
          </p:nvPr>
        </p:nvSpPr>
        <p:spPr>
          <a:xfrm>
            <a:off x="10153276" y="6356350"/>
            <a:ext cx="1657723" cy="365125"/>
          </a:xfrm>
        </p:spPr>
        <p:txBody>
          <a:bodyPr rtlCol="0"/>
          <a:lstStyle/>
          <a:p>
            <a:pPr rtl="0"/>
            <a:fld id="{294A09A9-5501-47C1-A89A-A340965A2BE2}" type="slidenum">
              <a:rPr lang="id-ID" smtClean="0"/>
              <a:pPr rtl="0"/>
              <a:t>32</a:t>
            </a:fld>
            <a:endParaRPr lang="id-ID"/>
          </a:p>
        </p:txBody>
      </p:sp>
      <p:graphicFrame>
        <p:nvGraphicFramePr>
          <p:cNvPr id="24" name="Table 23">
            <a:extLst>
              <a:ext uri="{FF2B5EF4-FFF2-40B4-BE49-F238E27FC236}">
                <a16:creationId xmlns:a16="http://schemas.microsoft.com/office/drawing/2014/main" id="{E01064BD-7B51-BFAF-B42B-24B41EA298EA}"/>
              </a:ext>
            </a:extLst>
          </p:cNvPr>
          <p:cNvGraphicFramePr>
            <a:graphicFrameLocks noGrp="1"/>
          </p:cNvGraphicFramePr>
          <p:nvPr>
            <p:extLst>
              <p:ext uri="{D42A27DB-BD31-4B8C-83A1-F6EECF244321}">
                <p14:modId xmlns:p14="http://schemas.microsoft.com/office/powerpoint/2010/main" val="1166448617"/>
              </p:ext>
            </p:extLst>
          </p:nvPr>
        </p:nvGraphicFramePr>
        <p:xfrm>
          <a:off x="806450" y="1623772"/>
          <a:ext cx="10375900" cy="3927239"/>
        </p:xfrm>
        <a:graphic>
          <a:graphicData uri="http://schemas.openxmlformats.org/drawingml/2006/table">
            <a:tbl>
              <a:tblPr firstRow="1" firstCol="1" bandRow="1">
                <a:tableStyleId>{5C22544A-7EE6-4342-B048-85BDC9FD1C3A}</a:tableStyleId>
              </a:tblPr>
              <a:tblGrid>
                <a:gridCol w="507781">
                  <a:extLst>
                    <a:ext uri="{9D8B030D-6E8A-4147-A177-3AD203B41FA5}">
                      <a16:colId xmlns:a16="http://schemas.microsoft.com/office/drawing/2014/main" val="1318640318"/>
                    </a:ext>
                  </a:extLst>
                </a:gridCol>
                <a:gridCol w="2092646">
                  <a:extLst>
                    <a:ext uri="{9D8B030D-6E8A-4147-A177-3AD203B41FA5}">
                      <a16:colId xmlns:a16="http://schemas.microsoft.com/office/drawing/2014/main" val="3015719754"/>
                    </a:ext>
                  </a:extLst>
                </a:gridCol>
                <a:gridCol w="3259394">
                  <a:extLst>
                    <a:ext uri="{9D8B030D-6E8A-4147-A177-3AD203B41FA5}">
                      <a16:colId xmlns:a16="http://schemas.microsoft.com/office/drawing/2014/main" val="2964952324"/>
                    </a:ext>
                  </a:extLst>
                </a:gridCol>
                <a:gridCol w="4516079">
                  <a:extLst>
                    <a:ext uri="{9D8B030D-6E8A-4147-A177-3AD203B41FA5}">
                      <a16:colId xmlns:a16="http://schemas.microsoft.com/office/drawing/2014/main" val="3054673178"/>
                    </a:ext>
                  </a:extLst>
                </a:gridCol>
              </a:tblGrid>
              <a:tr h="236685">
                <a:tc>
                  <a:txBody>
                    <a:bodyPr/>
                    <a:lstStyle/>
                    <a:p>
                      <a:pPr algn="l">
                        <a:lnSpc>
                          <a:spcPct val="100000"/>
                        </a:lnSpc>
                        <a:buNone/>
                      </a:pPr>
                      <a:r>
                        <a:rPr lang="en-GB" sz="1800" kern="100" dirty="0">
                          <a:solidFill>
                            <a:schemeClr val="bg1"/>
                          </a:solidFill>
                          <a:effectLst/>
                          <a:latin typeface="Tenorite" panose="00000500000000000000" pitchFamily="2" charset="0"/>
                          <a:ea typeface="Calibri" panose="020F0502020204030204" pitchFamily="34" charset="0"/>
                          <a:cs typeface="Arial" panose="020B0604020202020204" pitchFamily="34" charset="0"/>
                        </a:rPr>
                        <a:t>No</a:t>
                      </a:r>
                      <a:endParaRPr lang="id-ID" sz="1800" kern="100" dirty="0">
                        <a:solidFill>
                          <a:schemeClr val="bg1"/>
                        </a:solidFill>
                        <a:effectLst/>
                        <a:latin typeface="Tenorite" panose="00000500000000000000" pitchFamily="2" charset="0"/>
                        <a:ea typeface="Calibri" panose="020F0502020204030204" pitchFamily="34" charset="0"/>
                        <a:cs typeface="Arial" panose="020B0604020202020204" pitchFamily="34" charset="0"/>
                      </a:endParaRPr>
                    </a:p>
                  </a:txBody>
                  <a:tcPr marL="34301" marR="34301" marT="0" marB="0" anchor="ctr"/>
                </a:tc>
                <a:tc>
                  <a:txBody>
                    <a:bodyPr/>
                    <a:lstStyle/>
                    <a:p>
                      <a:pPr algn="l">
                        <a:lnSpc>
                          <a:spcPct val="100000"/>
                        </a:lnSpc>
                        <a:buNone/>
                      </a:pPr>
                      <a:r>
                        <a:rPr lang="en-GB" sz="1800" kern="100" dirty="0" err="1">
                          <a:solidFill>
                            <a:schemeClr val="bg1"/>
                          </a:solidFill>
                          <a:effectLst/>
                          <a:latin typeface="Tenorite" panose="00000500000000000000" pitchFamily="2" charset="0"/>
                          <a:ea typeface="Calibri" panose="020F0502020204030204" pitchFamily="34" charset="0"/>
                          <a:cs typeface="Arial" panose="020B0604020202020204" pitchFamily="34" charset="0"/>
                        </a:rPr>
                        <a:t>Penulis</a:t>
                      </a:r>
                      <a:endParaRPr lang="id-ID" sz="1800" kern="100" dirty="0">
                        <a:solidFill>
                          <a:schemeClr val="bg1"/>
                        </a:solidFill>
                        <a:effectLst/>
                        <a:latin typeface="Tenorite" panose="00000500000000000000" pitchFamily="2" charset="0"/>
                        <a:ea typeface="Calibri" panose="020F0502020204030204" pitchFamily="34" charset="0"/>
                        <a:cs typeface="Arial" panose="020B0604020202020204" pitchFamily="34" charset="0"/>
                      </a:endParaRPr>
                    </a:p>
                  </a:txBody>
                  <a:tcPr marL="34301" marR="34301" marT="0" marB="0" anchor="ctr"/>
                </a:tc>
                <a:tc>
                  <a:txBody>
                    <a:bodyPr/>
                    <a:lstStyle/>
                    <a:p>
                      <a:pPr algn="l">
                        <a:lnSpc>
                          <a:spcPct val="100000"/>
                        </a:lnSpc>
                        <a:buNone/>
                      </a:pPr>
                      <a:r>
                        <a:rPr lang="en-GB" sz="1800" kern="100" dirty="0">
                          <a:solidFill>
                            <a:schemeClr val="bg1"/>
                          </a:solidFill>
                          <a:effectLst/>
                          <a:latin typeface="Tenorite" panose="00000500000000000000" pitchFamily="2" charset="0"/>
                          <a:ea typeface="Calibri" panose="020F0502020204030204" pitchFamily="34" charset="0"/>
                          <a:cs typeface="Arial" panose="020B0604020202020204" pitchFamily="34" charset="0"/>
                        </a:rPr>
                        <a:t>Model</a:t>
                      </a:r>
                      <a:endParaRPr lang="id-ID" sz="1800" kern="100" dirty="0">
                        <a:solidFill>
                          <a:schemeClr val="bg1"/>
                        </a:solidFill>
                        <a:effectLst/>
                        <a:latin typeface="Tenorite" panose="00000500000000000000" pitchFamily="2" charset="0"/>
                        <a:ea typeface="Calibri" panose="020F0502020204030204" pitchFamily="34" charset="0"/>
                        <a:cs typeface="Arial" panose="020B0604020202020204" pitchFamily="34" charset="0"/>
                      </a:endParaRPr>
                    </a:p>
                  </a:txBody>
                  <a:tcPr marL="34301" marR="34301" marT="0" marB="0" anchor="ctr"/>
                </a:tc>
                <a:tc>
                  <a:txBody>
                    <a:bodyPr/>
                    <a:lstStyle/>
                    <a:p>
                      <a:pPr algn="l">
                        <a:lnSpc>
                          <a:spcPct val="100000"/>
                        </a:lnSpc>
                        <a:buNone/>
                      </a:pPr>
                      <a:r>
                        <a:rPr lang="en-GB" sz="1800" kern="100" dirty="0">
                          <a:solidFill>
                            <a:schemeClr val="bg1"/>
                          </a:solidFill>
                          <a:effectLst/>
                          <a:latin typeface="Tenorite" panose="00000500000000000000" pitchFamily="2" charset="0"/>
                          <a:ea typeface="Calibri" panose="020F0502020204030204" pitchFamily="34" charset="0"/>
                          <a:cs typeface="Arial" panose="020B0604020202020204" pitchFamily="34" charset="0"/>
                        </a:rPr>
                        <a:t>Hasil</a:t>
                      </a:r>
                      <a:endParaRPr lang="id-ID" sz="1800" kern="100" dirty="0">
                        <a:solidFill>
                          <a:schemeClr val="bg1"/>
                        </a:solidFill>
                        <a:effectLst/>
                        <a:latin typeface="Tenorite" panose="00000500000000000000" pitchFamily="2" charset="0"/>
                        <a:ea typeface="Calibri" panose="020F0502020204030204" pitchFamily="34" charset="0"/>
                        <a:cs typeface="Arial" panose="020B0604020202020204" pitchFamily="34" charset="0"/>
                      </a:endParaRPr>
                    </a:p>
                  </a:txBody>
                  <a:tcPr marL="34301" marR="34301" marT="0" marB="0" anchor="ctr"/>
                </a:tc>
                <a:extLst>
                  <a:ext uri="{0D108BD9-81ED-4DB2-BD59-A6C34878D82A}">
                    <a16:rowId xmlns:a16="http://schemas.microsoft.com/office/drawing/2014/main" val="3428721586"/>
                  </a:ext>
                </a:extLst>
              </a:tr>
              <a:tr h="582407">
                <a:tc>
                  <a:txBody>
                    <a:bodyPr/>
                    <a:lstStyle/>
                    <a:p>
                      <a:pPr algn="l">
                        <a:lnSpc>
                          <a:spcPct val="100000"/>
                        </a:lnSpc>
                        <a:buNone/>
                      </a:pPr>
                      <a:r>
                        <a:rPr lang="en-GB" sz="1600" kern="0" dirty="0">
                          <a:effectLst/>
                        </a:rPr>
                        <a:t>1</a:t>
                      </a:r>
                      <a:endParaRPr lang="id-ID" sz="18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34301" marR="34301" marT="0" marB="0" anchor="ctr"/>
                </a:tc>
                <a:tc>
                  <a:txBody>
                    <a:bodyPr/>
                    <a:lstStyle/>
                    <a:p>
                      <a:pPr algn="l">
                        <a:lnSpc>
                          <a:spcPct val="100000"/>
                        </a:lnSpc>
                        <a:buNone/>
                      </a:pPr>
                      <a:r>
                        <a:rPr lang="id-ID" sz="1600" kern="0" dirty="0">
                          <a:effectLst/>
                        </a:rPr>
                        <a:t>Bandara </a:t>
                      </a:r>
                      <a:r>
                        <a:rPr lang="id-ID" sz="1600" kern="0" dirty="0" err="1">
                          <a:effectLst/>
                        </a:rPr>
                        <a:t>et</a:t>
                      </a:r>
                      <a:r>
                        <a:rPr lang="id-ID" sz="1600" kern="0" dirty="0">
                          <a:effectLst/>
                        </a:rPr>
                        <a:t> </a:t>
                      </a:r>
                      <a:r>
                        <a:rPr lang="id-ID" sz="1600" kern="0" dirty="0" err="1">
                          <a:effectLst/>
                        </a:rPr>
                        <a:t>al.</a:t>
                      </a:r>
                      <a:r>
                        <a:rPr lang="id-ID" sz="1600" kern="0" dirty="0">
                          <a:effectLst/>
                        </a:rPr>
                        <a:t> (2024)</a:t>
                      </a:r>
                      <a:endParaRPr lang="id-ID" sz="18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34301" marR="34301" marT="0" marB="0" anchor="ctr"/>
                </a:tc>
                <a:tc>
                  <a:txBody>
                    <a:bodyPr/>
                    <a:lstStyle/>
                    <a:p>
                      <a:pPr algn="l">
                        <a:lnSpc>
                          <a:spcPct val="100000"/>
                        </a:lnSpc>
                        <a:buNone/>
                      </a:pPr>
                      <a:r>
                        <a:rPr lang="id-ID" sz="1800" i="1" kern="1200" dirty="0" err="1">
                          <a:solidFill>
                            <a:schemeClr val="dk1"/>
                          </a:solidFill>
                          <a:effectLst/>
                          <a:latin typeface="+mn-lt"/>
                          <a:ea typeface="+mn-ea"/>
                          <a:cs typeface="+mn-cs"/>
                        </a:rPr>
                        <a:t>Random</a:t>
                      </a:r>
                      <a:r>
                        <a:rPr lang="id-ID" sz="1800" i="1" kern="1200" dirty="0">
                          <a:solidFill>
                            <a:schemeClr val="dk1"/>
                          </a:solidFill>
                          <a:effectLst/>
                          <a:latin typeface="+mn-lt"/>
                          <a:ea typeface="+mn-ea"/>
                          <a:cs typeface="+mn-cs"/>
                        </a:rPr>
                        <a:t> </a:t>
                      </a:r>
                      <a:r>
                        <a:rPr lang="id-ID" sz="1800" i="1" kern="1200" dirty="0" err="1">
                          <a:solidFill>
                            <a:schemeClr val="dk1"/>
                          </a:solidFill>
                          <a:effectLst/>
                          <a:latin typeface="+mn-lt"/>
                          <a:ea typeface="+mn-ea"/>
                          <a:cs typeface="+mn-cs"/>
                        </a:rPr>
                        <a:t>Forest</a:t>
                      </a:r>
                      <a:r>
                        <a:rPr lang="id-ID" sz="1800" kern="1200" dirty="0">
                          <a:solidFill>
                            <a:schemeClr val="dk1"/>
                          </a:solidFill>
                          <a:effectLst/>
                          <a:latin typeface="+mn-lt"/>
                          <a:ea typeface="+mn-ea"/>
                          <a:cs typeface="+mn-cs"/>
                        </a:rPr>
                        <a:t> </a:t>
                      </a:r>
                      <a:endParaRPr lang="id-ID" sz="18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34301" marR="34301" marT="0" marB="0" anchor="ctr"/>
                </a:tc>
                <a:tc>
                  <a:txBody>
                    <a:bodyPr/>
                    <a:lstStyle/>
                    <a:p>
                      <a:pPr algn="l">
                        <a:lnSpc>
                          <a:spcPct val="100000"/>
                        </a:lnSpc>
                        <a:buNone/>
                      </a:pPr>
                      <a:r>
                        <a:rPr lang="id-ID" sz="1600" kern="0" dirty="0">
                          <a:effectLst/>
                        </a:rPr>
                        <a:t>• Model </a:t>
                      </a:r>
                      <a:r>
                        <a:rPr lang="en-GB" sz="1600" kern="0" dirty="0" err="1">
                          <a:effectLst/>
                        </a:rPr>
                        <a:t>menggunakan</a:t>
                      </a:r>
                      <a:r>
                        <a:rPr lang="en-GB" sz="1600" kern="0" dirty="0">
                          <a:effectLst/>
                        </a:rPr>
                        <a:t> </a:t>
                      </a:r>
                      <a:r>
                        <a:rPr lang="en-GB" sz="1600" kern="0" dirty="0" err="1">
                          <a:effectLst/>
                        </a:rPr>
                        <a:t>fitur</a:t>
                      </a:r>
                      <a:r>
                        <a:rPr lang="id-ID" sz="1600" kern="0" dirty="0">
                          <a:effectLst/>
                        </a:rPr>
                        <a:t> </a:t>
                      </a:r>
                      <a:r>
                        <a:rPr lang="id-ID" sz="1600" kern="0" dirty="0" err="1">
                          <a:effectLst/>
                        </a:rPr>
                        <a:t>sekuens</a:t>
                      </a:r>
                      <a:r>
                        <a:rPr lang="id-ID" sz="1600" kern="0" dirty="0">
                          <a:effectLst/>
                        </a:rPr>
                        <a:t> mencapai ROC AUC 0,833 pada set validasi.</a:t>
                      </a:r>
                      <a:endParaRPr lang="id-ID" sz="1800" kern="100" dirty="0">
                        <a:effectLst/>
                      </a:endParaRPr>
                    </a:p>
                    <a:p>
                      <a:pPr algn="l">
                        <a:lnSpc>
                          <a:spcPct val="100000"/>
                        </a:lnSpc>
                        <a:buNone/>
                      </a:pPr>
                      <a:r>
                        <a:rPr lang="id-ID" sz="1600" kern="0" dirty="0">
                          <a:effectLst/>
                        </a:rPr>
                        <a:t>• Pada pengujian dengan data Euro 2020, model mencapai ROC AUC 0,826, mengungguli model tembakan tunggal (</a:t>
                      </a:r>
                      <a:r>
                        <a:rPr lang="id-ID" sz="1600" kern="0" dirty="0" err="1">
                          <a:effectLst/>
                        </a:rPr>
                        <a:t>baseline</a:t>
                      </a:r>
                      <a:r>
                        <a:rPr lang="id-ID" sz="1600" kern="0" dirty="0">
                          <a:effectLst/>
                        </a:rPr>
                        <a:t>).</a:t>
                      </a:r>
                      <a:endParaRPr lang="id-ID" sz="18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34301" marR="34301" marT="0" marB="0" anchor="ctr"/>
                </a:tc>
                <a:extLst>
                  <a:ext uri="{0D108BD9-81ED-4DB2-BD59-A6C34878D82A}">
                    <a16:rowId xmlns:a16="http://schemas.microsoft.com/office/drawing/2014/main" val="1951301434"/>
                  </a:ext>
                </a:extLst>
              </a:tr>
              <a:tr h="970679">
                <a:tc>
                  <a:txBody>
                    <a:bodyPr/>
                    <a:lstStyle/>
                    <a:p>
                      <a:pPr algn="l">
                        <a:lnSpc>
                          <a:spcPct val="100000"/>
                        </a:lnSpc>
                        <a:buNone/>
                      </a:pPr>
                      <a:r>
                        <a:rPr lang="en-GB" sz="1600" kern="0" dirty="0">
                          <a:effectLst/>
                        </a:rPr>
                        <a:t>2</a:t>
                      </a:r>
                      <a:endParaRPr lang="id-ID" sz="18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34301" marR="34301" marT="0" marB="0" anchor="ctr"/>
                </a:tc>
                <a:tc>
                  <a:txBody>
                    <a:bodyPr/>
                    <a:lstStyle/>
                    <a:p>
                      <a:pPr algn="l">
                        <a:lnSpc>
                          <a:spcPct val="100000"/>
                        </a:lnSpc>
                        <a:buNone/>
                      </a:pPr>
                      <a:r>
                        <a:rPr lang="id-ID" sz="1600" kern="0" dirty="0" err="1">
                          <a:effectLst/>
                        </a:rPr>
                        <a:t>Cefis</a:t>
                      </a:r>
                      <a:r>
                        <a:rPr lang="id-ID" sz="1600" kern="0" dirty="0">
                          <a:effectLst/>
                        </a:rPr>
                        <a:t> &amp; </a:t>
                      </a:r>
                      <a:r>
                        <a:rPr lang="id-ID" sz="1600" kern="0" dirty="0" err="1">
                          <a:effectLst/>
                        </a:rPr>
                        <a:t>Carpita</a:t>
                      </a:r>
                      <a:r>
                        <a:rPr lang="id-ID" sz="1600" kern="0" dirty="0">
                          <a:effectLst/>
                        </a:rPr>
                        <a:t> (2024)</a:t>
                      </a:r>
                      <a:endParaRPr lang="id-ID" sz="18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34301" marR="34301" marT="0" marB="0" anchor="ctr"/>
                </a:tc>
                <a:tc>
                  <a:txBody>
                    <a:bodyPr/>
                    <a:lstStyle/>
                    <a:p>
                      <a:pPr algn="l">
                        <a:lnSpc>
                          <a:spcPct val="100000"/>
                        </a:lnSpc>
                        <a:buNone/>
                      </a:pPr>
                      <a:r>
                        <a:rPr lang="id-ID" sz="1800" kern="1200" dirty="0">
                          <a:solidFill>
                            <a:schemeClr val="dk1"/>
                          </a:solidFill>
                          <a:effectLst/>
                          <a:latin typeface="+mn-lt"/>
                          <a:ea typeface="+mn-ea"/>
                          <a:cs typeface="+mn-cs"/>
                        </a:rPr>
                        <a:t>Regresi Logistik</a:t>
                      </a:r>
                      <a:endParaRPr lang="id-ID" sz="1800" kern="100" dirty="0">
                        <a:effectLst/>
                      </a:endParaRPr>
                    </a:p>
                  </a:txBody>
                  <a:tcPr marL="34301" marR="34301" marT="0" marB="0" anchor="ctr"/>
                </a:tc>
                <a:tc>
                  <a:txBody>
                    <a:bodyPr/>
                    <a:lstStyle/>
                    <a:p>
                      <a:pPr algn="l">
                        <a:lnSpc>
                          <a:spcPct val="100000"/>
                        </a:lnSpc>
                        <a:buNone/>
                      </a:pPr>
                      <a:r>
                        <a:rPr lang="id-ID" sz="1600" kern="0" dirty="0">
                          <a:effectLst/>
                        </a:rPr>
                        <a:t>• ROC AUC = 0,812</a:t>
                      </a:r>
                      <a:endParaRPr lang="id-ID" sz="1800" kern="100" dirty="0">
                        <a:effectLst/>
                      </a:endParaRPr>
                    </a:p>
                    <a:p>
                      <a:pPr algn="l">
                        <a:lnSpc>
                          <a:spcPct val="100000"/>
                        </a:lnSpc>
                        <a:buNone/>
                      </a:pPr>
                      <a:r>
                        <a:rPr lang="id-ID" sz="1600" kern="0" dirty="0">
                          <a:effectLst/>
                        </a:rPr>
                        <a:t>• </a:t>
                      </a:r>
                      <a:r>
                        <a:rPr lang="id-ID" sz="1600" kern="0" dirty="0" err="1">
                          <a:effectLst/>
                        </a:rPr>
                        <a:t>Brier</a:t>
                      </a:r>
                      <a:r>
                        <a:rPr lang="id-ID" sz="1600" kern="0" dirty="0">
                          <a:effectLst/>
                        </a:rPr>
                        <a:t> </a:t>
                      </a:r>
                      <a:r>
                        <a:rPr lang="id-ID" sz="1600" kern="0" dirty="0" err="1">
                          <a:effectLst/>
                        </a:rPr>
                        <a:t>Score</a:t>
                      </a:r>
                      <a:r>
                        <a:rPr lang="id-ID" sz="1600" kern="0" dirty="0">
                          <a:effectLst/>
                        </a:rPr>
                        <a:t> = 0,078</a:t>
                      </a:r>
                      <a:endParaRPr lang="id-ID" sz="1800" kern="100" dirty="0">
                        <a:effectLst/>
                      </a:endParaRPr>
                    </a:p>
                  </a:txBody>
                  <a:tcPr marL="34301" marR="34301" marT="0" marB="0" anchor="ctr"/>
                </a:tc>
                <a:extLst>
                  <a:ext uri="{0D108BD9-81ED-4DB2-BD59-A6C34878D82A}">
                    <a16:rowId xmlns:a16="http://schemas.microsoft.com/office/drawing/2014/main" val="3204764588"/>
                  </a:ext>
                </a:extLst>
              </a:tr>
              <a:tr h="776543">
                <a:tc>
                  <a:txBody>
                    <a:bodyPr/>
                    <a:lstStyle/>
                    <a:p>
                      <a:pPr algn="l">
                        <a:lnSpc>
                          <a:spcPct val="100000"/>
                        </a:lnSpc>
                        <a:buNone/>
                      </a:pPr>
                      <a:r>
                        <a:rPr lang="en-GB" sz="1600" kern="0" dirty="0">
                          <a:effectLst/>
                        </a:rPr>
                        <a:t>3</a:t>
                      </a:r>
                      <a:endParaRPr lang="id-ID" sz="18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34301" marR="34301" marT="0" marB="0" anchor="ctr"/>
                </a:tc>
                <a:tc>
                  <a:txBody>
                    <a:bodyPr/>
                    <a:lstStyle/>
                    <a:p>
                      <a:pPr algn="l">
                        <a:lnSpc>
                          <a:spcPct val="100000"/>
                        </a:lnSpc>
                        <a:buNone/>
                      </a:pPr>
                      <a:r>
                        <a:rPr lang="id-ID" sz="1600" kern="0" dirty="0" err="1">
                          <a:effectLst/>
                        </a:rPr>
                        <a:t>Xu</a:t>
                      </a:r>
                      <a:r>
                        <a:rPr lang="id-ID" sz="1600" kern="0" dirty="0">
                          <a:effectLst/>
                        </a:rPr>
                        <a:t> </a:t>
                      </a:r>
                      <a:r>
                        <a:rPr lang="id-ID" sz="1600" kern="0" dirty="0" err="1">
                          <a:effectLst/>
                        </a:rPr>
                        <a:t>et</a:t>
                      </a:r>
                      <a:r>
                        <a:rPr lang="id-ID" sz="1600" kern="0" dirty="0">
                          <a:effectLst/>
                        </a:rPr>
                        <a:t> </a:t>
                      </a:r>
                      <a:r>
                        <a:rPr lang="id-ID" sz="1600" kern="0" dirty="0" err="1">
                          <a:effectLst/>
                        </a:rPr>
                        <a:t>al.</a:t>
                      </a:r>
                      <a:r>
                        <a:rPr lang="id-ID" sz="1600" kern="0" dirty="0">
                          <a:effectLst/>
                        </a:rPr>
                        <a:t> (2025)</a:t>
                      </a:r>
                      <a:endParaRPr lang="id-ID" sz="18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34301" marR="34301" marT="0" marB="0" anchor="ctr"/>
                </a:tc>
                <a:tc>
                  <a:txBody>
                    <a:bodyPr/>
                    <a:lstStyle/>
                    <a:p>
                      <a:pPr marL="285750" indent="-285750">
                        <a:buFont typeface="Arial" panose="020B0604020202020204" pitchFamily="34" charset="0"/>
                        <a:buChar char="•"/>
                      </a:pPr>
                      <a:r>
                        <a:rPr lang="id-ID" sz="1800" kern="1200" dirty="0">
                          <a:solidFill>
                            <a:schemeClr val="dk1"/>
                          </a:solidFill>
                          <a:effectLst/>
                          <a:latin typeface="+mn-lt"/>
                          <a:ea typeface="+mn-ea"/>
                          <a:cs typeface="+mn-cs"/>
                        </a:rPr>
                        <a:t>Jaringan Saraf </a:t>
                      </a:r>
                      <a:r>
                        <a:rPr lang="id-ID" sz="1800" kern="1200" dirty="0" err="1">
                          <a:solidFill>
                            <a:schemeClr val="dk1"/>
                          </a:solidFill>
                          <a:effectLst/>
                          <a:latin typeface="+mn-lt"/>
                          <a:ea typeface="+mn-ea"/>
                          <a:cs typeface="+mn-cs"/>
                        </a:rPr>
                        <a:t>Konvolusional</a:t>
                      </a:r>
                      <a:r>
                        <a:rPr lang="id-ID" sz="1800" kern="1200" dirty="0">
                          <a:solidFill>
                            <a:schemeClr val="dk1"/>
                          </a:solidFill>
                          <a:effectLst/>
                          <a:latin typeface="+mn-lt"/>
                          <a:ea typeface="+mn-ea"/>
                          <a:cs typeface="+mn-cs"/>
                        </a:rPr>
                        <a:t> (CNN)</a:t>
                      </a:r>
                      <a:endParaRPr lang="en-GB" sz="1800" kern="1200" dirty="0">
                        <a:solidFill>
                          <a:schemeClr val="dk1"/>
                        </a:solidFill>
                        <a:effectLst/>
                        <a:latin typeface="+mn-lt"/>
                        <a:ea typeface="+mn-ea"/>
                        <a:cs typeface="+mn-cs"/>
                      </a:endParaRPr>
                    </a:p>
                    <a:p>
                      <a:pPr marL="285750" indent="-285750">
                        <a:buFont typeface="Arial" panose="020B0604020202020204" pitchFamily="34" charset="0"/>
                        <a:buChar char="•"/>
                      </a:pPr>
                      <a:r>
                        <a:rPr lang="id-ID" sz="1800" kern="1200" dirty="0">
                          <a:solidFill>
                            <a:schemeClr val="dk1"/>
                          </a:solidFill>
                          <a:effectLst/>
                          <a:latin typeface="+mn-lt"/>
                          <a:ea typeface="+mn-ea"/>
                          <a:cs typeface="+mn-cs"/>
                        </a:rPr>
                        <a:t>Regresi Logistik</a:t>
                      </a:r>
                    </a:p>
                    <a:p>
                      <a:pPr algn="l">
                        <a:lnSpc>
                          <a:spcPct val="100000"/>
                        </a:lnSpc>
                        <a:buNone/>
                      </a:pPr>
                      <a:endParaRPr lang="id-ID" sz="18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34301" marR="34301" marT="0" marB="0" anchor="ctr"/>
                </a:tc>
                <a:tc>
                  <a:txBody>
                    <a:bodyPr/>
                    <a:lstStyle/>
                    <a:p>
                      <a:pPr algn="l">
                        <a:lnSpc>
                          <a:spcPct val="100000"/>
                        </a:lnSpc>
                        <a:buNone/>
                      </a:pPr>
                      <a:r>
                        <a:rPr lang="id-ID" sz="1600" kern="0" dirty="0">
                          <a:effectLst/>
                        </a:rPr>
                        <a:t>• ROC AUC: Model Skor-</a:t>
                      </a:r>
                      <a:r>
                        <a:rPr lang="id-ID" sz="1600" kern="0" dirty="0" err="1">
                          <a:effectLst/>
                        </a:rPr>
                        <a:t>xG</a:t>
                      </a:r>
                      <a:r>
                        <a:rPr lang="en-GB" sz="1600" kern="0" dirty="0">
                          <a:effectLst/>
                        </a:rPr>
                        <a:t> (CNN)</a:t>
                      </a:r>
                      <a:r>
                        <a:rPr lang="id-ID" sz="1600" kern="0" dirty="0">
                          <a:effectLst/>
                        </a:rPr>
                        <a:t> mencapai 0,845, mengungguli model Regresi Logistik (0,791).</a:t>
                      </a:r>
                      <a:endParaRPr lang="id-ID" sz="1800" kern="100" dirty="0">
                        <a:effectLst/>
                      </a:endParaRPr>
                    </a:p>
                    <a:p>
                      <a:pPr algn="l">
                        <a:lnSpc>
                          <a:spcPct val="100000"/>
                        </a:lnSpc>
                        <a:buNone/>
                      </a:pPr>
                      <a:r>
                        <a:rPr lang="id-ID" sz="1600" kern="0" dirty="0">
                          <a:effectLst/>
                        </a:rPr>
                        <a:t>• </a:t>
                      </a:r>
                      <a:r>
                        <a:rPr lang="id-ID" sz="1600" kern="0" dirty="0" err="1">
                          <a:effectLst/>
                        </a:rPr>
                        <a:t>Brier</a:t>
                      </a:r>
                      <a:r>
                        <a:rPr lang="id-ID" sz="1600" kern="0" dirty="0">
                          <a:effectLst/>
                        </a:rPr>
                        <a:t> </a:t>
                      </a:r>
                      <a:r>
                        <a:rPr lang="id-ID" sz="1600" kern="0" dirty="0" err="1">
                          <a:effectLst/>
                        </a:rPr>
                        <a:t>Score</a:t>
                      </a:r>
                      <a:r>
                        <a:rPr lang="id-ID" sz="1600" kern="0" dirty="0">
                          <a:effectLst/>
                        </a:rPr>
                        <a:t>: Skor-</a:t>
                      </a:r>
                      <a:r>
                        <a:rPr lang="id-ID" sz="1600" kern="0" dirty="0" err="1">
                          <a:effectLst/>
                        </a:rPr>
                        <a:t>xG</a:t>
                      </a:r>
                      <a:r>
                        <a:rPr lang="id-ID" sz="1600" kern="0" dirty="0">
                          <a:effectLst/>
                        </a:rPr>
                        <a:t> </a:t>
                      </a:r>
                      <a:r>
                        <a:rPr lang="en-GB" sz="1600" kern="0" dirty="0">
                          <a:effectLst/>
                        </a:rPr>
                        <a:t>(CNN) </a:t>
                      </a:r>
                      <a:r>
                        <a:rPr lang="id-ID" sz="1600" kern="0" dirty="0">
                          <a:effectLst/>
                        </a:rPr>
                        <a:t>mendapatkan 0,068, lebih baik dari Regresi Logistik (0,075). (Nilai lebih rendah lebih baik).</a:t>
                      </a:r>
                      <a:endParaRPr lang="id-ID" sz="18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34301" marR="34301" marT="0" marB="0" anchor="ctr"/>
                </a:tc>
                <a:extLst>
                  <a:ext uri="{0D108BD9-81ED-4DB2-BD59-A6C34878D82A}">
                    <a16:rowId xmlns:a16="http://schemas.microsoft.com/office/drawing/2014/main" val="348433307"/>
                  </a:ext>
                </a:extLst>
              </a:tr>
            </a:tbl>
          </a:graphicData>
        </a:graphic>
      </p:graphicFrame>
    </p:spTree>
    <p:extLst>
      <p:ext uri="{BB962C8B-B14F-4D97-AF65-F5344CB8AC3E}">
        <p14:creationId xmlns:p14="http://schemas.microsoft.com/office/powerpoint/2010/main" val="272150859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C441C0-EFF5-6275-0516-D1095C5FB7D9}"/>
            </a:ext>
          </a:extLst>
        </p:cNvPr>
        <p:cNvGrpSpPr/>
        <p:nvPr/>
      </p:nvGrpSpPr>
      <p:grpSpPr>
        <a:xfrm>
          <a:off x="0" y="0"/>
          <a:ext cx="0" cy="0"/>
          <a:chOff x="0" y="0"/>
          <a:chExt cx="0" cy="0"/>
        </a:xfrm>
      </p:grpSpPr>
      <p:sp>
        <p:nvSpPr>
          <p:cNvPr id="2" name="Judul 1">
            <a:extLst>
              <a:ext uri="{FF2B5EF4-FFF2-40B4-BE49-F238E27FC236}">
                <a16:creationId xmlns:a16="http://schemas.microsoft.com/office/drawing/2014/main" id="{95B12D43-6252-287A-5A04-723E6A852B22}"/>
              </a:ext>
            </a:extLst>
          </p:cNvPr>
          <p:cNvSpPr>
            <a:spLocks noGrp="1"/>
          </p:cNvSpPr>
          <p:nvPr>
            <p:ph type="title"/>
          </p:nvPr>
        </p:nvSpPr>
        <p:spPr>
          <a:xfrm>
            <a:off x="749301" y="1714818"/>
            <a:ext cx="3886200" cy="2810460"/>
          </a:xfrm>
        </p:spPr>
        <p:txBody>
          <a:bodyPr rtlCol="0">
            <a:normAutofit/>
          </a:bodyPr>
          <a:lstStyle/>
          <a:p>
            <a:pPr rtl="0"/>
            <a:r>
              <a:rPr lang="en-GB" sz="4800" dirty="0"/>
              <a:t>METODOLOGI PENELITIAN</a:t>
            </a:r>
            <a:endParaRPr lang="id-ID" sz="4800" dirty="0"/>
          </a:p>
        </p:txBody>
      </p:sp>
      <p:sp>
        <p:nvSpPr>
          <p:cNvPr id="3" name="Tampungan Tanggal 2">
            <a:extLst>
              <a:ext uri="{FF2B5EF4-FFF2-40B4-BE49-F238E27FC236}">
                <a16:creationId xmlns:a16="http://schemas.microsoft.com/office/drawing/2014/main" id="{F645C5A0-EC07-0352-097A-B1FF3FE3CA99}"/>
              </a:ext>
            </a:extLst>
          </p:cNvPr>
          <p:cNvSpPr>
            <a:spLocks noGrp="1"/>
          </p:cNvSpPr>
          <p:nvPr>
            <p:ph type="dt" sz="half" idx="10"/>
          </p:nvPr>
        </p:nvSpPr>
        <p:spPr/>
        <p:txBody>
          <a:bodyPr rtlCol="0"/>
          <a:lstStyle/>
          <a:p>
            <a:pPr rtl="0"/>
            <a:fld id="{A808DD98-197B-46F5-A6AA-BDA332D7E685}" type="datetime1">
              <a:rPr lang="id-ID" smtClean="0"/>
              <a:t>24/11/2025</a:t>
            </a:fld>
            <a:endParaRPr lang="id-ID"/>
          </a:p>
        </p:txBody>
      </p:sp>
      <p:sp>
        <p:nvSpPr>
          <p:cNvPr id="5" name="Tampungan Nomor Slide 4">
            <a:extLst>
              <a:ext uri="{FF2B5EF4-FFF2-40B4-BE49-F238E27FC236}">
                <a16:creationId xmlns:a16="http://schemas.microsoft.com/office/drawing/2014/main" id="{EEDDF600-206D-37A2-5704-42ADE2DC06CB}"/>
              </a:ext>
            </a:extLst>
          </p:cNvPr>
          <p:cNvSpPr>
            <a:spLocks noGrp="1"/>
          </p:cNvSpPr>
          <p:nvPr>
            <p:ph type="sldNum" sz="quarter" idx="12"/>
          </p:nvPr>
        </p:nvSpPr>
        <p:spPr/>
        <p:txBody>
          <a:bodyPr rtlCol="0"/>
          <a:lstStyle/>
          <a:p>
            <a:pPr rtl="0"/>
            <a:fld id="{294A09A9-5501-47C1-A89A-A340965A2BE2}" type="slidenum">
              <a:rPr lang="id-ID" smtClean="0"/>
              <a:pPr rtl="0"/>
              <a:t>33</a:t>
            </a:fld>
            <a:endParaRPr lang="id-ID"/>
          </a:p>
        </p:txBody>
      </p:sp>
      <p:pic>
        <p:nvPicPr>
          <p:cNvPr id="4" name="Picture 3">
            <a:extLst>
              <a:ext uri="{FF2B5EF4-FFF2-40B4-BE49-F238E27FC236}">
                <a16:creationId xmlns:a16="http://schemas.microsoft.com/office/drawing/2014/main" id="{1137B5F6-817B-71B9-4E37-FF685014D703}"/>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378244" y="272630"/>
            <a:ext cx="5217117" cy="6334647"/>
          </a:xfrm>
          <a:prstGeom prst="rect">
            <a:avLst/>
          </a:prstGeom>
          <a:solidFill>
            <a:schemeClr val="bg1"/>
          </a:solidFill>
          <a:ln>
            <a:noFill/>
          </a:ln>
        </p:spPr>
      </p:pic>
    </p:spTree>
    <p:extLst>
      <p:ext uri="{BB962C8B-B14F-4D97-AF65-F5344CB8AC3E}">
        <p14:creationId xmlns:p14="http://schemas.microsoft.com/office/powerpoint/2010/main" val="39796492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Judul 1">
            <a:extLst>
              <a:ext uri="{FF2B5EF4-FFF2-40B4-BE49-F238E27FC236}">
                <a16:creationId xmlns:a16="http://schemas.microsoft.com/office/drawing/2014/main" id="{42D1A202-23A3-4F3A-AA92-0172C8D2DA06}"/>
              </a:ext>
            </a:extLst>
          </p:cNvPr>
          <p:cNvSpPr>
            <a:spLocks noGrp="1"/>
          </p:cNvSpPr>
          <p:nvPr>
            <p:ph type="title"/>
          </p:nvPr>
        </p:nvSpPr>
        <p:spPr>
          <a:xfrm>
            <a:off x="1167492" y="381000"/>
            <a:ext cx="9779183" cy="1325563"/>
          </a:xfrm>
        </p:spPr>
        <p:txBody>
          <a:bodyPr rtlCol="0"/>
          <a:lstStyle/>
          <a:p>
            <a:pPr rtl="0"/>
            <a:r>
              <a:rPr lang="en-GB" dirty="0" err="1"/>
              <a:t>Metodologi</a:t>
            </a:r>
            <a:r>
              <a:rPr lang="en-GB" dirty="0"/>
              <a:t> </a:t>
            </a:r>
            <a:r>
              <a:rPr lang="en-GB" dirty="0" err="1"/>
              <a:t>Penelitian</a:t>
            </a:r>
            <a:r>
              <a:rPr lang="id-ID" dirty="0"/>
              <a:t> </a:t>
            </a:r>
          </a:p>
        </p:txBody>
      </p:sp>
      <p:sp>
        <p:nvSpPr>
          <p:cNvPr id="3" name="Tampungan Konten 2">
            <a:extLst>
              <a:ext uri="{FF2B5EF4-FFF2-40B4-BE49-F238E27FC236}">
                <a16:creationId xmlns:a16="http://schemas.microsoft.com/office/drawing/2014/main" id="{7B943E7C-A74D-4CB3-844B-51917C88C95F}"/>
              </a:ext>
            </a:extLst>
          </p:cNvPr>
          <p:cNvSpPr>
            <a:spLocks noGrp="1"/>
          </p:cNvSpPr>
          <p:nvPr>
            <p:ph type="body" idx="1"/>
          </p:nvPr>
        </p:nvSpPr>
        <p:spPr>
          <a:xfrm>
            <a:off x="430892" y="2640467"/>
            <a:ext cx="6795407" cy="3436483"/>
          </a:xfrm>
        </p:spPr>
        <p:txBody>
          <a:bodyPr vert="horz" lIns="91440" tIns="45720" rIns="91440" bIns="45720" rtlCol="0" anchor="t">
            <a:normAutofit/>
          </a:bodyPr>
          <a:lstStyle/>
          <a:p>
            <a:pPr marL="342900" indent="-342900">
              <a:buFont typeface="Arial" panose="020B0604020202020204" pitchFamily="34" charset="0"/>
              <a:buChar char="•"/>
            </a:pPr>
            <a:r>
              <a:rPr lang="id-ID" b="1" dirty="0"/>
              <a:t>Studi Literatur:</a:t>
            </a:r>
            <a:r>
              <a:rPr lang="id-ID" dirty="0"/>
              <a:t> </a:t>
            </a:r>
            <a:r>
              <a:rPr lang="en-GB" dirty="0"/>
              <a:t>M</a:t>
            </a:r>
            <a:r>
              <a:rPr lang="id-ID" dirty="0" err="1"/>
              <a:t>odel</a:t>
            </a:r>
            <a:r>
              <a:rPr lang="id-ID" dirty="0"/>
              <a:t> </a:t>
            </a:r>
            <a:r>
              <a:rPr lang="id-ID" dirty="0" err="1"/>
              <a:t>xG</a:t>
            </a:r>
            <a:r>
              <a:rPr lang="en-GB" dirty="0"/>
              <a:t>, </a:t>
            </a:r>
            <a:r>
              <a:rPr lang="id-ID" dirty="0"/>
              <a:t>algoritma </a:t>
            </a:r>
            <a:r>
              <a:rPr lang="id-ID" i="1" dirty="0" err="1"/>
              <a:t>machine</a:t>
            </a:r>
            <a:r>
              <a:rPr lang="id-ID" i="1" dirty="0"/>
              <a:t> </a:t>
            </a:r>
            <a:r>
              <a:rPr lang="id-ID" i="1" dirty="0" err="1"/>
              <a:t>learning</a:t>
            </a:r>
            <a:r>
              <a:rPr lang="en-GB" i="1" dirty="0"/>
              <a:t>, </a:t>
            </a:r>
            <a:r>
              <a:rPr lang="id-ID" i="1" dirty="0" err="1"/>
              <a:t>state-of-the-art</a:t>
            </a:r>
            <a:r>
              <a:rPr lang="id-ID" dirty="0"/>
              <a:t> dan </a:t>
            </a:r>
            <a:r>
              <a:rPr lang="id-ID" i="1" dirty="0" err="1"/>
              <a:t>research</a:t>
            </a:r>
            <a:r>
              <a:rPr lang="id-ID" i="1" dirty="0"/>
              <a:t> gap</a:t>
            </a:r>
            <a:r>
              <a:rPr lang="id-ID" dirty="0"/>
              <a:t>.</a:t>
            </a:r>
            <a:endParaRPr lang="en-GB" dirty="0"/>
          </a:p>
          <a:p>
            <a:pPr marL="342900" indent="-342900">
              <a:buFont typeface="Arial" panose="020B0604020202020204" pitchFamily="34" charset="0"/>
              <a:buChar char="•"/>
            </a:pPr>
            <a:r>
              <a:rPr lang="en-GB" b="1" dirty="0" err="1"/>
              <a:t>Identifikasi</a:t>
            </a:r>
            <a:r>
              <a:rPr lang="en-GB" b="1" dirty="0"/>
              <a:t> </a:t>
            </a:r>
            <a:r>
              <a:rPr lang="en-GB" b="1" dirty="0" err="1"/>
              <a:t>Masalah</a:t>
            </a:r>
            <a:endParaRPr lang="en-GB" b="1" dirty="0"/>
          </a:p>
          <a:p>
            <a:pPr marL="342900" indent="-342900">
              <a:buFont typeface="Arial" panose="020B0604020202020204" pitchFamily="34" charset="0"/>
              <a:buChar char="•"/>
            </a:pPr>
            <a:r>
              <a:rPr lang="en-GB" b="1" dirty="0" err="1"/>
              <a:t>Rumusan</a:t>
            </a:r>
            <a:r>
              <a:rPr lang="en-GB" b="1" dirty="0"/>
              <a:t> </a:t>
            </a:r>
            <a:r>
              <a:rPr lang="en-GB" b="1" dirty="0" err="1"/>
              <a:t>Masalah</a:t>
            </a:r>
            <a:endParaRPr lang="id-ID" dirty="0"/>
          </a:p>
        </p:txBody>
      </p:sp>
      <p:sp>
        <p:nvSpPr>
          <p:cNvPr id="6" name="Tampungan Nomor Slide 5">
            <a:extLst>
              <a:ext uri="{FF2B5EF4-FFF2-40B4-BE49-F238E27FC236}">
                <a16:creationId xmlns:a16="http://schemas.microsoft.com/office/drawing/2014/main" id="{B25B7362-01DC-0E4C-9B34-0DF3FD449CAD}"/>
              </a:ext>
            </a:extLst>
          </p:cNvPr>
          <p:cNvSpPr>
            <a:spLocks noGrp="1"/>
          </p:cNvSpPr>
          <p:nvPr>
            <p:ph type="sldNum" sz="quarter" idx="12"/>
          </p:nvPr>
        </p:nvSpPr>
        <p:spPr>
          <a:xfrm>
            <a:off x="10206318" y="6356350"/>
            <a:ext cx="1604682" cy="365125"/>
          </a:xfrm>
        </p:spPr>
        <p:txBody>
          <a:bodyPr rtlCol="0"/>
          <a:lstStyle/>
          <a:p>
            <a:pPr rtl="0"/>
            <a:fld id="{294A09A9-5501-47C1-A89A-A340965A2BE2}" type="slidenum">
              <a:rPr lang="id-ID" smtClean="0"/>
              <a:pPr rtl="0"/>
              <a:t>34</a:t>
            </a:fld>
            <a:endParaRPr lang="id-ID"/>
          </a:p>
        </p:txBody>
      </p:sp>
      <p:pic>
        <p:nvPicPr>
          <p:cNvPr id="4" name="Picture 3">
            <a:extLst>
              <a:ext uri="{FF2B5EF4-FFF2-40B4-BE49-F238E27FC236}">
                <a16:creationId xmlns:a16="http://schemas.microsoft.com/office/drawing/2014/main" id="{F5F4A71E-E144-FDA3-2477-460FD183357F}"/>
              </a:ext>
            </a:extLst>
          </p:cNvPr>
          <p:cNvPicPr>
            <a:picLocks noChangeAspect="1"/>
          </p:cNvPicPr>
          <p:nvPr/>
        </p:nvPicPr>
        <p:blipFill>
          <a:blip r:embed="rId3" cstate="print">
            <a:extLst>
              <a:ext uri="{28A0092B-C50C-407E-A947-70E740481C1C}">
                <a14:useLocalDpi xmlns:a14="http://schemas.microsoft.com/office/drawing/2010/main" val="0"/>
              </a:ext>
            </a:extLst>
          </a:blip>
          <a:srcRect l="22906" r="28689" b="75028"/>
          <a:stretch>
            <a:fillRect/>
          </a:stretch>
        </p:blipFill>
        <p:spPr bwMode="auto">
          <a:xfrm>
            <a:off x="7536425" y="2638064"/>
            <a:ext cx="4288175" cy="2686104"/>
          </a:xfrm>
          <a:prstGeom prst="rect">
            <a:avLst/>
          </a:prstGeom>
          <a:solidFill>
            <a:schemeClr val="bg1"/>
          </a:solidFill>
          <a:ln>
            <a:noFill/>
          </a:ln>
        </p:spPr>
      </p:pic>
    </p:spTree>
    <p:extLst>
      <p:ext uri="{BB962C8B-B14F-4D97-AF65-F5344CB8AC3E}">
        <p14:creationId xmlns:p14="http://schemas.microsoft.com/office/powerpoint/2010/main" val="44507069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Judul 2">
            <a:extLst>
              <a:ext uri="{FF2B5EF4-FFF2-40B4-BE49-F238E27FC236}">
                <a16:creationId xmlns:a16="http://schemas.microsoft.com/office/drawing/2014/main" id="{C55E2E3E-148D-4BE4-88A4-447C4BC35E68}"/>
              </a:ext>
            </a:extLst>
          </p:cNvPr>
          <p:cNvSpPr>
            <a:spLocks noGrp="1"/>
          </p:cNvSpPr>
          <p:nvPr>
            <p:ph type="title"/>
          </p:nvPr>
        </p:nvSpPr>
        <p:spPr>
          <a:xfrm>
            <a:off x="696450" y="419100"/>
            <a:ext cx="9779183" cy="1325563"/>
          </a:xfrm>
        </p:spPr>
        <p:txBody>
          <a:bodyPr rtlCol="0"/>
          <a:lstStyle/>
          <a:p>
            <a:r>
              <a:rPr lang="en-GB" dirty="0" err="1"/>
              <a:t>Metodologi</a:t>
            </a:r>
            <a:r>
              <a:rPr lang="en-GB" dirty="0"/>
              <a:t> </a:t>
            </a:r>
            <a:r>
              <a:rPr lang="en-GB" dirty="0" err="1"/>
              <a:t>Penelitian</a:t>
            </a:r>
            <a:r>
              <a:rPr lang="id-ID" dirty="0"/>
              <a:t> </a:t>
            </a:r>
          </a:p>
        </p:txBody>
      </p:sp>
      <p:sp>
        <p:nvSpPr>
          <p:cNvPr id="6" name="Tampungan Nomor Slide 5">
            <a:extLst>
              <a:ext uri="{FF2B5EF4-FFF2-40B4-BE49-F238E27FC236}">
                <a16:creationId xmlns:a16="http://schemas.microsoft.com/office/drawing/2014/main" id="{280037C3-0E79-CD4B-92A9-5B5F9E74A60B}"/>
              </a:ext>
            </a:extLst>
          </p:cNvPr>
          <p:cNvSpPr>
            <a:spLocks noGrp="1"/>
          </p:cNvSpPr>
          <p:nvPr>
            <p:ph type="sldNum" sz="quarter" idx="4"/>
          </p:nvPr>
        </p:nvSpPr>
        <p:spPr/>
        <p:txBody>
          <a:bodyPr rtlCol="0"/>
          <a:lstStyle/>
          <a:p>
            <a:pPr rtl="0"/>
            <a:fld id="{294A09A9-5501-47C1-A89A-A340965A2BE2}" type="slidenum">
              <a:rPr lang="id-ID" smtClean="0"/>
              <a:t>35</a:t>
            </a:fld>
            <a:endParaRPr lang="id-ID" dirty="0"/>
          </a:p>
        </p:txBody>
      </p:sp>
      <p:sp>
        <p:nvSpPr>
          <p:cNvPr id="9" name="TextBox 8">
            <a:extLst>
              <a:ext uri="{FF2B5EF4-FFF2-40B4-BE49-F238E27FC236}">
                <a16:creationId xmlns:a16="http://schemas.microsoft.com/office/drawing/2014/main" id="{823393FD-2CC1-A7D2-2E4C-5722E88A47CE}"/>
              </a:ext>
            </a:extLst>
          </p:cNvPr>
          <p:cNvSpPr txBox="1"/>
          <p:nvPr/>
        </p:nvSpPr>
        <p:spPr>
          <a:xfrm>
            <a:off x="696450" y="1895163"/>
            <a:ext cx="6096000" cy="2554545"/>
          </a:xfrm>
          <a:prstGeom prst="rect">
            <a:avLst/>
          </a:prstGeom>
          <a:noFill/>
        </p:spPr>
        <p:txBody>
          <a:bodyPr wrap="square">
            <a:spAutoFit/>
          </a:bodyPr>
          <a:lstStyle/>
          <a:p>
            <a:pPr marL="285750" indent="-285750">
              <a:buFont typeface="Arial" panose="020B0604020202020204" pitchFamily="34" charset="0"/>
              <a:buChar char="•"/>
            </a:pPr>
            <a:r>
              <a:rPr lang="id-ID" sz="2000" b="1" dirty="0">
                <a:solidFill>
                  <a:schemeClr val="bg1"/>
                </a:solidFill>
              </a:rPr>
              <a:t>Kerangka Kerja KDD (</a:t>
            </a:r>
            <a:r>
              <a:rPr lang="id-ID" sz="2000" b="1" dirty="0" err="1">
                <a:solidFill>
                  <a:schemeClr val="bg1"/>
                </a:solidFill>
              </a:rPr>
              <a:t>Knowledge</a:t>
            </a:r>
            <a:r>
              <a:rPr lang="id-ID" sz="2000" b="1" dirty="0">
                <a:solidFill>
                  <a:schemeClr val="bg1"/>
                </a:solidFill>
              </a:rPr>
              <a:t> </a:t>
            </a:r>
            <a:r>
              <a:rPr lang="id-ID" sz="2000" b="1" dirty="0" err="1">
                <a:solidFill>
                  <a:schemeClr val="bg1"/>
                </a:solidFill>
              </a:rPr>
              <a:t>Discovery</a:t>
            </a:r>
            <a:r>
              <a:rPr lang="id-ID" sz="2000" b="1" dirty="0">
                <a:solidFill>
                  <a:schemeClr val="bg1"/>
                </a:solidFill>
              </a:rPr>
              <a:t> in </a:t>
            </a:r>
            <a:r>
              <a:rPr lang="id-ID" sz="2000" b="1" dirty="0" err="1">
                <a:solidFill>
                  <a:schemeClr val="bg1"/>
                </a:solidFill>
              </a:rPr>
              <a:t>Databases</a:t>
            </a:r>
            <a:r>
              <a:rPr lang="id-ID" sz="2000" b="1" dirty="0">
                <a:solidFill>
                  <a:schemeClr val="bg1"/>
                </a:solidFill>
              </a:rPr>
              <a:t>)</a:t>
            </a:r>
          </a:p>
          <a:p>
            <a:pPr marL="285750" indent="-285750">
              <a:buFont typeface="Arial" panose="020B0604020202020204" pitchFamily="34" charset="0"/>
              <a:buChar char="•"/>
            </a:pPr>
            <a:r>
              <a:rPr lang="id-ID" sz="2000" b="1" dirty="0">
                <a:solidFill>
                  <a:schemeClr val="bg1"/>
                </a:solidFill>
              </a:rPr>
              <a:t>Proses KDD yang dilakukan meliputi:</a:t>
            </a:r>
            <a:endParaRPr lang="id-ID" sz="2000" dirty="0">
              <a:solidFill>
                <a:schemeClr val="bg1"/>
              </a:solidFill>
            </a:endParaRPr>
          </a:p>
          <a:p>
            <a:pPr marL="742950" lvl="1" indent="-285750">
              <a:buFont typeface="Arial" panose="020B0604020202020204" pitchFamily="34" charset="0"/>
              <a:buChar char="•"/>
            </a:pPr>
            <a:r>
              <a:rPr lang="en-GB" sz="2000" dirty="0">
                <a:solidFill>
                  <a:schemeClr val="bg1"/>
                </a:solidFill>
              </a:rPr>
              <a:t>Data Selection</a:t>
            </a:r>
            <a:endParaRPr lang="id-ID" sz="2000" dirty="0">
              <a:solidFill>
                <a:schemeClr val="bg1"/>
              </a:solidFill>
            </a:endParaRPr>
          </a:p>
          <a:p>
            <a:pPr marL="742950" lvl="1" indent="-285750">
              <a:buFont typeface="Arial" panose="020B0604020202020204" pitchFamily="34" charset="0"/>
              <a:buChar char="•"/>
            </a:pPr>
            <a:r>
              <a:rPr lang="en-GB" sz="2000" dirty="0">
                <a:solidFill>
                  <a:schemeClr val="bg1"/>
                </a:solidFill>
              </a:rPr>
              <a:t>Data Preprocessing</a:t>
            </a:r>
            <a:endParaRPr lang="id-ID" sz="2000" dirty="0">
              <a:solidFill>
                <a:schemeClr val="bg1"/>
              </a:solidFill>
            </a:endParaRPr>
          </a:p>
          <a:p>
            <a:pPr marL="742950" lvl="1" indent="-285750">
              <a:buFont typeface="Arial" panose="020B0604020202020204" pitchFamily="34" charset="0"/>
              <a:buChar char="•"/>
            </a:pPr>
            <a:r>
              <a:rPr lang="en-GB" sz="2000" dirty="0">
                <a:solidFill>
                  <a:schemeClr val="bg1"/>
                </a:solidFill>
              </a:rPr>
              <a:t>Data Transformation</a:t>
            </a:r>
          </a:p>
          <a:p>
            <a:pPr marL="742950" lvl="1" indent="-285750">
              <a:buFont typeface="Arial" panose="020B0604020202020204" pitchFamily="34" charset="0"/>
              <a:buChar char="•"/>
            </a:pPr>
            <a:r>
              <a:rPr lang="en-GB" sz="2000" dirty="0">
                <a:solidFill>
                  <a:schemeClr val="bg1"/>
                </a:solidFill>
              </a:rPr>
              <a:t>Data Mining</a:t>
            </a:r>
          </a:p>
          <a:p>
            <a:pPr marL="742950" lvl="1" indent="-285750">
              <a:buFont typeface="Arial" panose="020B0604020202020204" pitchFamily="34" charset="0"/>
              <a:buChar char="•"/>
            </a:pPr>
            <a:r>
              <a:rPr lang="en-GB" sz="2000" dirty="0">
                <a:solidFill>
                  <a:schemeClr val="bg1"/>
                </a:solidFill>
              </a:rPr>
              <a:t>Evaluation</a:t>
            </a:r>
            <a:endParaRPr lang="id-ID" sz="2000" dirty="0">
              <a:solidFill>
                <a:schemeClr val="bg1"/>
              </a:solidFill>
            </a:endParaRPr>
          </a:p>
        </p:txBody>
      </p:sp>
      <p:pic>
        <p:nvPicPr>
          <p:cNvPr id="2" name="Picture 1">
            <a:extLst>
              <a:ext uri="{FF2B5EF4-FFF2-40B4-BE49-F238E27FC236}">
                <a16:creationId xmlns:a16="http://schemas.microsoft.com/office/drawing/2014/main" id="{151EA97F-4A7D-3BB8-DAEA-3B416643E029}"/>
              </a:ext>
            </a:extLst>
          </p:cNvPr>
          <p:cNvPicPr>
            <a:picLocks noChangeAspect="1"/>
          </p:cNvPicPr>
          <p:nvPr/>
        </p:nvPicPr>
        <p:blipFill>
          <a:blip r:embed="rId3" cstate="print">
            <a:extLst>
              <a:ext uri="{28A0092B-C50C-407E-A947-70E740481C1C}">
                <a14:useLocalDpi xmlns:a14="http://schemas.microsoft.com/office/drawing/2010/main" val="0"/>
              </a:ext>
            </a:extLst>
          </a:blip>
          <a:srcRect l="26265" t="24336"/>
          <a:stretch>
            <a:fillRect/>
          </a:stretch>
        </p:blipFill>
        <p:spPr bwMode="auto">
          <a:xfrm>
            <a:off x="7234903" y="639762"/>
            <a:ext cx="4576096" cy="5701602"/>
          </a:xfrm>
          <a:prstGeom prst="rect">
            <a:avLst/>
          </a:prstGeom>
          <a:solidFill>
            <a:schemeClr val="bg1"/>
          </a:solidFill>
          <a:ln>
            <a:noFill/>
          </a:ln>
        </p:spPr>
      </p:pic>
    </p:spTree>
    <p:extLst>
      <p:ext uri="{BB962C8B-B14F-4D97-AF65-F5344CB8AC3E}">
        <p14:creationId xmlns:p14="http://schemas.microsoft.com/office/powerpoint/2010/main" val="93249840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CC635F-FBAA-FDD9-CF71-BD007E5AD885}"/>
            </a:ext>
          </a:extLst>
        </p:cNvPr>
        <p:cNvGrpSpPr/>
        <p:nvPr/>
      </p:nvGrpSpPr>
      <p:grpSpPr>
        <a:xfrm>
          <a:off x="0" y="0"/>
          <a:ext cx="0" cy="0"/>
          <a:chOff x="0" y="0"/>
          <a:chExt cx="0" cy="0"/>
        </a:xfrm>
      </p:grpSpPr>
      <p:sp>
        <p:nvSpPr>
          <p:cNvPr id="2" name="Judul 1">
            <a:extLst>
              <a:ext uri="{FF2B5EF4-FFF2-40B4-BE49-F238E27FC236}">
                <a16:creationId xmlns:a16="http://schemas.microsoft.com/office/drawing/2014/main" id="{D4C70685-1C99-35D8-F2A8-F508D0CBA3E6}"/>
              </a:ext>
            </a:extLst>
          </p:cNvPr>
          <p:cNvSpPr>
            <a:spLocks noGrp="1"/>
          </p:cNvSpPr>
          <p:nvPr>
            <p:ph type="title"/>
          </p:nvPr>
        </p:nvSpPr>
        <p:spPr>
          <a:xfrm>
            <a:off x="1167492" y="381000"/>
            <a:ext cx="9779183" cy="1325563"/>
          </a:xfrm>
        </p:spPr>
        <p:txBody>
          <a:bodyPr rtlCol="0"/>
          <a:lstStyle/>
          <a:p>
            <a:pPr rtl="0"/>
            <a:r>
              <a:rPr lang="en-GB" dirty="0" err="1"/>
              <a:t>Metodologi</a:t>
            </a:r>
            <a:r>
              <a:rPr lang="en-GB" dirty="0"/>
              <a:t> </a:t>
            </a:r>
            <a:r>
              <a:rPr lang="en-GB" dirty="0" err="1"/>
              <a:t>Penelitian</a:t>
            </a:r>
            <a:r>
              <a:rPr lang="id-ID" dirty="0"/>
              <a:t> </a:t>
            </a:r>
          </a:p>
        </p:txBody>
      </p:sp>
      <p:sp>
        <p:nvSpPr>
          <p:cNvPr id="3" name="Tampungan Konten 2">
            <a:extLst>
              <a:ext uri="{FF2B5EF4-FFF2-40B4-BE49-F238E27FC236}">
                <a16:creationId xmlns:a16="http://schemas.microsoft.com/office/drawing/2014/main" id="{4C84235F-1E29-7F6C-4967-E9E430E1EA77}"/>
              </a:ext>
            </a:extLst>
          </p:cNvPr>
          <p:cNvSpPr>
            <a:spLocks noGrp="1"/>
          </p:cNvSpPr>
          <p:nvPr>
            <p:ph type="body" idx="1"/>
          </p:nvPr>
        </p:nvSpPr>
        <p:spPr>
          <a:xfrm>
            <a:off x="430892" y="2640467"/>
            <a:ext cx="6795407" cy="3436483"/>
          </a:xfrm>
        </p:spPr>
        <p:txBody>
          <a:bodyPr vert="horz" lIns="91440" tIns="45720" rIns="91440" bIns="45720" rtlCol="0" anchor="t">
            <a:normAutofit/>
          </a:bodyPr>
          <a:lstStyle/>
          <a:p>
            <a:pPr marL="342900" indent="-342900">
              <a:buFont typeface="Arial" panose="020B0604020202020204" pitchFamily="34" charset="0"/>
              <a:buChar char="•"/>
            </a:pPr>
            <a:r>
              <a:rPr lang="en-GB" b="1" dirty="0" err="1"/>
              <a:t>Interpretasi</a:t>
            </a:r>
            <a:r>
              <a:rPr lang="en-GB" b="1" dirty="0"/>
              <a:t> Hasil</a:t>
            </a:r>
            <a:r>
              <a:rPr lang="id-ID" b="1" dirty="0"/>
              <a:t>:</a:t>
            </a:r>
            <a:r>
              <a:rPr lang="id-ID" dirty="0"/>
              <a:t> </a:t>
            </a:r>
            <a:r>
              <a:rPr lang="en-GB" i="1" dirty="0"/>
              <a:t>Practical application, academic benchmark </a:t>
            </a:r>
            <a:r>
              <a:rPr lang="en-GB" dirty="0"/>
              <a:t>dan </a:t>
            </a:r>
            <a:r>
              <a:rPr lang="en-GB" i="1" dirty="0"/>
              <a:t>industrial benchmark</a:t>
            </a:r>
            <a:endParaRPr lang="en-GB" dirty="0"/>
          </a:p>
          <a:p>
            <a:pPr marL="342900" indent="-342900">
              <a:buFont typeface="Arial" panose="020B0604020202020204" pitchFamily="34" charset="0"/>
              <a:buChar char="•"/>
            </a:pPr>
            <a:r>
              <a:rPr lang="id-ID" b="1" dirty="0"/>
              <a:t>Implikasi Penelitian:</a:t>
            </a:r>
            <a:r>
              <a:rPr lang="id-ID" dirty="0"/>
              <a:t> </a:t>
            </a:r>
            <a:r>
              <a:rPr lang="en-GB" dirty="0" err="1"/>
              <a:t>Teoritis</a:t>
            </a:r>
            <a:r>
              <a:rPr lang="en-GB" dirty="0"/>
              <a:t> dan </a:t>
            </a:r>
            <a:r>
              <a:rPr lang="en-GB" dirty="0" err="1"/>
              <a:t>praktis</a:t>
            </a:r>
            <a:endParaRPr lang="id-ID" dirty="0"/>
          </a:p>
        </p:txBody>
      </p:sp>
      <p:sp>
        <p:nvSpPr>
          <p:cNvPr id="6" name="Tampungan Nomor Slide 5">
            <a:extLst>
              <a:ext uri="{FF2B5EF4-FFF2-40B4-BE49-F238E27FC236}">
                <a16:creationId xmlns:a16="http://schemas.microsoft.com/office/drawing/2014/main" id="{A55421C3-8898-EC61-B57F-500221B6B119}"/>
              </a:ext>
            </a:extLst>
          </p:cNvPr>
          <p:cNvSpPr>
            <a:spLocks noGrp="1"/>
          </p:cNvSpPr>
          <p:nvPr>
            <p:ph type="sldNum" sz="quarter" idx="12"/>
          </p:nvPr>
        </p:nvSpPr>
        <p:spPr>
          <a:xfrm>
            <a:off x="10206318" y="6356350"/>
            <a:ext cx="1604682" cy="365125"/>
          </a:xfrm>
        </p:spPr>
        <p:txBody>
          <a:bodyPr rtlCol="0"/>
          <a:lstStyle/>
          <a:p>
            <a:pPr rtl="0"/>
            <a:fld id="{294A09A9-5501-47C1-A89A-A340965A2BE2}" type="slidenum">
              <a:rPr lang="id-ID" smtClean="0"/>
              <a:pPr rtl="0"/>
              <a:t>36</a:t>
            </a:fld>
            <a:endParaRPr lang="id-ID"/>
          </a:p>
        </p:txBody>
      </p:sp>
      <p:pic>
        <p:nvPicPr>
          <p:cNvPr id="7" name="Picture 6">
            <a:extLst>
              <a:ext uri="{FF2B5EF4-FFF2-40B4-BE49-F238E27FC236}">
                <a16:creationId xmlns:a16="http://schemas.microsoft.com/office/drawing/2014/main" id="{547BDAAC-C337-B276-6B66-6DEA81D8CE62}"/>
              </a:ext>
            </a:extLst>
          </p:cNvPr>
          <p:cNvPicPr>
            <a:picLocks noChangeAspect="1"/>
          </p:cNvPicPr>
          <p:nvPr/>
        </p:nvPicPr>
        <p:blipFill>
          <a:blip r:embed="rId3" cstate="print">
            <a:extLst>
              <a:ext uri="{28A0092B-C50C-407E-A947-70E740481C1C}">
                <a14:useLocalDpi xmlns:a14="http://schemas.microsoft.com/office/drawing/2010/main" val="0"/>
              </a:ext>
            </a:extLst>
          </a:blip>
          <a:srcRect l="-628" t="68359" r="69812" b="-2308"/>
          <a:stretch>
            <a:fillRect/>
          </a:stretch>
        </p:blipFill>
        <p:spPr bwMode="auto">
          <a:xfrm>
            <a:off x="7986058" y="3123820"/>
            <a:ext cx="2515629" cy="2469776"/>
          </a:xfrm>
          <a:prstGeom prst="rect">
            <a:avLst/>
          </a:prstGeom>
          <a:solidFill>
            <a:schemeClr val="bg1"/>
          </a:solidFill>
          <a:ln>
            <a:noFill/>
          </a:ln>
        </p:spPr>
      </p:pic>
    </p:spTree>
    <p:extLst>
      <p:ext uri="{BB962C8B-B14F-4D97-AF65-F5344CB8AC3E}">
        <p14:creationId xmlns:p14="http://schemas.microsoft.com/office/powerpoint/2010/main" val="20635540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2522D6-7CC8-EF15-8F0A-E57699AE1AA8}"/>
            </a:ext>
          </a:extLst>
        </p:cNvPr>
        <p:cNvGrpSpPr/>
        <p:nvPr/>
      </p:nvGrpSpPr>
      <p:grpSpPr>
        <a:xfrm>
          <a:off x="0" y="0"/>
          <a:ext cx="0" cy="0"/>
          <a:chOff x="0" y="0"/>
          <a:chExt cx="0" cy="0"/>
        </a:xfrm>
      </p:grpSpPr>
      <p:sp>
        <p:nvSpPr>
          <p:cNvPr id="2" name="Judul 1">
            <a:extLst>
              <a:ext uri="{FF2B5EF4-FFF2-40B4-BE49-F238E27FC236}">
                <a16:creationId xmlns:a16="http://schemas.microsoft.com/office/drawing/2014/main" id="{4FEBBCB3-745D-1684-2E21-84343A3616DA}"/>
              </a:ext>
            </a:extLst>
          </p:cNvPr>
          <p:cNvSpPr>
            <a:spLocks noGrp="1"/>
          </p:cNvSpPr>
          <p:nvPr>
            <p:ph type="title"/>
          </p:nvPr>
        </p:nvSpPr>
        <p:spPr>
          <a:xfrm>
            <a:off x="578670" y="1803307"/>
            <a:ext cx="4265150" cy="2810460"/>
          </a:xfrm>
        </p:spPr>
        <p:txBody>
          <a:bodyPr rtlCol="0">
            <a:normAutofit/>
          </a:bodyPr>
          <a:lstStyle/>
          <a:p>
            <a:pPr rtl="0"/>
            <a:r>
              <a:rPr lang="en-GB" sz="4800" dirty="0"/>
              <a:t>HASIL DAN PEMBAHASAN</a:t>
            </a:r>
            <a:endParaRPr lang="id-ID" sz="4800" dirty="0"/>
          </a:p>
        </p:txBody>
      </p:sp>
      <p:sp>
        <p:nvSpPr>
          <p:cNvPr id="3" name="Tampungan Tanggal 2">
            <a:extLst>
              <a:ext uri="{FF2B5EF4-FFF2-40B4-BE49-F238E27FC236}">
                <a16:creationId xmlns:a16="http://schemas.microsoft.com/office/drawing/2014/main" id="{FF1C000C-9C6D-A5E5-4327-2F4B5006591D}"/>
              </a:ext>
            </a:extLst>
          </p:cNvPr>
          <p:cNvSpPr>
            <a:spLocks noGrp="1"/>
          </p:cNvSpPr>
          <p:nvPr>
            <p:ph type="dt" sz="half" idx="10"/>
          </p:nvPr>
        </p:nvSpPr>
        <p:spPr/>
        <p:txBody>
          <a:bodyPr rtlCol="0"/>
          <a:lstStyle/>
          <a:p>
            <a:pPr rtl="0"/>
            <a:fld id="{A808DD98-197B-46F5-A6AA-BDA332D7E685}" type="datetime1">
              <a:rPr lang="id-ID" smtClean="0"/>
              <a:t>24/11/2025</a:t>
            </a:fld>
            <a:endParaRPr lang="id-ID"/>
          </a:p>
        </p:txBody>
      </p:sp>
      <p:sp>
        <p:nvSpPr>
          <p:cNvPr id="5" name="Tampungan Nomor Slide 4">
            <a:extLst>
              <a:ext uri="{FF2B5EF4-FFF2-40B4-BE49-F238E27FC236}">
                <a16:creationId xmlns:a16="http://schemas.microsoft.com/office/drawing/2014/main" id="{C264A00E-883A-9393-8F36-0357416C490F}"/>
              </a:ext>
            </a:extLst>
          </p:cNvPr>
          <p:cNvSpPr>
            <a:spLocks noGrp="1"/>
          </p:cNvSpPr>
          <p:nvPr>
            <p:ph type="sldNum" sz="quarter" idx="12"/>
          </p:nvPr>
        </p:nvSpPr>
        <p:spPr/>
        <p:txBody>
          <a:bodyPr rtlCol="0"/>
          <a:lstStyle/>
          <a:p>
            <a:pPr rtl="0"/>
            <a:fld id="{294A09A9-5501-47C1-A89A-A340965A2BE2}" type="slidenum">
              <a:rPr lang="id-ID" smtClean="0"/>
              <a:pPr rtl="0"/>
              <a:t>37</a:t>
            </a:fld>
            <a:endParaRPr lang="id-ID"/>
          </a:p>
        </p:txBody>
      </p:sp>
      <p:pic>
        <p:nvPicPr>
          <p:cNvPr id="6" name="Picture 5">
            <a:extLst>
              <a:ext uri="{FF2B5EF4-FFF2-40B4-BE49-F238E27FC236}">
                <a16:creationId xmlns:a16="http://schemas.microsoft.com/office/drawing/2014/main" id="{2D50D84C-730C-5EF2-F13C-1C414622F2B0}"/>
              </a:ext>
            </a:extLst>
          </p:cNvPr>
          <p:cNvPicPr>
            <a:picLocks noChangeAspect="1"/>
          </p:cNvPicPr>
          <p:nvPr/>
        </p:nvPicPr>
        <p:blipFill>
          <a:blip r:embed="rId3"/>
          <a:srcRect l="22141" t="27012" r="3531" b="697"/>
          <a:stretch>
            <a:fillRect/>
          </a:stretch>
        </p:blipFill>
        <p:spPr>
          <a:xfrm>
            <a:off x="5256776" y="1803307"/>
            <a:ext cx="6967332" cy="2989919"/>
          </a:xfrm>
          <a:prstGeom prst="rect">
            <a:avLst/>
          </a:prstGeom>
        </p:spPr>
      </p:pic>
    </p:spTree>
    <p:extLst>
      <p:ext uri="{BB962C8B-B14F-4D97-AF65-F5344CB8AC3E}">
        <p14:creationId xmlns:p14="http://schemas.microsoft.com/office/powerpoint/2010/main" val="308157337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EB5973-1D0B-9707-6998-B41B26EC1F6C}"/>
            </a:ext>
          </a:extLst>
        </p:cNvPr>
        <p:cNvGrpSpPr/>
        <p:nvPr/>
      </p:nvGrpSpPr>
      <p:grpSpPr>
        <a:xfrm>
          <a:off x="0" y="0"/>
          <a:ext cx="0" cy="0"/>
          <a:chOff x="0" y="0"/>
          <a:chExt cx="0" cy="0"/>
        </a:xfrm>
      </p:grpSpPr>
      <p:sp>
        <p:nvSpPr>
          <p:cNvPr id="2" name="Judul 1">
            <a:extLst>
              <a:ext uri="{FF2B5EF4-FFF2-40B4-BE49-F238E27FC236}">
                <a16:creationId xmlns:a16="http://schemas.microsoft.com/office/drawing/2014/main" id="{FF464C92-7767-B5EA-8A6B-6EB4474D786A}"/>
              </a:ext>
            </a:extLst>
          </p:cNvPr>
          <p:cNvSpPr>
            <a:spLocks noGrp="1"/>
          </p:cNvSpPr>
          <p:nvPr>
            <p:ph type="title"/>
          </p:nvPr>
        </p:nvSpPr>
        <p:spPr>
          <a:xfrm>
            <a:off x="6365994" y="1905085"/>
            <a:ext cx="3634347" cy="1738000"/>
          </a:xfrm>
        </p:spPr>
        <p:txBody>
          <a:bodyPr rtlCol="0"/>
          <a:lstStyle/>
          <a:p>
            <a:pPr rtl="0"/>
            <a:r>
              <a:rPr lang="en-GB" sz="6600" dirty="0"/>
              <a:t>Selection</a:t>
            </a:r>
            <a:endParaRPr lang="id-ID" sz="6600" dirty="0"/>
          </a:p>
        </p:txBody>
      </p:sp>
      <p:sp>
        <p:nvSpPr>
          <p:cNvPr id="4" name="Tampungan Tanggal 3">
            <a:extLst>
              <a:ext uri="{FF2B5EF4-FFF2-40B4-BE49-F238E27FC236}">
                <a16:creationId xmlns:a16="http://schemas.microsoft.com/office/drawing/2014/main" id="{C5D01CDB-561A-3A27-FAD4-32A8CEA150CA}"/>
              </a:ext>
            </a:extLst>
          </p:cNvPr>
          <p:cNvSpPr>
            <a:spLocks noGrp="1"/>
          </p:cNvSpPr>
          <p:nvPr>
            <p:ph type="dt" sz="half" idx="2"/>
          </p:nvPr>
        </p:nvSpPr>
        <p:spPr>
          <a:xfrm>
            <a:off x="0" y="6492875"/>
            <a:ext cx="1041400" cy="365125"/>
          </a:xfrm>
        </p:spPr>
        <p:txBody>
          <a:bodyPr rtlCol="0"/>
          <a:lstStyle/>
          <a:p>
            <a:pPr rtl="0"/>
            <a:fld id="{70C69C4D-CAFD-4E0E-94E0-4B1709D96441}" type="datetime1">
              <a:rPr lang="id-ID" smtClean="0"/>
              <a:t>24/11/2025</a:t>
            </a:fld>
            <a:endParaRPr lang="id-ID" dirty="0"/>
          </a:p>
        </p:txBody>
      </p:sp>
      <p:sp>
        <p:nvSpPr>
          <p:cNvPr id="6" name="Tampungan Nomor Slide 5">
            <a:extLst>
              <a:ext uri="{FF2B5EF4-FFF2-40B4-BE49-F238E27FC236}">
                <a16:creationId xmlns:a16="http://schemas.microsoft.com/office/drawing/2014/main" id="{BF4E8020-7273-D419-29B2-9DE312556310}"/>
              </a:ext>
            </a:extLst>
          </p:cNvPr>
          <p:cNvSpPr>
            <a:spLocks noGrp="1"/>
          </p:cNvSpPr>
          <p:nvPr>
            <p:ph type="sldNum" sz="quarter" idx="4"/>
          </p:nvPr>
        </p:nvSpPr>
        <p:spPr>
          <a:xfrm>
            <a:off x="10153276" y="6356350"/>
            <a:ext cx="1657723" cy="365125"/>
          </a:xfrm>
        </p:spPr>
        <p:txBody>
          <a:bodyPr rtlCol="0"/>
          <a:lstStyle/>
          <a:p>
            <a:pPr rtl="0"/>
            <a:fld id="{294A09A9-5501-47C1-A89A-A340965A2BE2}" type="slidenum">
              <a:rPr lang="id-ID" smtClean="0"/>
              <a:pPr rtl="0"/>
              <a:t>38</a:t>
            </a:fld>
            <a:endParaRPr lang="id-ID"/>
          </a:p>
        </p:txBody>
      </p:sp>
      <p:sp>
        <p:nvSpPr>
          <p:cNvPr id="13" name="Rectangle 1">
            <a:extLst>
              <a:ext uri="{FF2B5EF4-FFF2-40B4-BE49-F238E27FC236}">
                <a16:creationId xmlns:a16="http://schemas.microsoft.com/office/drawing/2014/main" id="{1552B3F0-F68A-4705-F3A8-941E9D9CFFAE}"/>
              </a:ext>
            </a:extLst>
          </p:cNvPr>
          <p:cNvSpPr>
            <a:spLocks noChangeArrowheads="1"/>
          </p:cNvSpPr>
          <p:nvPr/>
        </p:nvSpPr>
        <p:spPr bwMode="auto">
          <a:xfrm>
            <a:off x="520699" y="977720"/>
            <a:ext cx="67596342"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id-ID" altLang="id-ID" sz="1800" b="0" i="0" u="none" strike="noStrike" cap="none" normalizeH="0" baseline="0">
                <a:ln>
                  <a:noFill/>
                </a:ln>
                <a:solidFill>
                  <a:schemeClr val="tx1"/>
                </a:solidFill>
                <a:effectLst/>
                <a:latin typeface="Arial" panose="020B0604020202020204" pitchFamily="34" charset="0"/>
              </a:rPr>
            </a:br>
            <a:endParaRPr kumimoji="0" lang="id-ID" altLang="id-ID" sz="1800" b="0" i="0" u="none" strike="noStrike" cap="none" normalizeH="0" baseline="0">
              <a:ln>
                <a:noFill/>
              </a:ln>
              <a:solidFill>
                <a:schemeClr val="tx1"/>
              </a:solidFill>
              <a:effectLst/>
              <a:latin typeface="Arial" panose="020B0604020202020204" pitchFamily="34" charset="0"/>
            </a:endParaRPr>
          </a:p>
        </p:txBody>
      </p:sp>
      <p:pic>
        <p:nvPicPr>
          <p:cNvPr id="18" name="Picture 17">
            <a:extLst>
              <a:ext uri="{FF2B5EF4-FFF2-40B4-BE49-F238E27FC236}">
                <a16:creationId xmlns:a16="http://schemas.microsoft.com/office/drawing/2014/main" id="{4D7DBF44-63ED-2B11-A490-B2C631E2AE67}"/>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817482" y="0"/>
            <a:ext cx="1393145" cy="6552799"/>
          </a:xfrm>
          <a:prstGeom prst="rect">
            <a:avLst/>
          </a:prstGeom>
          <a:noFill/>
          <a:ln>
            <a:noFill/>
          </a:ln>
        </p:spPr>
      </p:pic>
    </p:spTree>
    <p:extLst>
      <p:ext uri="{BB962C8B-B14F-4D97-AF65-F5344CB8AC3E}">
        <p14:creationId xmlns:p14="http://schemas.microsoft.com/office/powerpoint/2010/main" val="149791317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335A9A-B068-175F-290F-D44164ED2128}"/>
            </a:ext>
          </a:extLst>
        </p:cNvPr>
        <p:cNvGrpSpPr/>
        <p:nvPr/>
      </p:nvGrpSpPr>
      <p:grpSpPr>
        <a:xfrm>
          <a:off x="0" y="0"/>
          <a:ext cx="0" cy="0"/>
          <a:chOff x="0" y="0"/>
          <a:chExt cx="0" cy="0"/>
        </a:xfrm>
      </p:grpSpPr>
      <p:sp>
        <p:nvSpPr>
          <p:cNvPr id="2" name="Judul 1">
            <a:extLst>
              <a:ext uri="{FF2B5EF4-FFF2-40B4-BE49-F238E27FC236}">
                <a16:creationId xmlns:a16="http://schemas.microsoft.com/office/drawing/2014/main" id="{79287028-73A1-682A-2E50-514B7652A422}"/>
              </a:ext>
            </a:extLst>
          </p:cNvPr>
          <p:cNvSpPr>
            <a:spLocks noGrp="1"/>
          </p:cNvSpPr>
          <p:nvPr>
            <p:ph type="title"/>
          </p:nvPr>
        </p:nvSpPr>
        <p:spPr>
          <a:xfrm>
            <a:off x="1227937" y="556806"/>
            <a:ext cx="8656292" cy="841827"/>
          </a:xfrm>
        </p:spPr>
        <p:txBody>
          <a:bodyPr rtlCol="0"/>
          <a:lstStyle/>
          <a:p>
            <a:pPr rtl="0"/>
            <a:r>
              <a:rPr lang="en-GB" sz="6600" dirty="0" err="1"/>
              <a:t>Statsbomb</a:t>
            </a:r>
            <a:r>
              <a:rPr lang="en-GB" sz="6600" dirty="0"/>
              <a:t> Open-Data</a:t>
            </a:r>
            <a:endParaRPr lang="id-ID" sz="6600" dirty="0"/>
          </a:p>
        </p:txBody>
      </p:sp>
      <p:sp>
        <p:nvSpPr>
          <p:cNvPr id="4" name="Tampungan Tanggal 3">
            <a:extLst>
              <a:ext uri="{FF2B5EF4-FFF2-40B4-BE49-F238E27FC236}">
                <a16:creationId xmlns:a16="http://schemas.microsoft.com/office/drawing/2014/main" id="{FF02812F-9B55-9F02-F79F-35A3C4BE69E4}"/>
              </a:ext>
            </a:extLst>
          </p:cNvPr>
          <p:cNvSpPr>
            <a:spLocks noGrp="1"/>
          </p:cNvSpPr>
          <p:nvPr>
            <p:ph type="dt" sz="half" idx="2"/>
          </p:nvPr>
        </p:nvSpPr>
        <p:spPr>
          <a:xfrm>
            <a:off x="0" y="6492875"/>
            <a:ext cx="1041400" cy="365125"/>
          </a:xfrm>
        </p:spPr>
        <p:txBody>
          <a:bodyPr rtlCol="0"/>
          <a:lstStyle/>
          <a:p>
            <a:pPr rtl="0"/>
            <a:fld id="{70C69C4D-CAFD-4E0E-94E0-4B1709D96441}" type="datetime1">
              <a:rPr lang="id-ID" smtClean="0"/>
              <a:t>24/11/2025</a:t>
            </a:fld>
            <a:endParaRPr lang="id-ID" dirty="0"/>
          </a:p>
        </p:txBody>
      </p:sp>
      <p:sp>
        <p:nvSpPr>
          <p:cNvPr id="6" name="Tampungan Nomor Slide 5">
            <a:extLst>
              <a:ext uri="{FF2B5EF4-FFF2-40B4-BE49-F238E27FC236}">
                <a16:creationId xmlns:a16="http://schemas.microsoft.com/office/drawing/2014/main" id="{458856AD-A3CC-D2B0-B82E-E45FCA8A094A}"/>
              </a:ext>
            </a:extLst>
          </p:cNvPr>
          <p:cNvSpPr>
            <a:spLocks noGrp="1"/>
          </p:cNvSpPr>
          <p:nvPr>
            <p:ph type="sldNum" sz="quarter" idx="4"/>
          </p:nvPr>
        </p:nvSpPr>
        <p:spPr>
          <a:xfrm>
            <a:off x="10153276" y="6356350"/>
            <a:ext cx="1657723" cy="365125"/>
          </a:xfrm>
        </p:spPr>
        <p:txBody>
          <a:bodyPr rtlCol="0"/>
          <a:lstStyle/>
          <a:p>
            <a:pPr rtl="0"/>
            <a:fld id="{294A09A9-5501-47C1-A89A-A340965A2BE2}" type="slidenum">
              <a:rPr lang="id-ID" smtClean="0"/>
              <a:pPr rtl="0"/>
              <a:t>39</a:t>
            </a:fld>
            <a:endParaRPr lang="id-ID"/>
          </a:p>
        </p:txBody>
      </p:sp>
      <p:sp>
        <p:nvSpPr>
          <p:cNvPr id="13" name="Rectangle 1">
            <a:extLst>
              <a:ext uri="{FF2B5EF4-FFF2-40B4-BE49-F238E27FC236}">
                <a16:creationId xmlns:a16="http://schemas.microsoft.com/office/drawing/2014/main" id="{74725619-4671-E9C6-667E-2234BF0E4410}"/>
              </a:ext>
            </a:extLst>
          </p:cNvPr>
          <p:cNvSpPr>
            <a:spLocks noChangeArrowheads="1"/>
          </p:cNvSpPr>
          <p:nvPr/>
        </p:nvSpPr>
        <p:spPr bwMode="auto">
          <a:xfrm>
            <a:off x="520699" y="977720"/>
            <a:ext cx="67596342"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id-ID" altLang="id-ID" sz="1800" b="0" i="0" u="none" strike="noStrike" cap="none" normalizeH="0" baseline="0">
                <a:ln>
                  <a:noFill/>
                </a:ln>
                <a:solidFill>
                  <a:schemeClr val="tx1"/>
                </a:solidFill>
                <a:effectLst/>
                <a:latin typeface="Arial" panose="020B0604020202020204" pitchFamily="34" charset="0"/>
              </a:rPr>
            </a:br>
            <a:endParaRPr kumimoji="0" lang="id-ID" altLang="id-ID" sz="1800" b="0" i="0" u="none" strike="noStrike" cap="none" normalizeH="0" baseline="0">
              <a:ln>
                <a:noFill/>
              </a:ln>
              <a:solidFill>
                <a:schemeClr val="tx1"/>
              </a:solidFill>
              <a:effectLst/>
              <a:latin typeface="Arial" panose="020B0604020202020204" pitchFamily="34" charset="0"/>
            </a:endParaRPr>
          </a:p>
        </p:txBody>
      </p:sp>
      <p:pic>
        <p:nvPicPr>
          <p:cNvPr id="20" name="Picture 19">
            <a:extLst>
              <a:ext uri="{FF2B5EF4-FFF2-40B4-BE49-F238E27FC236}">
                <a16:creationId xmlns:a16="http://schemas.microsoft.com/office/drawing/2014/main" id="{F159E0B9-C798-DC11-6937-7F37BF2B9999}"/>
              </a:ext>
            </a:extLst>
          </p:cNvPr>
          <p:cNvPicPr>
            <a:picLocks noChangeAspect="1"/>
          </p:cNvPicPr>
          <p:nvPr/>
        </p:nvPicPr>
        <p:blipFill>
          <a:blip r:embed="rId3"/>
          <a:stretch>
            <a:fillRect/>
          </a:stretch>
        </p:blipFill>
        <p:spPr>
          <a:xfrm>
            <a:off x="342635" y="2558500"/>
            <a:ext cx="6155321" cy="3129824"/>
          </a:xfrm>
          <a:prstGeom prst="rect">
            <a:avLst/>
          </a:prstGeom>
        </p:spPr>
      </p:pic>
      <p:pic>
        <p:nvPicPr>
          <p:cNvPr id="1027" name="Picture 3">
            <a:extLst>
              <a:ext uri="{FF2B5EF4-FFF2-40B4-BE49-F238E27FC236}">
                <a16:creationId xmlns:a16="http://schemas.microsoft.com/office/drawing/2014/main" id="{BC60DCB6-4911-838E-946C-B0656DD3B79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604636" y="2589318"/>
            <a:ext cx="5080892" cy="3129824"/>
          </a:xfrm>
          <a:prstGeom prst="rect">
            <a:avLst/>
          </a:prstGeom>
          <a:noFill/>
          <a:extLst>
            <a:ext uri="{909E8E84-426E-40DD-AFC4-6F175D3DCCD1}">
              <a14:hiddenFill xmlns:a14="http://schemas.microsoft.com/office/drawing/2010/main">
                <a:solidFill>
                  <a:srgbClr val="FFFFFF"/>
                </a:solidFill>
              </a14:hiddenFill>
            </a:ext>
          </a:extLst>
        </p:spPr>
      </p:pic>
      <p:sp>
        <p:nvSpPr>
          <p:cNvPr id="3" name="Tampungan Konten 2">
            <a:extLst>
              <a:ext uri="{FF2B5EF4-FFF2-40B4-BE49-F238E27FC236}">
                <a16:creationId xmlns:a16="http://schemas.microsoft.com/office/drawing/2014/main" id="{47F1889C-E270-3A0E-DF78-8678460D54FF}"/>
              </a:ext>
            </a:extLst>
          </p:cNvPr>
          <p:cNvSpPr>
            <a:spLocks noGrp="1"/>
          </p:cNvSpPr>
          <p:nvPr>
            <p:ph idx="1"/>
          </p:nvPr>
        </p:nvSpPr>
        <p:spPr>
          <a:xfrm>
            <a:off x="342635" y="1559349"/>
            <a:ext cx="10371810" cy="869253"/>
          </a:xfrm>
        </p:spPr>
        <p:txBody>
          <a:bodyPr vert="horz" lIns="91440" tIns="45720" rIns="91440" bIns="45720" rtlCol="0" anchor="t">
            <a:normAutofit lnSpcReduction="10000"/>
          </a:bodyPr>
          <a:lstStyle/>
          <a:p>
            <a:r>
              <a:rPr lang="en-GB" sz="2000" dirty="0"/>
              <a:t>Data </a:t>
            </a:r>
            <a:r>
              <a:rPr lang="en-GB" sz="2000" dirty="0" err="1"/>
              <a:t>akan</a:t>
            </a:r>
            <a:r>
              <a:rPr lang="en-GB" sz="2000" dirty="0"/>
              <a:t> di download </a:t>
            </a:r>
            <a:r>
              <a:rPr lang="en-GB" sz="2000" dirty="0" err="1"/>
              <a:t>melalui</a:t>
            </a:r>
            <a:r>
              <a:rPr lang="en-GB" sz="2000" dirty="0"/>
              <a:t> github.com/</a:t>
            </a:r>
            <a:r>
              <a:rPr lang="en-GB" sz="2000" dirty="0" err="1"/>
              <a:t>statsbomb</a:t>
            </a:r>
            <a:r>
              <a:rPr lang="en-GB" sz="2000" dirty="0"/>
              <a:t>/open-data dan </a:t>
            </a:r>
            <a:r>
              <a:rPr lang="en-GB" sz="2000" dirty="0" err="1"/>
              <a:t>diolah</a:t>
            </a:r>
            <a:r>
              <a:rPr lang="en-GB" sz="2000" dirty="0"/>
              <a:t> </a:t>
            </a:r>
            <a:r>
              <a:rPr lang="en-GB" sz="2000" dirty="0" err="1"/>
              <a:t>menggunakan</a:t>
            </a:r>
            <a:r>
              <a:rPr lang="en-GB" sz="2000" dirty="0"/>
              <a:t> Google </a:t>
            </a:r>
            <a:r>
              <a:rPr lang="en-GB" sz="2000" dirty="0" err="1"/>
              <a:t>Colab</a:t>
            </a:r>
            <a:r>
              <a:rPr lang="en-GB" sz="2000" dirty="0"/>
              <a:t> </a:t>
            </a:r>
            <a:r>
              <a:rPr lang="en-GB" sz="2000" dirty="0" err="1"/>
              <a:t>dengan</a:t>
            </a:r>
            <a:r>
              <a:rPr lang="en-GB" sz="2000" dirty="0"/>
              <a:t> library Pandas, dan </a:t>
            </a:r>
            <a:r>
              <a:rPr lang="en-GB" sz="2000" dirty="0" err="1"/>
              <a:t>lainnya</a:t>
            </a:r>
            <a:r>
              <a:rPr lang="en-GB" sz="2000" dirty="0"/>
              <a:t>. Master.zip yang </a:t>
            </a:r>
            <a:r>
              <a:rPr lang="en-GB" sz="2000" dirty="0" err="1"/>
              <a:t>berisi</a:t>
            </a:r>
            <a:r>
              <a:rPr lang="en-GB" sz="2000" dirty="0"/>
              <a:t> </a:t>
            </a:r>
            <a:r>
              <a:rPr lang="en-GB" sz="2000" dirty="0" err="1"/>
              <a:t>seluruh</a:t>
            </a:r>
            <a:r>
              <a:rPr lang="en-GB" sz="2000" dirty="0"/>
              <a:t> data </a:t>
            </a:r>
            <a:r>
              <a:rPr lang="en-GB" sz="2000" dirty="0" err="1"/>
              <a:t>akan</a:t>
            </a:r>
            <a:r>
              <a:rPr lang="en-GB" sz="2000" dirty="0"/>
              <a:t> di download </a:t>
            </a:r>
            <a:r>
              <a:rPr lang="en-GB" sz="2000" dirty="0" err="1"/>
              <a:t>lewat</a:t>
            </a:r>
            <a:r>
              <a:rPr lang="en-GB" sz="2000" dirty="0"/>
              <a:t> environment Google </a:t>
            </a:r>
            <a:r>
              <a:rPr lang="en-GB" sz="2000" dirty="0" err="1"/>
              <a:t>Colab</a:t>
            </a:r>
            <a:r>
              <a:rPr lang="en-GB" sz="2000" dirty="0"/>
              <a:t> </a:t>
            </a:r>
            <a:r>
              <a:rPr lang="en-GB" sz="2000" dirty="0" err="1"/>
              <a:t>untuk</a:t>
            </a:r>
            <a:r>
              <a:rPr lang="en-GB" sz="2000" dirty="0"/>
              <a:t> </a:t>
            </a:r>
            <a:r>
              <a:rPr lang="en-GB" sz="2000" dirty="0" err="1"/>
              <a:t>menjamin</a:t>
            </a:r>
            <a:r>
              <a:rPr lang="en-GB" sz="2000" dirty="0"/>
              <a:t> </a:t>
            </a:r>
            <a:r>
              <a:rPr lang="en-GB" sz="2000" dirty="0" err="1"/>
              <a:t>kecepatannya</a:t>
            </a:r>
            <a:r>
              <a:rPr lang="en-GB" sz="2000" dirty="0"/>
              <a:t>.</a:t>
            </a:r>
            <a:endParaRPr lang="id-ID" sz="2000" dirty="0"/>
          </a:p>
        </p:txBody>
      </p:sp>
    </p:spTree>
    <p:extLst>
      <p:ext uri="{BB962C8B-B14F-4D97-AF65-F5344CB8AC3E}">
        <p14:creationId xmlns:p14="http://schemas.microsoft.com/office/powerpoint/2010/main" val="402783854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32EE73-FCC6-F781-94C9-07FCE1AEFF34}"/>
            </a:ext>
          </a:extLst>
        </p:cNvPr>
        <p:cNvGrpSpPr/>
        <p:nvPr/>
      </p:nvGrpSpPr>
      <p:grpSpPr>
        <a:xfrm>
          <a:off x="0" y="0"/>
          <a:ext cx="0" cy="0"/>
          <a:chOff x="0" y="0"/>
          <a:chExt cx="0" cy="0"/>
        </a:xfrm>
      </p:grpSpPr>
      <p:sp>
        <p:nvSpPr>
          <p:cNvPr id="2" name="Judul 1">
            <a:extLst>
              <a:ext uri="{FF2B5EF4-FFF2-40B4-BE49-F238E27FC236}">
                <a16:creationId xmlns:a16="http://schemas.microsoft.com/office/drawing/2014/main" id="{86154570-E644-1963-8E29-F9F7301A7586}"/>
              </a:ext>
            </a:extLst>
          </p:cNvPr>
          <p:cNvSpPr>
            <a:spLocks noGrp="1"/>
          </p:cNvSpPr>
          <p:nvPr>
            <p:ph type="title"/>
          </p:nvPr>
        </p:nvSpPr>
        <p:spPr>
          <a:xfrm>
            <a:off x="1167492" y="381000"/>
            <a:ext cx="9779183" cy="1325563"/>
          </a:xfrm>
        </p:spPr>
        <p:txBody>
          <a:bodyPr rtlCol="0"/>
          <a:lstStyle/>
          <a:p>
            <a:pPr rtl="0"/>
            <a:r>
              <a:rPr lang="en-GB" dirty="0"/>
              <a:t>Data Understanding</a:t>
            </a:r>
            <a:endParaRPr lang="id-ID" dirty="0"/>
          </a:p>
        </p:txBody>
      </p:sp>
      <p:sp>
        <p:nvSpPr>
          <p:cNvPr id="4" name="Tampungan Tanggal 3">
            <a:extLst>
              <a:ext uri="{FF2B5EF4-FFF2-40B4-BE49-F238E27FC236}">
                <a16:creationId xmlns:a16="http://schemas.microsoft.com/office/drawing/2014/main" id="{509C71B5-EE94-70AF-4E18-A9EF300D38E5}"/>
              </a:ext>
            </a:extLst>
          </p:cNvPr>
          <p:cNvSpPr>
            <a:spLocks noGrp="1"/>
          </p:cNvSpPr>
          <p:nvPr>
            <p:ph type="dt" sz="half" idx="2"/>
          </p:nvPr>
        </p:nvSpPr>
        <p:spPr>
          <a:xfrm>
            <a:off x="0" y="6492875"/>
            <a:ext cx="1041400" cy="365125"/>
          </a:xfrm>
        </p:spPr>
        <p:txBody>
          <a:bodyPr rtlCol="0"/>
          <a:lstStyle/>
          <a:p>
            <a:pPr rtl="0"/>
            <a:fld id="{70C69C4D-CAFD-4E0E-94E0-4B1709D96441}" type="datetime1">
              <a:rPr lang="id-ID" smtClean="0"/>
              <a:t>24/11/2025</a:t>
            </a:fld>
            <a:endParaRPr lang="id-ID" dirty="0"/>
          </a:p>
        </p:txBody>
      </p:sp>
      <p:sp>
        <p:nvSpPr>
          <p:cNvPr id="6" name="Tampungan Nomor Slide 5">
            <a:extLst>
              <a:ext uri="{FF2B5EF4-FFF2-40B4-BE49-F238E27FC236}">
                <a16:creationId xmlns:a16="http://schemas.microsoft.com/office/drawing/2014/main" id="{081E2663-E9B0-46B8-9444-F0D46C42CCF1}"/>
              </a:ext>
            </a:extLst>
          </p:cNvPr>
          <p:cNvSpPr>
            <a:spLocks noGrp="1"/>
          </p:cNvSpPr>
          <p:nvPr>
            <p:ph type="sldNum" sz="quarter" idx="4"/>
          </p:nvPr>
        </p:nvSpPr>
        <p:spPr>
          <a:xfrm>
            <a:off x="10153276" y="6356350"/>
            <a:ext cx="1657723" cy="365125"/>
          </a:xfrm>
        </p:spPr>
        <p:txBody>
          <a:bodyPr rtlCol="0"/>
          <a:lstStyle/>
          <a:p>
            <a:pPr rtl="0"/>
            <a:fld id="{294A09A9-5501-47C1-A89A-A340965A2BE2}" type="slidenum">
              <a:rPr lang="id-ID" smtClean="0"/>
              <a:pPr rtl="0"/>
              <a:t>40</a:t>
            </a:fld>
            <a:endParaRPr lang="id-ID"/>
          </a:p>
        </p:txBody>
      </p:sp>
      <p:sp>
        <p:nvSpPr>
          <p:cNvPr id="11" name="Tampungan Konten 2">
            <a:extLst>
              <a:ext uri="{FF2B5EF4-FFF2-40B4-BE49-F238E27FC236}">
                <a16:creationId xmlns:a16="http://schemas.microsoft.com/office/drawing/2014/main" id="{1222A7A1-9EE4-D196-7172-F7EEA932FF7C}"/>
              </a:ext>
            </a:extLst>
          </p:cNvPr>
          <p:cNvSpPr>
            <a:spLocks noGrp="1"/>
          </p:cNvSpPr>
          <p:nvPr>
            <p:ph idx="1"/>
          </p:nvPr>
        </p:nvSpPr>
        <p:spPr>
          <a:xfrm>
            <a:off x="3860800" y="1706563"/>
            <a:ext cx="6853645" cy="869253"/>
          </a:xfrm>
        </p:spPr>
        <p:txBody>
          <a:bodyPr vert="horz" lIns="91440" tIns="45720" rIns="91440" bIns="45720" rtlCol="0" anchor="t">
            <a:normAutofit lnSpcReduction="10000"/>
          </a:bodyPr>
          <a:lstStyle/>
          <a:p>
            <a:r>
              <a:rPr lang="id-ID" sz="2000" dirty="0"/>
              <a:t>Proses diawali dengan </a:t>
            </a:r>
            <a:r>
              <a:rPr lang="en-GB" sz="2000" dirty="0" err="1"/>
              <a:t>memahami</a:t>
            </a:r>
            <a:r>
              <a:rPr lang="en-GB" sz="2000" dirty="0"/>
              <a:t> </a:t>
            </a:r>
            <a:r>
              <a:rPr lang="en-GB" sz="2000" dirty="0" err="1"/>
              <a:t>struktur</a:t>
            </a:r>
            <a:r>
              <a:rPr lang="en-GB" sz="2000" dirty="0"/>
              <a:t> data </a:t>
            </a:r>
            <a:r>
              <a:rPr lang="en-GB" sz="2000" dirty="0" err="1"/>
              <a:t>milik</a:t>
            </a:r>
            <a:r>
              <a:rPr lang="en-GB" sz="2000" dirty="0"/>
              <a:t> </a:t>
            </a:r>
            <a:r>
              <a:rPr lang="en-GB" sz="2000" dirty="0" err="1"/>
              <a:t>statsbomb</a:t>
            </a:r>
            <a:r>
              <a:rPr lang="en-GB" sz="2000" dirty="0"/>
              <a:t> </a:t>
            </a:r>
            <a:r>
              <a:rPr lang="en-GB" sz="2000" dirty="0" err="1"/>
              <a:t>melalui</a:t>
            </a:r>
            <a:r>
              <a:rPr lang="en-GB" sz="2000" dirty="0"/>
              <a:t> documentation yang </a:t>
            </a:r>
            <a:r>
              <a:rPr lang="en-GB" sz="2000" dirty="0" err="1"/>
              <a:t>disediakan</a:t>
            </a:r>
            <a:r>
              <a:rPr lang="en-GB" sz="2000" dirty="0"/>
              <a:t> oleh </a:t>
            </a:r>
            <a:r>
              <a:rPr lang="en-GB" sz="2000" dirty="0" err="1"/>
              <a:t>StatsBomb</a:t>
            </a:r>
            <a:r>
              <a:rPr lang="en-GB" sz="2000" dirty="0"/>
              <a:t> di </a:t>
            </a:r>
            <a:r>
              <a:rPr lang="en-GB" sz="2000" dirty="0" err="1"/>
              <a:t>Github</a:t>
            </a:r>
            <a:r>
              <a:rPr lang="en-GB" sz="2000" dirty="0"/>
              <a:t>. </a:t>
            </a:r>
            <a:endParaRPr lang="id-ID" sz="2000" dirty="0"/>
          </a:p>
        </p:txBody>
      </p:sp>
      <p:sp>
        <p:nvSpPr>
          <p:cNvPr id="13" name="Rectangle 1">
            <a:extLst>
              <a:ext uri="{FF2B5EF4-FFF2-40B4-BE49-F238E27FC236}">
                <a16:creationId xmlns:a16="http://schemas.microsoft.com/office/drawing/2014/main" id="{CB114D0D-4359-F471-777F-E986D8D7236D}"/>
              </a:ext>
            </a:extLst>
          </p:cNvPr>
          <p:cNvSpPr>
            <a:spLocks noChangeArrowheads="1"/>
          </p:cNvSpPr>
          <p:nvPr/>
        </p:nvSpPr>
        <p:spPr bwMode="auto">
          <a:xfrm>
            <a:off x="520699" y="977720"/>
            <a:ext cx="67596342"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id-ID" altLang="id-ID" sz="1800" b="0" i="0" u="none" strike="noStrike" cap="none" normalizeH="0" baseline="0">
                <a:ln>
                  <a:noFill/>
                </a:ln>
                <a:solidFill>
                  <a:schemeClr val="tx1"/>
                </a:solidFill>
                <a:effectLst/>
                <a:latin typeface="Arial" panose="020B0604020202020204" pitchFamily="34" charset="0"/>
              </a:rPr>
            </a:br>
            <a:endParaRPr kumimoji="0" lang="id-ID" altLang="id-ID" sz="1800" b="0" i="0" u="none" strike="noStrike" cap="none" normalizeH="0" baseline="0">
              <a:ln>
                <a:noFill/>
              </a:ln>
              <a:solidFill>
                <a:schemeClr val="tx1"/>
              </a:solidFill>
              <a:effectLst/>
              <a:latin typeface="Arial" panose="020B0604020202020204" pitchFamily="34" charset="0"/>
            </a:endParaRPr>
          </a:p>
        </p:txBody>
      </p:sp>
      <p:pic>
        <p:nvPicPr>
          <p:cNvPr id="3" name="Picture 2">
            <a:extLst>
              <a:ext uri="{FF2B5EF4-FFF2-40B4-BE49-F238E27FC236}">
                <a16:creationId xmlns:a16="http://schemas.microsoft.com/office/drawing/2014/main" id="{63AA9556-8B0C-ED09-F92D-D5ABF881770A}"/>
              </a:ext>
            </a:extLst>
          </p:cNvPr>
          <p:cNvPicPr>
            <a:picLocks noChangeAspect="1"/>
          </p:cNvPicPr>
          <p:nvPr/>
        </p:nvPicPr>
        <p:blipFill>
          <a:blip r:embed="rId3" cstate="print">
            <a:extLst>
              <a:ext uri="{28A0092B-C50C-407E-A947-70E740481C1C}">
                <a14:useLocalDpi xmlns:a14="http://schemas.microsoft.com/office/drawing/2010/main" val="0"/>
              </a:ext>
            </a:extLst>
          </a:blip>
          <a:srcRect t="5815" b="73956"/>
          <a:stretch>
            <a:fillRect/>
          </a:stretch>
        </p:blipFill>
        <p:spPr bwMode="auto">
          <a:xfrm>
            <a:off x="776205" y="1706563"/>
            <a:ext cx="3316821" cy="3094037"/>
          </a:xfrm>
          <a:prstGeom prst="rect">
            <a:avLst/>
          </a:prstGeom>
          <a:noFill/>
          <a:ln>
            <a:noFill/>
          </a:ln>
        </p:spPr>
      </p:pic>
      <p:pic>
        <p:nvPicPr>
          <p:cNvPr id="5" name="Picture 4">
            <a:extLst>
              <a:ext uri="{FF2B5EF4-FFF2-40B4-BE49-F238E27FC236}">
                <a16:creationId xmlns:a16="http://schemas.microsoft.com/office/drawing/2014/main" id="{8CB48AA7-D42F-20D6-6B0C-A0AB98F6D5BB}"/>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860800" y="2616244"/>
            <a:ext cx="7750629" cy="3331882"/>
          </a:xfrm>
          <a:prstGeom prst="rect">
            <a:avLst/>
          </a:prstGeom>
          <a:noFill/>
          <a:ln>
            <a:noFill/>
          </a:ln>
        </p:spPr>
      </p:pic>
    </p:spTree>
    <p:extLst>
      <p:ext uri="{BB962C8B-B14F-4D97-AF65-F5344CB8AC3E}">
        <p14:creationId xmlns:p14="http://schemas.microsoft.com/office/powerpoint/2010/main" val="112468888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FE56FE-C537-138D-0D9F-235CCB82FA67}"/>
            </a:ext>
          </a:extLst>
        </p:cNvPr>
        <p:cNvGrpSpPr/>
        <p:nvPr/>
      </p:nvGrpSpPr>
      <p:grpSpPr>
        <a:xfrm>
          <a:off x="0" y="0"/>
          <a:ext cx="0" cy="0"/>
          <a:chOff x="0" y="0"/>
          <a:chExt cx="0" cy="0"/>
        </a:xfrm>
      </p:grpSpPr>
      <p:sp>
        <p:nvSpPr>
          <p:cNvPr id="2" name="Judul 1">
            <a:extLst>
              <a:ext uri="{FF2B5EF4-FFF2-40B4-BE49-F238E27FC236}">
                <a16:creationId xmlns:a16="http://schemas.microsoft.com/office/drawing/2014/main" id="{F8FE3744-A566-3E77-9411-1F5B5B849F7B}"/>
              </a:ext>
            </a:extLst>
          </p:cNvPr>
          <p:cNvSpPr>
            <a:spLocks noGrp="1"/>
          </p:cNvSpPr>
          <p:nvPr>
            <p:ph type="title"/>
          </p:nvPr>
        </p:nvSpPr>
        <p:spPr>
          <a:xfrm>
            <a:off x="1167492" y="381000"/>
            <a:ext cx="9779183" cy="1325563"/>
          </a:xfrm>
        </p:spPr>
        <p:txBody>
          <a:bodyPr rtlCol="0"/>
          <a:lstStyle/>
          <a:p>
            <a:pPr rtl="0"/>
            <a:r>
              <a:rPr lang="en-GB" dirty="0"/>
              <a:t>Data Understanding</a:t>
            </a:r>
            <a:endParaRPr lang="id-ID" dirty="0"/>
          </a:p>
        </p:txBody>
      </p:sp>
      <p:sp>
        <p:nvSpPr>
          <p:cNvPr id="4" name="Tampungan Tanggal 3">
            <a:extLst>
              <a:ext uri="{FF2B5EF4-FFF2-40B4-BE49-F238E27FC236}">
                <a16:creationId xmlns:a16="http://schemas.microsoft.com/office/drawing/2014/main" id="{BCBEEBA5-3744-A1F0-ECAC-F69F11E8332F}"/>
              </a:ext>
            </a:extLst>
          </p:cNvPr>
          <p:cNvSpPr>
            <a:spLocks noGrp="1"/>
          </p:cNvSpPr>
          <p:nvPr>
            <p:ph type="dt" sz="half" idx="2"/>
          </p:nvPr>
        </p:nvSpPr>
        <p:spPr>
          <a:xfrm>
            <a:off x="0" y="6492875"/>
            <a:ext cx="1041400" cy="365125"/>
          </a:xfrm>
        </p:spPr>
        <p:txBody>
          <a:bodyPr rtlCol="0"/>
          <a:lstStyle/>
          <a:p>
            <a:pPr rtl="0"/>
            <a:fld id="{70C69C4D-CAFD-4E0E-94E0-4B1709D96441}" type="datetime1">
              <a:rPr lang="id-ID" smtClean="0"/>
              <a:t>24/11/2025</a:t>
            </a:fld>
            <a:endParaRPr lang="id-ID" dirty="0"/>
          </a:p>
        </p:txBody>
      </p:sp>
      <p:sp>
        <p:nvSpPr>
          <p:cNvPr id="6" name="Tampungan Nomor Slide 5">
            <a:extLst>
              <a:ext uri="{FF2B5EF4-FFF2-40B4-BE49-F238E27FC236}">
                <a16:creationId xmlns:a16="http://schemas.microsoft.com/office/drawing/2014/main" id="{1C95B214-3EB7-96CC-D891-6E01D44EEC3D}"/>
              </a:ext>
            </a:extLst>
          </p:cNvPr>
          <p:cNvSpPr>
            <a:spLocks noGrp="1"/>
          </p:cNvSpPr>
          <p:nvPr>
            <p:ph type="sldNum" sz="quarter" idx="4"/>
          </p:nvPr>
        </p:nvSpPr>
        <p:spPr>
          <a:xfrm>
            <a:off x="10153276" y="6356350"/>
            <a:ext cx="1657723" cy="365125"/>
          </a:xfrm>
        </p:spPr>
        <p:txBody>
          <a:bodyPr rtlCol="0"/>
          <a:lstStyle/>
          <a:p>
            <a:pPr rtl="0"/>
            <a:fld id="{294A09A9-5501-47C1-A89A-A340965A2BE2}" type="slidenum">
              <a:rPr lang="id-ID" smtClean="0"/>
              <a:pPr rtl="0"/>
              <a:t>41</a:t>
            </a:fld>
            <a:endParaRPr lang="id-ID"/>
          </a:p>
        </p:txBody>
      </p:sp>
      <p:sp>
        <p:nvSpPr>
          <p:cNvPr id="11" name="Tampungan Konten 2">
            <a:extLst>
              <a:ext uri="{FF2B5EF4-FFF2-40B4-BE49-F238E27FC236}">
                <a16:creationId xmlns:a16="http://schemas.microsoft.com/office/drawing/2014/main" id="{C4E90273-7CA5-401F-1216-2DC7871183EA}"/>
              </a:ext>
            </a:extLst>
          </p:cNvPr>
          <p:cNvSpPr>
            <a:spLocks noGrp="1"/>
          </p:cNvSpPr>
          <p:nvPr>
            <p:ph idx="1"/>
          </p:nvPr>
        </p:nvSpPr>
        <p:spPr>
          <a:xfrm>
            <a:off x="1167492" y="1624051"/>
            <a:ext cx="9779182" cy="869253"/>
          </a:xfrm>
        </p:spPr>
        <p:txBody>
          <a:bodyPr vert="horz" lIns="91440" tIns="45720" rIns="91440" bIns="45720" rtlCol="0" anchor="t">
            <a:normAutofit/>
          </a:bodyPr>
          <a:lstStyle/>
          <a:p>
            <a:r>
              <a:rPr lang="id-ID" sz="2000" dirty="0"/>
              <a:t>Proses diawali dengan </a:t>
            </a:r>
            <a:r>
              <a:rPr lang="en-GB" sz="2000" dirty="0" err="1"/>
              <a:t>memahami</a:t>
            </a:r>
            <a:r>
              <a:rPr lang="en-GB" sz="2000" dirty="0"/>
              <a:t> </a:t>
            </a:r>
            <a:r>
              <a:rPr lang="en-GB" sz="2000" dirty="0" err="1"/>
              <a:t>struktur</a:t>
            </a:r>
            <a:r>
              <a:rPr lang="en-GB" sz="2000" dirty="0"/>
              <a:t> data </a:t>
            </a:r>
            <a:r>
              <a:rPr lang="en-GB" sz="2000" dirty="0" err="1"/>
              <a:t>milik</a:t>
            </a:r>
            <a:r>
              <a:rPr lang="en-GB" sz="2000" dirty="0"/>
              <a:t> </a:t>
            </a:r>
            <a:r>
              <a:rPr lang="en-GB" sz="2000" dirty="0" err="1"/>
              <a:t>statsbomb</a:t>
            </a:r>
            <a:r>
              <a:rPr lang="en-GB" sz="2000" dirty="0"/>
              <a:t> </a:t>
            </a:r>
            <a:r>
              <a:rPr lang="en-GB" sz="2000" dirty="0" err="1"/>
              <a:t>melalui</a:t>
            </a:r>
            <a:r>
              <a:rPr lang="en-GB" sz="2000" dirty="0"/>
              <a:t> documentation yang </a:t>
            </a:r>
            <a:r>
              <a:rPr lang="en-GB" sz="2000" dirty="0" err="1"/>
              <a:t>disediakan</a:t>
            </a:r>
            <a:r>
              <a:rPr lang="en-GB" sz="2000" dirty="0"/>
              <a:t> oleh </a:t>
            </a:r>
            <a:r>
              <a:rPr lang="en-GB" sz="2000" dirty="0" err="1"/>
              <a:t>StatsBomb</a:t>
            </a:r>
            <a:r>
              <a:rPr lang="en-GB" sz="2000" dirty="0"/>
              <a:t> di </a:t>
            </a:r>
            <a:r>
              <a:rPr lang="en-GB" sz="2000" dirty="0" err="1"/>
              <a:t>Github</a:t>
            </a:r>
            <a:r>
              <a:rPr lang="en-GB" sz="2000" dirty="0"/>
              <a:t>. Pada </a:t>
            </a:r>
            <a:r>
              <a:rPr lang="en-GB" sz="2000" dirty="0" err="1"/>
              <a:t>competition.json</a:t>
            </a:r>
            <a:r>
              <a:rPr lang="en-GB" sz="2000" dirty="0"/>
              <a:t>:</a:t>
            </a:r>
            <a:endParaRPr lang="id-ID" sz="2000" dirty="0"/>
          </a:p>
        </p:txBody>
      </p:sp>
      <p:graphicFrame>
        <p:nvGraphicFramePr>
          <p:cNvPr id="12" name="Table 11">
            <a:extLst>
              <a:ext uri="{FF2B5EF4-FFF2-40B4-BE49-F238E27FC236}">
                <a16:creationId xmlns:a16="http://schemas.microsoft.com/office/drawing/2014/main" id="{93F0014E-5D74-5BB4-C105-D589DF6CDB51}"/>
              </a:ext>
            </a:extLst>
          </p:cNvPr>
          <p:cNvGraphicFramePr>
            <a:graphicFrameLocks noGrp="1"/>
          </p:cNvGraphicFramePr>
          <p:nvPr>
            <p:extLst>
              <p:ext uri="{D42A27DB-BD31-4B8C-83A1-F6EECF244321}">
                <p14:modId xmlns:p14="http://schemas.microsoft.com/office/powerpoint/2010/main" val="3981847995"/>
              </p:ext>
            </p:extLst>
          </p:nvPr>
        </p:nvGraphicFramePr>
        <p:xfrm>
          <a:off x="1245326" y="2352894"/>
          <a:ext cx="9168675" cy="3863052"/>
        </p:xfrm>
        <a:graphic>
          <a:graphicData uri="http://schemas.openxmlformats.org/drawingml/2006/table">
            <a:tbl>
              <a:tblPr/>
              <a:tblGrid>
                <a:gridCol w="1309811">
                  <a:extLst>
                    <a:ext uri="{9D8B030D-6E8A-4147-A177-3AD203B41FA5}">
                      <a16:colId xmlns:a16="http://schemas.microsoft.com/office/drawing/2014/main" val="3756720214"/>
                    </a:ext>
                  </a:extLst>
                </a:gridCol>
                <a:gridCol w="1309811">
                  <a:extLst>
                    <a:ext uri="{9D8B030D-6E8A-4147-A177-3AD203B41FA5}">
                      <a16:colId xmlns:a16="http://schemas.microsoft.com/office/drawing/2014/main" val="1630936655"/>
                    </a:ext>
                  </a:extLst>
                </a:gridCol>
                <a:gridCol w="1309811">
                  <a:extLst>
                    <a:ext uri="{9D8B030D-6E8A-4147-A177-3AD203B41FA5}">
                      <a16:colId xmlns:a16="http://schemas.microsoft.com/office/drawing/2014/main" val="1753744853"/>
                    </a:ext>
                  </a:extLst>
                </a:gridCol>
                <a:gridCol w="1634817">
                  <a:extLst>
                    <a:ext uri="{9D8B030D-6E8A-4147-A177-3AD203B41FA5}">
                      <a16:colId xmlns:a16="http://schemas.microsoft.com/office/drawing/2014/main" val="2218029696"/>
                    </a:ext>
                  </a:extLst>
                </a:gridCol>
                <a:gridCol w="1619557">
                  <a:extLst>
                    <a:ext uri="{9D8B030D-6E8A-4147-A177-3AD203B41FA5}">
                      <a16:colId xmlns:a16="http://schemas.microsoft.com/office/drawing/2014/main" val="728553491"/>
                    </a:ext>
                  </a:extLst>
                </a:gridCol>
                <a:gridCol w="1716974">
                  <a:extLst>
                    <a:ext uri="{9D8B030D-6E8A-4147-A177-3AD203B41FA5}">
                      <a16:colId xmlns:a16="http://schemas.microsoft.com/office/drawing/2014/main" val="722324863"/>
                    </a:ext>
                  </a:extLst>
                </a:gridCol>
                <a:gridCol w="267894">
                  <a:extLst>
                    <a:ext uri="{9D8B030D-6E8A-4147-A177-3AD203B41FA5}">
                      <a16:colId xmlns:a16="http://schemas.microsoft.com/office/drawing/2014/main" val="711384286"/>
                    </a:ext>
                  </a:extLst>
                </a:gridCol>
              </a:tblGrid>
              <a:tr h="321921">
                <a:tc>
                  <a:txBody>
                    <a:bodyPr/>
                    <a:lstStyle/>
                    <a:p>
                      <a:pPr algn="ctr">
                        <a:buNone/>
                      </a:pPr>
                      <a:r>
                        <a:rPr lang="id-ID" sz="1200" b="1" dirty="0" err="1">
                          <a:effectLst/>
                        </a:rPr>
                        <a:t>competition_id</a:t>
                      </a:r>
                      <a:endParaRPr lang="id-ID" sz="1200" b="1" dirty="0">
                        <a:effectLst/>
                      </a:endParaRPr>
                    </a:p>
                  </a:txBody>
                  <a:tcPr marL="21974" marR="21974" marT="10771" marB="1077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a:buNone/>
                      </a:pPr>
                      <a:r>
                        <a:rPr lang="id-ID" sz="1200" b="1" dirty="0" err="1">
                          <a:effectLst/>
                        </a:rPr>
                        <a:t>season_id</a:t>
                      </a:r>
                      <a:endParaRPr lang="id-ID" sz="1200" b="1" dirty="0">
                        <a:effectLst/>
                      </a:endParaRPr>
                    </a:p>
                  </a:txBody>
                  <a:tcPr marL="21974" marR="21974" marT="10771" marB="1077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a:buNone/>
                      </a:pPr>
                      <a:r>
                        <a:rPr lang="id-ID" sz="1200" b="1" dirty="0" err="1">
                          <a:effectLst/>
                        </a:rPr>
                        <a:t>country_name</a:t>
                      </a:r>
                      <a:endParaRPr lang="id-ID" sz="1200" b="1" dirty="0">
                        <a:effectLst/>
                      </a:endParaRPr>
                    </a:p>
                  </a:txBody>
                  <a:tcPr marL="21974" marR="21974" marT="10771" marB="1077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a:buNone/>
                      </a:pPr>
                      <a:r>
                        <a:rPr lang="id-ID" sz="1200" b="1" dirty="0" err="1">
                          <a:effectLst/>
                        </a:rPr>
                        <a:t>competition_name</a:t>
                      </a:r>
                      <a:endParaRPr lang="id-ID" sz="1200" b="1" dirty="0">
                        <a:effectLst/>
                      </a:endParaRPr>
                    </a:p>
                  </a:txBody>
                  <a:tcPr marL="21974" marR="21974" marT="10771" marB="1077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a:buNone/>
                      </a:pPr>
                      <a:r>
                        <a:rPr lang="id-ID" sz="1200" b="1" dirty="0" err="1">
                          <a:effectLst/>
                        </a:rPr>
                        <a:t>competition_gender</a:t>
                      </a:r>
                      <a:endParaRPr lang="id-ID" sz="1200" b="1" dirty="0">
                        <a:effectLst/>
                      </a:endParaRPr>
                    </a:p>
                  </a:txBody>
                  <a:tcPr marL="21974" marR="21974" marT="10771" marB="1077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a:buNone/>
                      </a:pPr>
                      <a:r>
                        <a:rPr lang="id-ID" sz="1200" b="1" dirty="0" err="1">
                          <a:effectLst/>
                        </a:rPr>
                        <a:t>competition_youth</a:t>
                      </a:r>
                      <a:endParaRPr lang="id-ID" sz="1200" b="1" dirty="0">
                        <a:effectLst/>
                      </a:endParaRPr>
                    </a:p>
                  </a:txBody>
                  <a:tcPr marL="21974" marR="21974" marT="10771" marB="1077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a:buNone/>
                      </a:pPr>
                      <a:r>
                        <a:rPr lang="en-GB" sz="1200" b="1" dirty="0">
                          <a:effectLst/>
                        </a:rPr>
                        <a:t>…</a:t>
                      </a:r>
                      <a:endParaRPr lang="id-ID" sz="1200" b="1" dirty="0">
                        <a:effectLst/>
                      </a:endParaRPr>
                    </a:p>
                  </a:txBody>
                  <a:tcPr marL="21974" marR="21974" marT="10771" marB="1077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3842777470"/>
                  </a:ext>
                </a:extLst>
              </a:tr>
              <a:tr h="321921">
                <a:tc>
                  <a:txBody>
                    <a:bodyPr/>
                    <a:lstStyle/>
                    <a:p>
                      <a:pPr algn="ctr">
                        <a:buNone/>
                      </a:pPr>
                      <a:r>
                        <a:rPr lang="id-ID" sz="1200" dirty="0">
                          <a:effectLst/>
                        </a:rPr>
                        <a:t>9</a:t>
                      </a:r>
                    </a:p>
                  </a:txBody>
                  <a:tcPr marL="21974" marR="21974" marT="10771" marB="1077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a:buNone/>
                      </a:pPr>
                      <a:r>
                        <a:rPr lang="id-ID" sz="1200">
                          <a:effectLst/>
                        </a:rPr>
                        <a:t>281</a:t>
                      </a:r>
                    </a:p>
                  </a:txBody>
                  <a:tcPr marL="21974" marR="21974" marT="10771" marB="1077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a:buNone/>
                      </a:pPr>
                      <a:r>
                        <a:rPr lang="id-ID" sz="1200">
                          <a:effectLst/>
                        </a:rPr>
                        <a:t>Germany</a:t>
                      </a:r>
                    </a:p>
                  </a:txBody>
                  <a:tcPr marL="21974" marR="21974" marT="10771" marB="1077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a:buNone/>
                      </a:pPr>
                      <a:r>
                        <a:rPr lang="id-ID" sz="1200">
                          <a:effectLst/>
                        </a:rPr>
                        <a:t>1. Bundesliga</a:t>
                      </a:r>
                    </a:p>
                  </a:txBody>
                  <a:tcPr marL="21974" marR="21974" marT="10771" marB="1077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a:buNone/>
                      </a:pPr>
                      <a:r>
                        <a:rPr lang="id-ID" sz="1200">
                          <a:effectLst/>
                        </a:rPr>
                        <a:t>male</a:t>
                      </a:r>
                    </a:p>
                  </a:txBody>
                  <a:tcPr marL="21974" marR="21974" marT="10771" marB="1077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a:buNone/>
                      </a:pPr>
                      <a:r>
                        <a:rPr lang="id-ID" sz="1200">
                          <a:effectLst/>
                        </a:rPr>
                        <a:t>False</a:t>
                      </a:r>
                    </a:p>
                  </a:txBody>
                  <a:tcPr marL="21974" marR="21974" marT="10771" marB="1077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a:buNone/>
                      </a:pPr>
                      <a:r>
                        <a:rPr lang="en-GB" sz="1200" dirty="0">
                          <a:effectLst/>
                        </a:rPr>
                        <a:t>…</a:t>
                      </a:r>
                      <a:endParaRPr lang="id-ID" sz="1200" dirty="0">
                        <a:effectLst/>
                      </a:endParaRPr>
                    </a:p>
                  </a:txBody>
                  <a:tcPr marL="21974" marR="21974" marT="10771" marB="1077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2318935834"/>
                  </a:ext>
                </a:extLst>
              </a:tr>
              <a:tr h="321921">
                <a:tc>
                  <a:txBody>
                    <a:bodyPr/>
                    <a:lstStyle/>
                    <a:p>
                      <a:pPr algn="ctr">
                        <a:buNone/>
                      </a:pPr>
                      <a:r>
                        <a:rPr lang="id-ID" sz="1200">
                          <a:effectLst/>
                        </a:rPr>
                        <a:t>9</a:t>
                      </a:r>
                    </a:p>
                  </a:txBody>
                  <a:tcPr marL="21974" marR="21974" marT="10771" marB="1077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a:buNone/>
                      </a:pPr>
                      <a:r>
                        <a:rPr lang="id-ID" sz="1200">
                          <a:effectLst/>
                        </a:rPr>
                        <a:t>27</a:t>
                      </a:r>
                    </a:p>
                  </a:txBody>
                  <a:tcPr marL="21974" marR="21974" marT="10771" marB="1077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a:buNone/>
                      </a:pPr>
                      <a:r>
                        <a:rPr lang="id-ID" sz="1200">
                          <a:effectLst/>
                        </a:rPr>
                        <a:t>Germany</a:t>
                      </a:r>
                    </a:p>
                  </a:txBody>
                  <a:tcPr marL="21974" marR="21974" marT="10771" marB="1077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a:buNone/>
                      </a:pPr>
                      <a:r>
                        <a:rPr lang="id-ID" sz="1200">
                          <a:effectLst/>
                        </a:rPr>
                        <a:t>1. Bundesliga</a:t>
                      </a:r>
                    </a:p>
                  </a:txBody>
                  <a:tcPr marL="21974" marR="21974" marT="10771" marB="1077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a:buNone/>
                      </a:pPr>
                      <a:r>
                        <a:rPr lang="id-ID" sz="1200">
                          <a:effectLst/>
                        </a:rPr>
                        <a:t>male</a:t>
                      </a:r>
                    </a:p>
                  </a:txBody>
                  <a:tcPr marL="21974" marR="21974" marT="10771" marB="1077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a:buNone/>
                      </a:pPr>
                      <a:r>
                        <a:rPr lang="id-ID" sz="1200">
                          <a:effectLst/>
                        </a:rPr>
                        <a:t>False</a:t>
                      </a:r>
                    </a:p>
                  </a:txBody>
                  <a:tcPr marL="21974" marR="21974" marT="10771" marB="1077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a:buNone/>
                      </a:pPr>
                      <a:r>
                        <a:rPr lang="en-GB" sz="1200" dirty="0">
                          <a:effectLst/>
                        </a:rPr>
                        <a:t>…</a:t>
                      </a:r>
                      <a:endParaRPr lang="id-ID" sz="1200" dirty="0">
                        <a:effectLst/>
                      </a:endParaRPr>
                    </a:p>
                  </a:txBody>
                  <a:tcPr marL="21974" marR="21974" marT="10771" marB="1077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495862783"/>
                  </a:ext>
                </a:extLst>
              </a:tr>
              <a:tr h="321921">
                <a:tc>
                  <a:txBody>
                    <a:bodyPr/>
                    <a:lstStyle/>
                    <a:p>
                      <a:pPr algn="ctr">
                        <a:buNone/>
                      </a:pPr>
                      <a:r>
                        <a:rPr lang="id-ID" sz="1200">
                          <a:effectLst/>
                        </a:rPr>
                        <a:t>1267</a:t>
                      </a:r>
                    </a:p>
                  </a:txBody>
                  <a:tcPr marL="21974" marR="21974" marT="10771" marB="1077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a:buNone/>
                      </a:pPr>
                      <a:r>
                        <a:rPr lang="id-ID" sz="1200">
                          <a:effectLst/>
                        </a:rPr>
                        <a:t>107</a:t>
                      </a:r>
                    </a:p>
                  </a:txBody>
                  <a:tcPr marL="21974" marR="21974" marT="10771" marB="1077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a:buNone/>
                      </a:pPr>
                      <a:r>
                        <a:rPr lang="id-ID" sz="1200">
                          <a:effectLst/>
                        </a:rPr>
                        <a:t>Africa</a:t>
                      </a:r>
                    </a:p>
                  </a:txBody>
                  <a:tcPr marL="21974" marR="21974" marT="10771" marB="1077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a:buNone/>
                      </a:pPr>
                      <a:r>
                        <a:rPr lang="id-ID" sz="1200">
                          <a:effectLst/>
                        </a:rPr>
                        <a:t>African Cup of Nations</a:t>
                      </a:r>
                    </a:p>
                  </a:txBody>
                  <a:tcPr marL="21974" marR="21974" marT="10771" marB="1077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a:buNone/>
                      </a:pPr>
                      <a:r>
                        <a:rPr lang="id-ID" sz="1200">
                          <a:effectLst/>
                        </a:rPr>
                        <a:t>male</a:t>
                      </a:r>
                    </a:p>
                  </a:txBody>
                  <a:tcPr marL="21974" marR="21974" marT="10771" marB="1077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a:buNone/>
                      </a:pPr>
                      <a:r>
                        <a:rPr lang="id-ID" sz="1200" dirty="0" err="1">
                          <a:effectLst/>
                        </a:rPr>
                        <a:t>False</a:t>
                      </a:r>
                      <a:endParaRPr lang="id-ID" sz="1200" dirty="0">
                        <a:effectLst/>
                      </a:endParaRPr>
                    </a:p>
                  </a:txBody>
                  <a:tcPr marL="21974" marR="21974" marT="10771" marB="1077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a:buNone/>
                      </a:pPr>
                      <a:r>
                        <a:rPr lang="en-GB" sz="1200" dirty="0">
                          <a:effectLst/>
                        </a:rPr>
                        <a:t>…</a:t>
                      </a:r>
                      <a:endParaRPr lang="id-ID" sz="1200" dirty="0">
                        <a:effectLst/>
                      </a:endParaRPr>
                    </a:p>
                  </a:txBody>
                  <a:tcPr marL="21974" marR="21974" marT="10771" marB="1077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3093638779"/>
                  </a:ext>
                </a:extLst>
              </a:tr>
              <a:tr h="321921">
                <a:tc>
                  <a:txBody>
                    <a:bodyPr/>
                    <a:lstStyle/>
                    <a:p>
                      <a:pPr algn="ctr">
                        <a:buNone/>
                      </a:pPr>
                      <a:r>
                        <a:rPr lang="id-ID" sz="1200">
                          <a:effectLst/>
                        </a:rPr>
                        <a:t>16</a:t>
                      </a:r>
                    </a:p>
                  </a:txBody>
                  <a:tcPr marL="21974" marR="21974" marT="10771" marB="1077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a:buNone/>
                      </a:pPr>
                      <a:r>
                        <a:rPr lang="id-ID" sz="1200">
                          <a:effectLst/>
                        </a:rPr>
                        <a:t>4</a:t>
                      </a:r>
                    </a:p>
                  </a:txBody>
                  <a:tcPr marL="21974" marR="21974" marT="10771" marB="1077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a:buNone/>
                      </a:pPr>
                      <a:r>
                        <a:rPr lang="id-ID" sz="1200">
                          <a:effectLst/>
                        </a:rPr>
                        <a:t>Europe</a:t>
                      </a:r>
                    </a:p>
                  </a:txBody>
                  <a:tcPr marL="21974" marR="21974" marT="10771" marB="1077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a:buNone/>
                      </a:pPr>
                      <a:r>
                        <a:rPr lang="id-ID" sz="1200">
                          <a:effectLst/>
                        </a:rPr>
                        <a:t>Champions League</a:t>
                      </a:r>
                    </a:p>
                  </a:txBody>
                  <a:tcPr marL="21974" marR="21974" marT="10771" marB="1077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a:buNone/>
                      </a:pPr>
                      <a:r>
                        <a:rPr lang="id-ID" sz="1200">
                          <a:effectLst/>
                        </a:rPr>
                        <a:t>male</a:t>
                      </a:r>
                    </a:p>
                  </a:txBody>
                  <a:tcPr marL="21974" marR="21974" marT="10771" marB="1077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a:buNone/>
                      </a:pPr>
                      <a:r>
                        <a:rPr lang="id-ID" sz="1200" dirty="0" err="1">
                          <a:effectLst/>
                        </a:rPr>
                        <a:t>False</a:t>
                      </a:r>
                      <a:endParaRPr lang="id-ID" sz="1200" dirty="0">
                        <a:effectLst/>
                      </a:endParaRPr>
                    </a:p>
                  </a:txBody>
                  <a:tcPr marL="21974" marR="21974" marT="10771" marB="1077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a:buNone/>
                      </a:pPr>
                      <a:r>
                        <a:rPr lang="en-GB" sz="1200" dirty="0">
                          <a:effectLst/>
                        </a:rPr>
                        <a:t>…</a:t>
                      </a:r>
                      <a:endParaRPr lang="id-ID" sz="1200" dirty="0">
                        <a:effectLst/>
                      </a:endParaRPr>
                    </a:p>
                  </a:txBody>
                  <a:tcPr marL="21974" marR="21974" marT="10771" marB="1077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493093774"/>
                  </a:ext>
                </a:extLst>
              </a:tr>
              <a:tr h="321921">
                <a:tc>
                  <a:txBody>
                    <a:bodyPr/>
                    <a:lstStyle/>
                    <a:p>
                      <a:pPr algn="ctr">
                        <a:buNone/>
                      </a:pPr>
                      <a:r>
                        <a:rPr lang="id-ID" sz="1200">
                          <a:effectLst/>
                        </a:rPr>
                        <a:t>16</a:t>
                      </a:r>
                    </a:p>
                  </a:txBody>
                  <a:tcPr marL="21974" marR="21974" marT="10771" marB="1077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a:buNone/>
                      </a:pPr>
                      <a:r>
                        <a:rPr lang="id-ID" sz="1200">
                          <a:effectLst/>
                        </a:rPr>
                        <a:t>1</a:t>
                      </a:r>
                    </a:p>
                  </a:txBody>
                  <a:tcPr marL="21974" marR="21974" marT="10771" marB="1077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a:buNone/>
                      </a:pPr>
                      <a:r>
                        <a:rPr lang="id-ID" sz="1200">
                          <a:effectLst/>
                        </a:rPr>
                        <a:t>Europe</a:t>
                      </a:r>
                    </a:p>
                  </a:txBody>
                  <a:tcPr marL="21974" marR="21974" marT="10771" marB="1077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a:buNone/>
                      </a:pPr>
                      <a:r>
                        <a:rPr lang="id-ID" sz="1200">
                          <a:effectLst/>
                        </a:rPr>
                        <a:t>Champions League</a:t>
                      </a:r>
                    </a:p>
                  </a:txBody>
                  <a:tcPr marL="21974" marR="21974" marT="10771" marB="1077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a:buNone/>
                      </a:pPr>
                      <a:r>
                        <a:rPr lang="id-ID" sz="1200">
                          <a:effectLst/>
                        </a:rPr>
                        <a:t>male</a:t>
                      </a:r>
                    </a:p>
                  </a:txBody>
                  <a:tcPr marL="21974" marR="21974" marT="10771" marB="1077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a:buNone/>
                      </a:pPr>
                      <a:r>
                        <a:rPr lang="id-ID" sz="1200">
                          <a:effectLst/>
                        </a:rPr>
                        <a:t>False</a:t>
                      </a:r>
                    </a:p>
                  </a:txBody>
                  <a:tcPr marL="21974" marR="21974" marT="10771" marB="1077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a:buNone/>
                      </a:pPr>
                      <a:r>
                        <a:rPr lang="en-GB" sz="1200" dirty="0">
                          <a:effectLst/>
                        </a:rPr>
                        <a:t>…</a:t>
                      </a:r>
                      <a:endParaRPr lang="id-ID" sz="1200" dirty="0">
                        <a:effectLst/>
                      </a:endParaRPr>
                    </a:p>
                  </a:txBody>
                  <a:tcPr marL="21974" marR="21974" marT="10771" marB="1077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881859960"/>
                  </a:ext>
                </a:extLst>
              </a:tr>
              <a:tr h="321921">
                <a:tc>
                  <a:txBody>
                    <a:bodyPr/>
                    <a:lstStyle/>
                    <a:p>
                      <a:pPr algn="ctr">
                        <a:buNone/>
                      </a:pPr>
                      <a:r>
                        <a:rPr lang="id-ID" sz="1200">
                          <a:effectLst/>
                        </a:rPr>
                        <a:t>...</a:t>
                      </a:r>
                    </a:p>
                  </a:txBody>
                  <a:tcPr marL="21974" marR="21974" marT="10771" marB="1077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a:buNone/>
                      </a:pPr>
                      <a:r>
                        <a:rPr lang="id-ID" sz="1200">
                          <a:effectLst/>
                        </a:rPr>
                        <a:t>...</a:t>
                      </a:r>
                    </a:p>
                  </a:txBody>
                  <a:tcPr marL="21974" marR="21974" marT="10771" marB="1077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a:buNone/>
                      </a:pPr>
                      <a:r>
                        <a:rPr lang="id-ID" sz="1200">
                          <a:effectLst/>
                        </a:rPr>
                        <a:t>...</a:t>
                      </a:r>
                    </a:p>
                  </a:txBody>
                  <a:tcPr marL="21974" marR="21974" marT="10771" marB="1077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a:buNone/>
                      </a:pPr>
                      <a:r>
                        <a:rPr lang="id-ID" sz="1200">
                          <a:effectLst/>
                        </a:rPr>
                        <a:t>...</a:t>
                      </a:r>
                    </a:p>
                  </a:txBody>
                  <a:tcPr marL="21974" marR="21974" marT="10771" marB="1077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a:buNone/>
                      </a:pPr>
                      <a:r>
                        <a:rPr lang="id-ID" sz="1200">
                          <a:effectLst/>
                        </a:rPr>
                        <a:t>...</a:t>
                      </a:r>
                    </a:p>
                  </a:txBody>
                  <a:tcPr marL="21974" marR="21974" marT="10771" marB="1077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a:buNone/>
                      </a:pPr>
                      <a:r>
                        <a:rPr lang="id-ID" sz="1200">
                          <a:effectLst/>
                        </a:rPr>
                        <a:t>...</a:t>
                      </a:r>
                    </a:p>
                  </a:txBody>
                  <a:tcPr marL="21974" marR="21974" marT="10771" marB="1077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a:buNone/>
                      </a:pPr>
                      <a:r>
                        <a:rPr lang="en-GB" sz="1200" dirty="0">
                          <a:effectLst/>
                        </a:rPr>
                        <a:t>…</a:t>
                      </a:r>
                      <a:endParaRPr lang="id-ID" sz="1200" dirty="0">
                        <a:effectLst/>
                      </a:endParaRPr>
                    </a:p>
                  </a:txBody>
                  <a:tcPr marL="21974" marR="21974" marT="10771" marB="1077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402751762"/>
                  </a:ext>
                </a:extLst>
              </a:tr>
              <a:tr h="321921">
                <a:tc>
                  <a:txBody>
                    <a:bodyPr/>
                    <a:lstStyle/>
                    <a:p>
                      <a:pPr algn="ctr">
                        <a:buNone/>
                      </a:pPr>
                      <a:r>
                        <a:rPr lang="id-ID" sz="1200">
                          <a:effectLst/>
                        </a:rPr>
                        <a:t>35</a:t>
                      </a:r>
                    </a:p>
                  </a:txBody>
                  <a:tcPr marL="21974" marR="21974" marT="10771" marB="1077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a:buNone/>
                      </a:pPr>
                      <a:r>
                        <a:rPr lang="id-ID" sz="1200">
                          <a:effectLst/>
                        </a:rPr>
                        <a:t>75</a:t>
                      </a:r>
                    </a:p>
                  </a:txBody>
                  <a:tcPr marL="21974" marR="21974" marT="10771" marB="1077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a:buNone/>
                      </a:pPr>
                      <a:r>
                        <a:rPr lang="id-ID" sz="1200">
                          <a:effectLst/>
                        </a:rPr>
                        <a:t>Europe</a:t>
                      </a:r>
                    </a:p>
                  </a:txBody>
                  <a:tcPr marL="21974" marR="21974" marT="10771" marB="1077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a:buNone/>
                      </a:pPr>
                      <a:r>
                        <a:rPr lang="id-ID" sz="1200">
                          <a:effectLst/>
                        </a:rPr>
                        <a:t>UEFA Europa League</a:t>
                      </a:r>
                    </a:p>
                  </a:txBody>
                  <a:tcPr marL="21974" marR="21974" marT="10771" marB="1077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a:buNone/>
                      </a:pPr>
                      <a:r>
                        <a:rPr lang="id-ID" sz="1200">
                          <a:effectLst/>
                        </a:rPr>
                        <a:t>male</a:t>
                      </a:r>
                    </a:p>
                  </a:txBody>
                  <a:tcPr marL="21974" marR="21974" marT="10771" marB="1077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a:buNone/>
                      </a:pPr>
                      <a:r>
                        <a:rPr lang="id-ID" sz="1200">
                          <a:effectLst/>
                        </a:rPr>
                        <a:t>False</a:t>
                      </a:r>
                    </a:p>
                  </a:txBody>
                  <a:tcPr marL="21974" marR="21974" marT="10771" marB="1077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a:buNone/>
                      </a:pPr>
                      <a:r>
                        <a:rPr lang="en-GB" sz="1200" dirty="0">
                          <a:effectLst/>
                        </a:rPr>
                        <a:t>…</a:t>
                      </a:r>
                      <a:endParaRPr lang="id-ID" sz="1200" dirty="0">
                        <a:effectLst/>
                      </a:endParaRPr>
                    </a:p>
                  </a:txBody>
                  <a:tcPr marL="21974" marR="21974" marT="10771" marB="1077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3776128884"/>
                  </a:ext>
                </a:extLst>
              </a:tr>
              <a:tr h="321921">
                <a:tc>
                  <a:txBody>
                    <a:bodyPr/>
                    <a:lstStyle/>
                    <a:p>
                      <a:pPr algn="ctr">
                        <a:buNone/>
                      </a:pPr>
                      <a:r>
                        <a:rPr lang="id-ID" sz="1200">
                          <a:effectLst/>
                        </a:rPr>
                        <a:t>53</a:t>
                      </a:r>
                    </a:p>
                  </a:txBody>
                  <a:tcPr marL="21974" marR="21974" marT="10771" marB="1077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a:buNone/>
                      </a:pPr>
                      <a:r>
                        <a:rPr lang="id-ID" sz="1200">
                          <a:effectLst/>
                        </a:rPr>
                        <a:t>315</a:t>
                      </a:r>
                    </a:p>
                  </a:txBody>
                  <a:tcPr marL="21974" marR="21974" marT="10771" marB="1077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a:buNone/>
                      </a:pPr>
                      <a:r>
                        <a:rPr lang="id-ID" sz="1200">
                          <a:effectLst/>
                        </a:rPr>
                        <a:t>Europe</a:t>
                      </a:r>
                    </a:p>
                  </a:txBody>
                  <a:tcPr marL="21974" marR="21974" marT="10771" marB="1077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a:buNone/>
                      </a:pPr>
                      <a:r>
                        <a:rPr lang="id-ID" sz="1200">
                          <a:effectLst/>
                        </a:rPr>
                        <a:t>UEFA Women's Euro</a:t>
                      </a:r>
                    </a:p>
                  </a:txBody>
                  <a:tcPr marL="21974" marR="21974" marT="10771" marB="1077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a:buNone/>
                      </a:pPr>
                      <a:r>
                        <a:rPr lang="id-ID" sz="1200">
                          <a:effectLst/>
                        </a:rPr>
                        <a:t>female</a:t>
                      </a:r>
                    </a:p>
                  </a:txBody>
                  <a:tcPr marL="21974" marR="21974" marT="10771" marB="1077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a:buNone/>
                      </a:pPr>
                      <a:r>
                        <a:rPr lang="id-ID" sz="1200">
                          <a:effectLst/>
                        </a:rPr>
                        <a:t>False</a:t>
                      </a:r>
                    </a:p>
                  </a:txBody>
                  <a:tcPr marL="21974" marR="21974" marT="10771" marB="1077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a:buNone/>
                      </a:pPr>
                      <a:r>
                        <a:rPr lang="en-GB" sz="1200" dirty="0">
                          <a:effectLst/>
                        </a:rPr>
                        <a:t>…</a:t>
                      </a:r>
                      <a:endParaRPr lang="id-ID" sz="1200" dirty="0">
                        <a:effectLst/>
                      </a:endParaRPr>
                    </a:p>
                  </a:txBody>
                  <a:tcPr marL="21974" marR="21974" marT="10771" marB="1077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3445900485"/>
                  </a:ext>
                </a:extLst>
              </a:tr>
              <a:tr h="321921">
                <a:tc>
                  <a:txBody>
                    <a:bodyPr/>
                    <a:lstStyle/>
                    <a:p>
                      <a:pPr algn="ctr">
                        <a:buNone/>
                      </a:pPr>
                      <a:r>
                        <a:rPr lang="id-ID" sz="1200">
                          <a:effectLst/>
                        </a:rPr>
                        <a:t>53</a:t>
                      </a:r>
                    </a:p>
                  </a:txBody>
                  <a:tcPr marL="21974" marR="21974" marT="10771" marB="1077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a:buNone/>
                      </a:pPr>
                      <a:r>
                        <a:rPr lang="id-ID" sz="1200">
                          <a:effectLst/>
                        </a:rPr>
                        <a:t>106</a:t>
                      </a:r>
                    </a:p>
                  </a:txBody>
                  <a:tcPr marL="21974" marR="21974" marT="10771" marB="1077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a:buNone/>
                      </a:pPr>
                      <a:r>
                        <a:rPr lang="id-ID" sz="1200">
                          <a:effectLst/>
                        </a:rPr>
                        <a:t>Europe</a:t>
                      </a:r>
                    </a:p>
                  </a:txBody>
                  <a:tcPr marL="21974" marR="21974" marT="10771" marB="1077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a:buNone/>
                      </a:pPr>
                      <a:r>
                        <a:rPr lang="id-ID" sz="1200">
                          <a:effectLst/>
                        </a:rPr>
                        <a:t>UEFA Women's Euro</a:t>
                      </a:r>
                    </a:p>
                  </a:txBody>
                  <a:tcPr marL="21974" marR="21974" marT="10771" marB="1077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a:buNone/>
                      </a:pPr>
                      <a:r>
                        <a:rPr lang="id-ID" sz="1200">
                          <a:effectLst/>
                        </a:rPr>
                        <a:t>female</a:t>
                      </a:r>
                    </a:p>
                  </a:txBody>
                  <a:tcPr marL="21974" marR="21974" marT="10771" marB="1077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a:buNone/>
                      </a:pPr>
                      <a:r>
                        <a:rPr lang="id-ID" sz="1200">
                          <a:effectLst/>
                        </a:rPr>
                        <a:t>False</a:t>
                      </a:r>
                    </a:p>
                  </a:txBody>
                  <a:tcPr marL="21974" marR="21974" marT="10771" marB="1077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a:buNone/>
                      </a:pPr>
                      <a:r>
                        <a:rPr lang="en-GB" sz="1200" dirty="0">
                          <a:effectLst/>
                        </a:rPr>
                        <a:t>…</a:t>
                      </a:r>
                      <a:endParaRPr lang="id-ID" sz="1200" dirty="0">
                        <a:effectLst/>
                      </a:endParaRPr>
                    </a:p>
                  </a:txBody>
                  <a:tcPr marL="21974" marR="21974" marT="10771" marB="1077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3289991606"/>
                  </a:ext>
                </a:extLst>
              </a:tr>
              <a:tr h="321921">
                <a:tc>
                  <a:txBody>
                    <a:bodyPr/>
                    <a:lstStyle/>
                    <a:p>
                      <a:pPr algn="ctr">
                        <a:buNone/>
                      </a:pPr>
                      <a:r>
                        <a:rPr lang="id-ID" sz="1200">
                          <a:effectLst/>
                        </a:rPr>
                        <a:t>72</a:t>
                      </a:r>
                    </a:p>
                  </a:txBody>
                  <a:tcPr marL="21974" marR="21974" marT="10771" marB="1077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a:buNone/>
                      </a:pPr>
                      <a:r>
                        <a:rPr lang="id-ID" sz="1200">
                          <a:effectLst/>
                        </a:rPr>
                        <a:t>107</a:t>
                      </a:r>
                    </a:p>
                  </a:txBody>
                  <a:tcPr marL="21974" marR="21974" marT="10771" marB="1077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a:buNone/>
                      </a:pPr>
                      <a:r>
                        <a:rPr lang="id-ID" sz="1200">
                          <a:effectLst/>
                        </a:rPr>
                        <a:t>International</a:t>
                      </a:r>
                    </a:p>
                  </a:txBody>
                  <a:tcPr marL="21974" marR="21974" marT="10771" marB="1077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a:buNone/>
                      </a:pPr>
                      <a:r>
                        <a:rPr lang="id-ID" sz="1200">
                          <a:effectLst/>
                        </a:rPr>
                        <a:t>Women's World Cup</a:t>
                      </a:r>
                    </a:p>
                  </a:txBody>
                  <a:tcPr marL="21974" marR="21974" marT="10771" marB="1077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a:buNone/>
                      </a:pPr>
                      <a:r>
                        <a:rPr lang="id-ID" sz="1200">
                          <a:effectLst/>
                        </a:rPr>
                        <a:t>female</a:t>
                      </a:r>
                    </a:p>
                  </a:txBody>
                  <a:tcPr marL="21974" marR="21974" marT="10771" marB="1077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a:buNone/>
                      </a:pPr>
                      <a:r>
                        <a:rPr lang="id-ID" sz="1200">
                          <a:effectLst/>
                        </a:rPr>
                        <a:t>False</a:t>
                      </a:r>
                    </a:p>
                  </a:txBody>
                  <a:tcPr marL="21974" marR="21974" marT="10771" marB="1077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a:buNone/>
                      </a:pPr>
                      <a:r>
                        <a:rPr lang="en-GB" sz="1200" dirty="0">
                          <a:effectLst/>
                        </a:rPr>
                        <a:t>…</a:t>
                      </a:r>
                      <a:endParaRPr lang="id-ID" sz="1200" dirty="0">
                        <a:effectLst/>
                      </a:endParaRPr>
                    </a:p>
                  </a:txBody>
                  <a:tcPr marL="21974" marR="21974" marT="10771" marB="1077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347389092"/>
                  </a:ext>
                </a:extLst>
              </a:tr>
              <a:tr h="321921">
                <a:tc>
                  <a:txBody>
                    <a:bodyPr/>
                    <a:lstStyle/>
                    <a:p>
                      <a:pPr algn="ctr">
                        <a:buNone/>
                      </a:pPr>
                      <a:r>
                        <a:rPr lang="id-ID" sz="1200" dirty="0">
                          <a:effectLst/>
                        </a:rPr>
                        <a:t>72</a:t>
                      </a:r>
                    </a:p>
                  </a:txBody>
                  <a:tcPr marL="21974" marR="21974" marT="10771" marB="1077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a:buNone/>
                      </a:pPr>
                      <a:r>
                        <a:rPr lang="id-ID" sz="1200">
                          <a:effectLst/>
                        </a:rPr>
                        <a:t>30</a:t>
                      </a:r>
                    </a:p>
                  </a:txBody>
                  <a:tcPr marL="21974" marR="21974" marT="10771" marB="1077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a:buNone/>
                      </a:pPr>
                      <a:r>
                        <a:rPr lang="id-ID" sz="1200">
                          <a:effectLst/>
                        </a:rPr>
                        <a:t>International</a:t>
                      </a:r>
                    </a:p>
                  </a:txBody>
                  <a:tcPr marL="21974" marR="21974" marT="10771" marB="1077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a:buNone/>
                      </a:pPr>
                      <a:r>
                        <a:rPr lang="id-ID" sz="1200" dirty="0" err="1">
                          <a:effectLst/>
                        </a:rPr>
                        <a:t>Women's</a:t>
                      </a:r>
                      <a:r>
                        <a:rPr lang="id-ID" sz="1200" dirty="0">
                          <a:effectLst/>
                        </a:rPr>
                        <a:t> World Cup</a:t>
                      </a:r>
                    </a:p>
                  </a:txBody>
                  <a:tcPr marL="21974" marR="21974" marT="10771" marB="1077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a:buNone/>
                      </a:pPr>
                      <a:r>
                        <a:rPr lang="id-ID" sz="1200">
                          <a:effectLst/>
                        </a:rPr>
                        <a:t>female</a:t>
                      </a:r>
                    </a:p>
                  </a:txBody>
                  <a:tcPr marL="21974" marR="21974" marT="10771" marB="1077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a:buNone/>
                      </a:pPr>
                      <a:r>
                        <a:rPr lang="id-ID" sz="1200" dirty="0" err="1">
                          <a:effectLst/>
                        </a:rPr>
                        <a:t>False</a:t>
                      </a:r>
                      <a:endParaRPr lang="id-ID" sz="1200" dirty="0">
                        <a:effectLst/>
                      </a:endParaRPr>
                    </a:p>
                  </a:txBody>
                  <a:tcPr marL="21974" marR="21974" marT="10771" marB="1077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a:buNone/>
                      </a:pPr>
                      <a:r>
                        <a:rPr lang="en-GB" sz="1200" dirty="0">
                          <a:effectLst/>
                        </a:rPr>
                        <a:t>…</a:t>
                      </a:r>
                      <a:endParaRPr lang="id-ID" sz="1200" dirty="0">
                        <a:effectLst/>
                      </a:endParaRPr>
                    </a:p>
                  </a:txBody>
                  <a:tcPr marL="21974" marR="21974" marT="10771" marB="1077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3247100992"/>
                  </a:ext>
                </a:extLst>
              </a:tr>
            </a:tbl>
          </a:graphicData>
        </a:graphic>
      </p:graphicFrame>
      <p:sp>
        <p:nvSpPr>
          <p:cNvPr id="13" name="Rectangle 1">
            <a:extLst>
              <a:ext uri="{FF2B5EF4-FFF2-40B4-BE49-F238E27FC236}">
                <a16:creationId xmlns:a16="http://schemas.microsoft.com/office/drawing/2014/main" id="{C0CC3E37-E8A1-F488-0702-C8A042DB18DB}"/>
              </a:ext>
            </a:extLst>
          </p:cNvPr>
          <p:cNvSpPr>
            <a:spLocks noChangeArrowheads="1"/>
          </p:cNvSpPr>
          <p:nvPr/>
        </p:nvSpPr>
        <p:spPr bwMode="auto">
          <a:xfrm>
            <a:off x="520699" y="977720"/>
            <a:ext cx="67596342"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id-ID" altLang="id-ID" sz="1800" b="0" i="0" u="none" strike="noStrike" cap="none" normalizeH="0" baseline="0">
                <a:ln>
                  <a:noFill/>
                </a:ln>
                <a:solidFill>
                  <a:schemeClr val="tx1"/>
                </a:solidFill>
                <a:effectLst/>
                <a:latin typeface="Arial" panose="020B0604020202020204" pitchFamily="34" charset="0"/>
              </a:rPr>
            </a:br>
            <a:endParaRPr kumimoji="0" lang="id-ID" altLang="id-ID" sz="1800" b="0" i="0" u="none" strike="noStrike" cap="none" normalizeH="0" baseline="0">
              <a:ln>
                <a:noFill/>
              </a:ln>
              <a:solidFill>
                <a:schemeClr val="tx1"/>
              </a:solidFill>
              <a:effectLst/>
              <a:latin typeface="Arial" panose="020B0604020202020204" pitchFamily="34" charset="0"/>
            </a:endParaRPr>
          </a:p>
        </p:txBody>
      </p:sp>
      <p:sp>
        <p:nvSpPr>
          <p:cNvPr id="15" name="TextBox 14">
            <a:extLst>
              <a:ext uri="{FF2B5EF4-FFF2-40B4-BE49-F238E27FC236}">
                <a16:creationId xmlns:a16="http://schemas.microsoft.com/office/drawing/2014/main" id="{37751250-D256-11DA-FB71-A1EAE04ECC9A}"/>
              </a:ext>
            </a:extLst>
          </p:cNvPr>
          <p:cNvSpPr txBox="1"/>
          <p:nvPr/>
        </p:nvSpPr>
        <p:spPr>
          <a:xfrm>
            <a:off x="1119235" y="6352143"/>
            <a:ext cx="2298700" cy="369332"/>
          </a:xfrm>
          <a:prstGeom prst="rect">
            <a:avLst/>
          </a:prstGeom>
          <a:noFill/>
        </p:spPr>
        <p:txBody>
          <a:bodyPr wrap="square">
            <a:spAutoFit/>
          </a:bodyPr>
          <a:lstStyle/>
          <a:p>
            <a:r>
              <a:rPr lang="id-ID" b="0" i="0" dirty="0">
                <a:solidFill>
                  <a:srgbClr val="1F1F1F"/>
                </a:solidFill>
                <a:effectLst/>
                <a:latin typeface="Google Sans Text"/>
              </a:rPr>
              <a:t>75 </a:t>
            </a:r>
            <a:r>
              <a:rPr lang="id-ID" b="0" i="0" dirty="0" err="1">
                <a:solidFill>
                  <a:srgbClr val="1F1F1F"/>
                </a:solidFill>
                <a:effectLst/>
                <a:latin typeface="Google Sans Text"/>
              </a:rPr>
              <a:t>rows</a:t>
            </a:r>
            <a:r>
              <a:rPr lang="id-ID" b="0" i="0" dirty="0">
                <a:solidFill>
                  <a:srgbClr val="1F1F1F"/>
                </a:solidFill>
                <a:effectLst/>
                <a:latin typeface="Google Sans Text"/>
              </a:rPr>
              <a:t> × 12 </a:t>
            </a:r>
            <a:r>
              <a:rPr lang="id-ID" b="0" i="0" dirty="0" err="1">
                <a:solidFill>
                  <a:srgbClr val="1F1F1F"/>
                </a:solidFill>
                <a:effectLst/>
                <a:latin typeface="Google Sans Text"/>
              </a:rPr>
              <a:t>columns</a:t>
            </a:r>
            <a:endParaRPr lang="id-ID" dirty="0"/>
          </a:p>
        </p:txBody>
      </p:sp>
    </p:spTree>
    <p:extLst>
      <p:ext uri="{BB962C8B-B14F-4D97-AF65-F5344CB8AC3E}">
        <p14:creationId xmlns:p14="http://schemas.microsoft.com/office/powerpoint/2010/main" val="338325741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AE499C-EABB-B858-32D3-5D04083AF1FA}"/>
            </a:ext>
          </a:extLst>
        </p:cNvPr>
        <p:cNvGrpSpPr/>
        <p:nvPr/>
      </p:nvGrpSpPr>
      <p:grpSpPr>
        <a:xfrm>
          <a:off x="0" y="0"/>
          <a:ext cx="0" cy="0"/>
          <a:chOff x="0" y="0"/>
          <a:chExt cx="0" cy="0"/>
        </a:xfrm>
      </p:grpSpPr>
      <p:sp>
        <p:nvSpPr>
          <p:cNvPr id="2" name="Judul 1">
            <a:extLst>
              <a:ext uri="{FF2B5EF4-FFF2-40B4-BE49-F238E27FC236}">
                <a16:creationId xmlns:a16="http://schemas.microsoft.com/office/drawing/2014/main" id="{B746E294-3885-2CA5-CBF5-6B3193039AA0}"/>
              </a:ext>
            </a:extLst>
          </p:cNvPr>
          <p:cNvSpPr>
            <a:spLocks noGrp="1"/>
          </p:cNvSpPr>
          <p:nvPr>
            <p:ph type="title"/>
          </p:nvPr>
        </p:nvSpPr>
        <p:spPr>
          <a:xfrm>
            <a:off x="1167492" y="381000"/>
            <a:ext cx="9779183" cy="1325563"/>
          </a:xfrm>
        </p:spPr>
        <p:txBody>
          <a:bodyPr rtlCol="0"/>
          <a:lstStyle/>
          <a:p>
            <a:pPr rtl="0"/>
            <a:r>
              <a:rPr lang="en-GB" dirty="0"/>
              <a:t>Data Understanding</a:t>
            </a:r>
            <a:endParaRPr lang="id-ID" dirty="0"/>
          </a:p>
        </p:txBody>
      </p:sp>
      <p:sp>
        <p:nvSpPr>
          <p:cNvPr id="3" name="Tampungan Konten 2">
            <a:extLst>
              <a:ext uri="{FF2B5EF4-FFF2-40B4-BE49-F238E27FC236}">
                <a16:creationId xmlns:a16="http://schemas.microsoft.com/office/drawing/2014/main" id="{E9940EF2-6119-F684-F91C-99278FC033F6}"/>
              </a:ext>
            </a:extLst>
          </p:cNvPr>
          <p:cNvSpPr>
            <a:spLocks noGrp="1"/>
          </p:cNvSpPr>
          <p:nvPr>
            <p:ph idx="1"/>
          </p:nvPr>
        </p:nvSpPr>
        <p:spPr>
          <a:xfrm>
            <a:off x="1167492" y="1624051"/>
            <a:ext cx="5741308" cy="1046661"/>
          </a:xfrm>
        </p:spPr>
        <p:txBody>
          <a:bodyPr vert="horz" lIns="91440" tIns="45720" rIns="91440" bIns="45720" rtlCol="0" anchor="t">
            <a:normAutofit/>
          </a:bodyPr>
          <a:lstStyle/>
          <a:p>
            <a:r>
              <a:rPr lang="en-GB" sz="2000" dirty="0" err="1"/>
              <a:t>Kemudian</a:t>
            </a:r>
            <a:r>
              <a:rPr lang="en-GB" sz="2000" dirty="0"/>
              <a:t> </a:t>
            </a:r>
            <a:r>
              <a:rPr lang="id-ID" sz="2000" dirty="0"/>
              <a:t>seleksi data dengan </a:t>
            </a:r>
            <a:r>
              <a:rPr lang="en-GB" sz="2000" dirty="0"/>
              <a:t>filter gender = male dan youth = false, </a:t>
            </a:r>
            <a:r>
              <a:rPr lang="en-GB" sz="2000" dirty="0" err="1"/>
              <a:t>maka</a:t>
            </a:r>
            <a:r>
              <a:rPr lang="en-GB" sz="2000" dirty="0"/>
              <a:t> </a:t>
            </a:r>
            <a:r>
              <a:rPr lang="en-GB" sz="2000" dirty="0" err="1"/>
              <a:t>akan</a:t>
            </a:r>
            <a:r>
              <a:rPr lang="en-GB" sz="2000" dirty="0"/>
              <a:t> </a:t>
            </a:r>
            <a:r>
              <a:rPr lang="en-GB" sz="2000" dirty="0" err="1"/>
              <a:t>didapat</a:t>
            </a:r>
            <a:r>
              <a:rPr lang="en-GB" sz="2000" dirty="0"/>
              <a:t> list</a:t>
            </a:r>
            <a:r>
              <a:rPr lang="id-ID" sz="2000" dirty="0"/>
              <a:t>:</a:t>
            </a:r>
          </a:p>
        </p:txBody>
      </p:sp>
      <p:sp>
        <p:nvSpPr>
          <p:cNvPr id="4" name="Tampungan Tanggal 3">
            <a:extLst>
              <a:ext uri="{FF2B5EF4-FFF2-40B4-BE49-F238E27FC236}">
                <a16:creationId xmlns:a16="http://schemas.microsoft.com/office/drawing/2014/main" id="{B87B2DBE-5837-4087-4851-7BC889D13385}"/>
              </a:ext>
            </a:extLst>
          </p:cNvPr>
          <p:cNvSpPr>
            <a:spLocks noGrp="1"/>
          </p:cNvSpPr>
          <p:nvPr>
            <p:ph type="dt" sz="half" idx="2"/>
          </p:nvPr>
        </p:nvSpPr>
        <p:spPr>
          <a:xfrm>
            <a:off x="381000" y="6356350"/>
            <a:ext cx="2743200" cy="365125"/>
          </a:xfrm>
        </p:spPr>
        <p:txBody>
          <a:bodyPr rtlCol="0"/>
          <a:lstStyle/>
          <a:p>
            <a:pPr rtl="0"/>
            <a:fld id="{70C69C4D-CAFD-4E0E-94E0-4B1709D96441}" type="datetime1">
              <a:rPr lang="id-ID" smtClean="0"/>
              <a:t>24/11/2025</a:t>
            </a:fld>
            <a:endParaRPr lang="id-ID"/>
          </a:p>
        </p:txBody>
      </p:sp>
      <p:sp>
        <p:nvSpPr>
          <p:cNvPr id="6" name="Tampungan Nomor Slide 5">
            <a:extLst>
              <a:ext uri="{FF2B5EF4-FFF2-40B4-BE49-F238E27FC236}">
                <a16:creationId xmlns:a16="http://schemas.microsoft.com/office/drawing/2014/main" id="{0817CF96-1FC6-2A8E-6274-4D43ED84EA18}"/>
              </a:ext>
            </a:extLst>
          </p:cNvPr>
          <p:cNvSpPr>
            <a:spLocks noGrp="1"/>
          </p:cNvSpPr>
          <p:nvPr>
            <p:ph type="sldNum" sz="quarter" idx="4"/>
          </p:nvPr>
        </p:nvSpPr>
        <p:spPr>
          <a:xfrm>
            <a:off x="10153276" y="6356350"/>
            <a:ext cx="1657723" cy="365125"/>
          </a:xfrm>
        </p:spPr>
        <p:txBody>
          <a:bodyPr rtlCol="0"/>
          <a:lstStyle/>
          <a:p>
            <a:pPr rtl="0"/>
            <a:fld id="{294A09A9-5501-47C1-A89A-A340965A2BE2}" type="slidenum">
              <a:rPr lang="id-ID" smtClean="0"/>
              <a:pPr rtl="0"/>
              <a:t>42</a:t>
            </a:fld>
            <a:endParaRPr lang="id-ID"/>
          </a:p>
        </p:txBody>
      </p:sp>
      <p:pic>
        <p:nvPicPr>
          <p:cNvPr id="10" name="Picture 9">
            <a:extLst>
              <a:ext uri="{FF2B5EF4-FFF2-40B4-BE49-F238E27FC236}">
                <a16:creationId xmlns:a16="http://schemas.microsoft.com/office/drawing/2014/main" id="{DDA72D8D-7240-630B-A05C-AFF0FF4A8023}"/>
              </a:ext>
            </a:extLst>
          </p:cNvPr>
          <p:cNvPicPr>
            <a:picLocks noChangeAspect="1"/>
          </p:cNvPicPr>
          <p:nvPr/>
        </p:nvPicPr>
        <p:blipFill>
          <a:blip r:embed="rId3"/>
          <a:stretch>
            <a:fillRect/>
          </a:stretch>
        </p:blipFill>
        <p:spPr>
          <a:xfrm>
            <a:off x="647296" y="2633780"/>
            <a:ext cx="6541633" cy="1046661"/>
          </a:xfrm>
          <a:prstGeom prst="rect">
            <a:avLst/>
          </a:prstGeom>
        </p:spPr>
      </p:pic>
      <p:graphicFrame>
        <p:nvGraphicFramePr>
          <p:cNvPr id="15" name="Table 14">
            <a:extLst>
              <a:ext uri="{FF2B5EF4-FFF2-40B4-BE49-F238E27FC236}">
                <a16:creationId xmlns:a16="http://schemas.microsoft.com/office/drawing/2014/main" id="{AD797648-EF50-E9BA-AAD5-A0CA368339C0}"/>
              </a:ext>
            </a:extLst>
          </p:cNvPr>
          <p:cNvGraphicFramePr>
            <a:graphicFrameLocks noGrp="1"/>
          </p:cNvGraphicFramePr>
          <p:nvPr>
            <p:extLst>
              <p:ext uri="{D42A27DB-BD31-4B8C-83A1-F6EECF244321}">
                <p14:modId xmlns:p14="http://schemas.microsoft.com/office/powerpoint/2010/main" val="1214529391"/>
              </p:ext>
            </p:extLst>
          </p:nvPr>
        </p:nvGraphicFramePr>
        <p:xfrm>
          <a:off x="7363015" y="651048"/>
          <a:ext cx="3583660" cy="5705302"/>
        </p:xfrm>
        <a:graphic>
          <a:graphicData uri="http://schemas.openxmlformats.org/drawingml/2006/table">
            <a:tbl>
              <a:tblPr/>
              <a:tblGrid>
                <a:gridCol w="516478">
                  <a:extLst>
                    <a:ext uri="{9D8B030D-6E8A-4147-A177-3AD203B41FA5}">
                      <a16:colId xmlns:a16="http://schemas.microsoft.com/office/drawing/2014/main" val="986623182"/>
                    </a:ext>
                  </a:extLst>
                </a:gridCol>
                <a:gridCol w="3067182">
                  <a:extLst>
                    <a:ext uri="{9D8B030D-6E8A-4147-A177-3AD203B41FA5}">
                      <a16:colId xmlns:a16="http://schemas.microsoft.com/office/drawing/2014/main" val="4162778864"/>
                    </a:ext>
                  </a:extLst>
                </a:gridCol>
              </a:tblGrid>
              <a:tr h="245146">
                <a:tc>
                  <a:txBody>
                    <a:bodyPr/>
                    <a:lstStyle/>
                    <a:p>
                      <a:pPr fontAlgn="ctr">
                        <a:buNone/>
                      </a:pPr>
                      <a:r>
                        <a:rPr lang="en-GB" sz="1800" b="1" dirty="0">
                          <a:effectLst/>
                        </a:rPr>
                        <a:t>No</a:t>
                      </a:r>
                      <a:endParaRPr lang="id-ID" sz="1800" b="1" dirty="0">
                        <a:effectLst/>
                      </a:endParaRPr>
                    </a:p>
                  </a:txBody>
                  <a:tcPr marL="61286" marR="61286" marT="30643" marB="3064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r">
                        <a:buNone/>
                      </a:pPr>
                      <a:r>
                        <a:rPr lang="en-GB" sz="1800" dirty="0">
                          <a:effectLst/>
                        </a:rPr>
                        <a:t>Competition Name</a:t>
                      </a:r>
                      <a:endParaRPr lang="id-ID" sz="1800" dirty="0">
                        <a:effectLst/>
                      </a:endParaRPr>
                    </a:p>
                  </a:txBody>
                  <a:tcPr marL="61286" marR="61286" marT="30643" marB="3064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2883548033"/>
                  </a:ext>
                </a:extLst>
              </a:tr>
              <a:tr h="245146">
                <a:tc>
                  <a:txBody>
                    <a:bodyPr/>
                    <a:lstStyle/>
                    <a:p>
                      <a:pPr fontAlgn="ctr">
                        <a:buNone/>
                      </a:pPr>
                      <a:r>
                        <a:rPr lang="id-ID" sz="1800" b="1" dirty="0">
                          <a:effectLst/>
                        </a:rPr>
                        <a:t>0</a:t>
                      </a:r>
                    </a:p>
                  </a:txBody>
                  <a:tcPr marL="61286" marR="61286" marT="30643" marB="3064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r">
                        <a:buNone/>
                      </a:pPr>
                      <a:r>
                        <a:rPr lang="id-ID" sz="1800" dirty="0">
                          <a:effectLst/>
                        </a:rPr>
                        <a:t>1. </a:t>
                      </a:r>
                      <a:r>
                        <a:rPr lang="id-ID" sz="1800" dirty="0" err="1">
                          <a:effectLst/>
                        </a:rPr>
                        <a:t>Bundesliga</a:t>
                      </a:r>
                      <a:endParaRPr lang="id-ID" sz="1800" dirty="0">
                        <a:effectLst/>
                      </a:endParaRPr>
                    </a:p>
                  </a:txBody>
                  <a:tcPr marL="61286" marR="61286" marT="30643" marB="3064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673174081"/>
                  </a:ext>
                </a:extLst>
              </a:tr>
              <a:tr h="245146">
                <a:tc>
                  <a:txBody>
                    <a:bodyPr/>
                    <a:lstStyle/>
                    <a:p>
                      <a:pPr fontAlgn="ctr">
                        <a:buNone/>
                      </a:pPr>
                      <a:r>
                        <a:rPr lang="id-ID" sz="1800" b="1">
                          <a:effectLst/>
                        </a:rPr>
                        <a:t>1</a:t>
                      </a:r>
                    </a:p>
                  </a:txBody>
                  <a:tcPr marL="61286" marR="61286" marT="30643" marB="3064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r">
                        <a:buNone/>
                      </a:pPr>
                      <a:r>
                        <a:rPr lang="id-ID" sz="1800">
                          <a:effectLst/>
                        </a:rPr>
                        <a:t>African Cup of Nations</a:t>
                      </a:r>
                    </a:p>
                  </a:txBody>
                  <a:tcPr marL="61286" marR="61286" marT="30643" marB="3064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2350963956"/>
                  </a:ext>
                </a:extLst>
              </a:tr>
              <a:tr h="245146">
                <a:tc>
                  <a:txBody>
                    <a:bodyPr/>
                    <a:lstStyle/>
                    <a:p>
                      <a:pPr fontAlgn="ctr">
                        <a:buNone/>
                      </a:pPr>
                      <a:r>
                        <a:rPr lang="id-ID" sz="1800" b="1">
                          <a:effectLst/>
                        </a:rPr>
                        <a:t>2</a:t>
                      </a:r>
                    </a:p>
                  </a:txBody>
                  <a:tcPr marL="61286" marR="61286" marT="30643" marB="3064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r">
                        <a:buNone/>
                      </a:pPr>
                      <a:r>
                        <a:rPr lang="id-ID" sz="1800">
                          <a:effectLst/>
                        </a:rPr>
                        <a:t>Champions League</a:t>
                      </a:r>
                    </a:p>
                  </a:txBody>
                  <a:tcPr marL="61286" marR="61286" marT="30643" marB="3064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611417562"/>
                  </a:ext>
                </a:extLst>
              </a:tr>
              <a:tr h="245146">
                <a:tc>
                  <a:txBody>
                    <a:bodyPr/>
                    <a:lstStyle/>
                    <a:p>
                      <a:pPr fontAlgn="ctr">
                        <a:buNone/>
                      </a:pPr>
                      <a:r>
                        <a:rPr lang="id-ID" sz="1800" b="1">
                          <a:effectLst/>
                        </a:rPr>
                        <a:t>3</a:t>
                      </a:r>
                    </a:p>
                  </a:txBody>
                  <a:tcPr marL="61286" marR="61286" marT="30643" marB="3064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r">
                        <a:buNone/>
                      </a:pPr>
                      <a:r>
                        <a:rPr lang="id-ID" sz="1800" dirty="0" err="1">
                          <a:effectLst/>
                        </a:rPr>
                        <a:t>Copa</a:t>
                      </a:r>
                      <a:r>
                        <a:rPr lang="id-ID" sz="1800" dirty="0">
                          <a:effectLst/>
                        </a:rPr>
                        <a:t> America</a:t>
                      </a:r>
                    </a:p>
                  </a:txBody>
                  <a:tcPr marL="61286" marR="61286" marT="30643" marB="3064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435465533"/>
                  </a:ext>
                </a:extLst>
              </a:tr>
              <a:tr h="245146">
                <a:tc>
                  <a:txBody>
                    <a:bodyPr/>
                    <a:lstStyle/>
                    <a:p>
                      <a:pPr fontAlgn="ctr">
                        <a:buNone/>
                      </a:pPr>
                      <a:r>
                        <a:rPr lang="id-ID" sz="1800" b="1">
                          <a:effectLst/>
                        </a:rPr>
                        <a:t>4</a:t>
                      </a:r>
                    </a:p>
                  </a:txBody>
                  <a:tcPr marL="61286" marR="61286" marT="30643" marB="3064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r">
                        <a:buNone/>
                      </a:pPr>
                      <a:r>
                        <a:rPr lang="id-ID" sz="1800">
                          <a:effectLst/>
                        </a:rPr>
                        <a:t>Copa del Rey</a:t>
                      </a:r>
                    </a:p>
                  </a:txBody>
                  <a:tcPr marL="61286" marR="61286" marT="30643" marB="3064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2655694283"/>
                  </a:ext>
                </a:extLst>
              </a:tr>
              <a:tr h="245146">
                <a:tc>
                  <a:txBody>
                    <a:bodyPr/>
                    <a:lstStyle/>
                    <a:p>
                      <a:pPr fontAlgn="ctr">
                        <a:buNone/>
                      </a:pPr>
                      <a:r>
                        <a:rPr lang="id-ID" sz="1800" b="1">
                          <a:effectLst/>
                        </a:rPr>
                        <a:t>5</a:t>
                      </a:r>
                    </a:p>
                  </a:txBody>
                  <a:tcPr marL="61286" marR="61286" marT="30643" marB="3064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r">
                        <a:buNone/>
                      </a:pPr>
                      <a:r>
                        <a:rPr lang="id-ID" sz="1800">
                          <a:effectLst/>
                        </a:rPr>
                        <a:t>FIFA World Cup</a:t>
                      </a:r>
                    </a:p>
                  </a:txBody>
                  <a:tcPr marL="61286" marR="61286" marT="30643" marB="3064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203496854"/>
                  </a:ext>
                </a:extLst>
              </a:tr>
              <a:tr h="245146">
                <a:tc>
                  <a:txBody>
                    <a:bodyPr/>
                    <a:lstStyle/>
                    <a:p>
                      <a:pPr fontAlgn="ctr">
                        <a:buNone/>
                      </a:pPr>
                      <a:r>
                        <a:rPr lang="id-ID" sz="1800" b="1">
                          <a:effectLst/>
                        </a:rPr>
                        <a:t>6</a:t>
                      </a:r>
                    </a:p>
                  </a:txBody>
                  <a:tcPr marL="61286" marR="61286" marT="30643" marB="3064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r">
                        <a:buNone/>
                      </a:pPr>
                      <a:r>
                        <a:rPr lang="id-ID" sz="1800" dirty="0">
                          <a:effectLst/>
                        </a:rPr>
                        <a:t>Indian Super </a:t>
                      </a:r>
                      <a:r>
                        <a:rPr lang="id-ID" sz="1800" dirty="0" err="1">
                          <a:effectLst/>
                        </a:rPr>
                        <a:t>league</a:t>
                      </a:r>
                      <a:endParaRPr lang="id-ID" sz="1800" dirty="0">
                        <a:effectLst/>
                      </a:endParaRPr>
                    </a:p>
                  </a:txBody>
                  <a:tcPr marL="61286" marR="61286" marT="30643" marB="3064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647852811"/>
                  </a:ext>
                </a:extLst>
              </a:tr>
              <a:tr h="245146">
                <a:tc>
                  <a:txBody>
                    <a:bodyPr/>
                    <a:lstStyle/>
                    <a:p>
                      <a:pPr fontAlgn="ctr">
                        <a:buNone/>
                      </a:pPr>
                      <a:r>
                        <a:rPr lang="id-ID" sz="1800" b="1">
                          <a:effectLst/>
                        </a:rPr>
                        <a:t>7</a:t>
                      </a:r>
                    </a:p>
                  </a:txBody>
                  <a:tcPr marL="61286" marR="61286" marT="30643" marB="3064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r">
                        <a:buNone/>
                      </a:pPr>
                      <a:r>
                        <a:rPr lang="id-ID" sz="1800">
                          <a:effectLst/>
                        </a:rPr>
                        <a:t>La Liga</a:t>
                      </a:r>
                    </a:p>
                  </a:txBody>
                  <a:tcPr marL="61286" marR="61286" marT="30643" marB="3064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3453409003"/>
                  </a:ext>
                </a:extLst>
              </a:tr>
              <a:tr h="245146">
                <a:tc>
                  <a:txBody>
                    <a:bodyPr/>
                    <a:lstStyle/>
                    <a:p>
                      <a:pPr fontAlgn="ctr">
                        <a:buNone/>
                      </a:pPr>
                      <a:r>
                        <a:rPr lang="id-ID" sz="1800" b="1">
                          <a:effectLst/>
                        </a:rPr>
                        <a:t>8</a:t>
                      </a:r>
                    </a:p>
                  </a:txBody>
                  <a:tcPr marL="61286" marR="61286" marT="30643" marB="3064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r">
                        <a:buNone/>
                      </a:pPr>
                      <a:r>
                        <a:rPr lang="id-ID" sz="1800">
                          <a:effectLst/>
                        </a:rPr>
                        <a:t>Liga Profesional</a:t>
                      </a:r>
                    </a:p>
                  </a:txBody>
                  <a:tcPr marL="61286" marR="61286" marT="30643" marB="3064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438348561"/>
                  </a:ext>
                </a:extLst>
              </a:tr>
              <a:tr h="245146">
                <a:tc>
                  <a:txBody>
                    <a:bodyPr/>
                    <a:lstStyle/>
                    <a:p>
                      <a:pPr fontAlgn="ctr">
                        <a:buNone/>
                      </a:pPr>
                      <a:r>
                        <a:rPr lang="id-ID" sz="1800" b="1">
                          <a:effectLst/>
                        </a:rPr>
                        <a:t>9</a:t>
                      </a:r>
                    </a:p>
                  </a:txBody>
                  <a:tcPr marL="61286" marR="61286" marT="30643" marB="3064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r">
                        <a:buNone/>
                      </a:pPr>
                      <a:r>
                        <a:rPr lang="id-ID" sz="1800">
                          <a:effectLst/>
                        </a:rPr>
                        <a:t>Ligue 1</a:t>
                      </a:r>
                    </a:p>
                  </a:txBody>
                  <a:tcPr marL="61286" marR="61286" marT="30643" marB="3064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191112589"/>
                  </a:ext>
                </a:extLst>
              </a:tr>
              <a:tr h="245146">
                <a:tc>
                  <a:txBody>
                    <a:bodyPr/>
                    <a:lstStyle/>
                    <a:p>
                      <a:pPr fontAlgn="ctr">
                        <a:buNone/>
                      </a:pPr>
                      <a:r>
                        <a:rPr lang="id-ID" sz="1800" b="1">
                          <a:effectLst/>
                        </a:rPr>
                        <a:t>10</a:t>
                      </a:r>
                    </a:p>
                  </a:txBody>
                  <a:tcPr marL="61286" marR="61286" marT="30643" marB="3064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r">
                        <a:buNone/>
                      </a:pPr>
                      <a:r>
                        <a:rPr lang="id-ID" sz="1800">
                          <a:effectLst/>
                        </a:rPr>
                        <a:t>Major League Soccer</a:t>
                      </a:r>
                    </a:p>
                  </a:txBody>
                  <a:tcPr marL="61286" marR="61286" marT="30643" marB="3064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289105058"/>
                  </a:ext>
                </a:extLst>
              </a:tr>
              <a:tr h="245146">
                <a:tc>
                  <a:txBody>
                    <a:bodyPr/>
                    <a:lstStyle/>
                    <a:p>
                      <a:pPr fontAlgn="ctr">
                        <a:buNone/>
                      </a:pPr>
                      <a:r>
                        <a:rPr lang="id-ID" sz="1800" b="1">
                          <a:effectLst/>
                        </a:rPr>
                        <a:t>11</a:t>
                      </a:r>
                    </a:p>
                  </a:txBody>
                  <a:tcPr marL="61286" marR="61286" marT="30643" marB="3064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r">
                        <a:buNone/>
                      </a:pPr>
                      <a:r>
                        <a:rPr lang="id-ID" sz="1800">
                          <a:effectLst/>
                        </a:rPr>
                        <a:t>North American League</a:t>
                      </a:r>
                    </a:p>
                  </a:txBody>
                  <a:tcPr marL="61286" marR="61286" marT="30643" marB="3064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4016111723"/>
                  </a:ext>
                </a:extLst>
              </a:tr>
              <a:tr h="245146">
                <a:tc>
                  <a:txBody>
                    <a:bodyPr/>
                    <a:lstStyle/>
                    <a:p>
                      <a:pPr fontAlgn="ctr">
                        <a:buNone/>
                      </a:pPr>
                      <a:r>
                        <a:rPr lang="id-ID" sz="1800" b="1">
                          <a:effectLst/>
                        </a:rPr>
                        <a:t>12</a:t>
                      </a:r>
                    </a:p>
                  </a:txBody>
                  <a:tcPr marL="61286" marR="61286" marT="30643" marB="3064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r">
                        <a:buNone/>
                      </a:pPr>
                      <a:r>
                        <a:rPr lang="id-ID" sz="1800">
                          <a:effectLst/>
                        </a:rPr>
                        <a:t>Premier League</a:t>
                      </a:r>
                    </a:p>
                  </a:txBody>
                  <a:tcPr marL="61286" marR="61286" marT="30643" marB="3064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794070738"/>
                  </a:ext>
                </a:extLst>
              </a:tr>
              <a:tr h="245146">
                <a:tc>
                  <a:txBody>
                    <a:bodyPr/>
                    <a:lstStyle/>
                    <a:p>
                      <a:pPr fontAlgn="ctr">
                        <a:buNone/>
                      </a:pPr>
                      <a:r>
                        <a:rPr lang="id-ID" sz="1800" b="1">
                          <a:effectLst/>
                        </a:rPr>
                        <a:t>13</a:t>
                      </a:r>
                    </a:p>
                  </a:txBody>
                  <a:tcPr marL="61286" marR="61286" marT="30643" marB="3064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r">
                        <a:buNone/>
                      </a:pPr>
                      <a:r>
                        <a:rPr lang="id-ID" sz="1800">
                          <a:effectLst/>
                        </a:rPr>
                        <a:t>Serie A</a:t>
                      </a:r>
                    </a:p>
                  </a:txBody>
                  <a:tcPr marL="61286" marR="61286" marT="30643" marB="3064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334525120"/>
                  </a:ext>
                </a:extLst>
              </a:tr>
              <a:tr h="245146">
                <a:tc>
                  <a:txBody>
                    <a:bodyPr/>
                    <a:lstStyle/>
                    <a:p>
                      <a:pPr fontAlgn="ctr">
                        <a:buNone/>
                      </a:pPr>
                      <a:r>
                        <a:rPr lang="id-ID" sz="1800" b="1">
                          <a:effectLst/>
                        </a:rPr>
                        <a:t>14</a:t>
                      </a:r>
                    </a:p>
                  </a:txBody>
                  <a:tcPr marL="61286" marR="61286" marT="30643" marB="3064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r">
                        <a:buNone/>
                      </a:pPr>
                      <a:r>
                        <a:rPr lang="id-ID" sz="1800">
                          <a:effectLst/>
                        </a:rPr>
                        <a:t>UEFA Euro</a:t>
                      </a:r>
                    </a:p>
                  </a:txBody>
                  <a:tcPr marL="61286" marR="61286" marT="30643" marB="3064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3723784484"/>
                  </a:ext>
                </a:extLst>
              </a:tr>
              <a:tr h="245146">
                <a:tc>
                  <a:txBody>
                    <a:bodyPr/>
                    <a:lstStyle/>
                    <a:p>
                      <a:pPr fontAlgn="ctr">
                        <a:buNone/>
                      </a:pPr>
                      <a:r>
                        <a:rPr lang="id-ID" sz="1800" b="1">
                          <a:effectLst/>
                        </a:rPr>
                        <a:t>15</a:t>
                      </a:r>
                    </a:p>
                  </a:txBody>
                  <a:tcPr marL="61286" marR="61286" marT="30643" marB="3064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r">
                        <a:buNone/>
                      </a:pPr>
                      <a:r>
                        <a:rPr lang="id-ID" sz="1800" dirty="0">
                          <a:effectLst/>
                        </a:rPr>
                        <a:t>UEFA </a:t>
                      </a:r>
                      <a:r>
                        <a:rPr lang="id-ID" sz="1800" dirty="0" err="1">
                          <a:effectLst/>
                        </a:rPr>
                        <a:t>Europa</a:t>
                      </a:r>
                      <a:r>
                        <a:rPr lang="id-ID" sz="1800" dirty="0">
                          <a:effectLst/>
                        </a:rPr>
                        <a:t> </a:t>
                      </a:r>
                      <a:r>
                        <a:rPr lang="id-ID" sz="1800" dirty="0" err="1">
                          <a:effectLst/>
                        </a:rPr>
                        <a:t>League</a:t>
                      </a:r>
                      <a:endParaRPr lang="id-ID" sz="1800" dirty="0">
                        <a:effectLst/>
                      </a:endParaRPr>
                    </a:p>
                  </a:txBody>
                  <a:tcPr marL="61286" marR="61286" marT="30643" marB="3064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3251784235"/>
                  </a:ext>
                </a:extLst>
              </a:tr>
            </a:tbl>
          </a:graphicData>
        </a:graphic>
      </p:graphicFrame>
    </p:spTree>
    <p:extLst>
      <p:ext uri="{BB962C8B-B14F-4D97-AF65-F5344CB8AC3E}">
        <p14:creationId xmlns:p14="http://schemas.microsoft.com/office/powerpoint/2010/main" val="271510656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9FFD03-939E-F436-9804-683790FE6FF3}"/>
            </a:ext>
          </a:extLst>
        </p:cNvPr>
        <p:cNvGrpSpPr/>
        <p:nvPr/>
      </p:nvGrpSpPr>
      <p:grpSpPr>
        <a:xfrm>
          <a:off x="0" y="0"/>
          <a:ext cx="0" cy="0"/>
          <a:chOff x="0" y="0"/>
          <a:chExt cx="0" cy="0"/>
        </a:xfrm>
      </p:grpSpPr>
      <p:sp>
        <p:nvSpPr>
          <p:cNvPr id="2" name="Judul 1">
            <a:extLst>
              <a:ext uri="{FF2B5EF4-FFF2-40B4-BE49-F238E27FC236}">
                <a16:creationId xmlns:a16="http://schemas.microsoft.com/office/drawing/2014/main" id="{2395C846-6CEB-2061-E090-B6756A8D98F3}"/>
              </a:ext>
            </a:extLst>
          </p:cNvPr>
          <p:cNvSpPr>
            <a:spLocks noGrp="1"/>
          </p:cNvSpPr>
          <p:nvPr>
            <p:ph type="title"/>
          </p:nvPr>
        </p:nvSpPr>
        <p:spPr>
          <a:xfrm>
            <a:off x="1206408" y="801931"/>
            <a:ext cx="9779183" cy="1325563"/>
          </a:xfrm>
        </p:spPr>
        <p:txBody>
          <a:bodyPr rtlCol="0"/>
          <a:lstStyle/>
          <a:p>
            <a:pPr rtl="0"/>
            <a:r>
              <a:rPr lang="en-GB" dirty="0"/>
              <a:t>Data </a:t>
            </a:r>
            <a:r>
              <a:rPr lang="en-GB" dirty="0" err="1"/>
              <a:t>Aquisition</a:t>
            </a:r>
            <a:endParaRPr lang="id-ID" dirty="0"/>
          </a:p>
        </p:txBody>
      </p:sp>
      <p:sp>
        <p:nvSpPr>
          <p:cNvPr id="3" name="Tampungan Konten 2">
            <a:extLst>
              <a:ext uri="{FF2B5EF4-FFF2-40B4-BE49-F238E27FC236}">
                <a16:creationId xmlns:a16="http://schemas.microsoft.com/office/drawing/2014/main" id="{8E57FC71-DC1B-E475-31E8-CDE74B7B3829}"/>
              </a:ext>
            </a:extLst>
          </p:cNvPr>
          <p:cNvSpPr>
            <a:spLocks noGrp="1"/>
          </p:cNvSpPr>
          <p:nvPr>
            <p:ph idx="1"/>
          </p:nvPr>
        </p:nvSpPr>
        <p:spPr>
          <a:xfrm>
            <a:off x="1167492" y="2127494"/>
            <a:ext cx="5741308" cy="1046661"/>
          </a:xfrm>
        </p:spPr>
        <p:txBody>
          <a:bodyPr vert="horz" lIns="91440" tIns="45720" rIns="91440" bIns="45720" rtlCol="0" anchor="t">
            <a:normAutofit/>
          </a:bodyPr>
          <a:lstStyle/>
          <a:p>
            <a:r>
              <a:rPr lang="en-GB" sz="2000" dirty="0" err="1"/>
              <a:t>Kemudian</a:t>
            </a:r>
            <a:r>
              <a:rPr lang="en-GB" sz="2000" dirty="0"/>
              <a:t> data di extract </a:t>
            </a:r>
            <a:r>
              <a:rPr lang="en-GB" sz="2000" dirty="0" err="1"/>
              <a:t>dari</a:t>
            </a:r>
            <a:r>
              <a:rPr lang="en-GB" sz="2000" dirty="0"/>
              <a:t> events id yang </a:t>
            </a:r>
            <a:r>
              <a:rPr lang="en-GB" sz="2000" dirty="0" err="1"/>
              <a:t>sudah</a:t>
            </a:r>
            <a:r>
              <a:rPr lang="en-GB" sz="2000" dirty="0"/>
              <a:t> </a:t>
            </a:r>
            <a:r>
              <a:rPr lang="en-GB" sz="2000" dirty="0" err="1"/>
              <a:t>didapatkan</a:t>
            </a:r>
            <a:r>
              <a:rPr lang="en-GB" sz="2000" dirty="0"/>
              <a:t> pada data matches.</a:t>
            </a:r>
            <a:endParaRPr lang="id-ID" sz="2000" dirty="0"/>
          </a:p>
        </p:txBody>
      </p:sp>
      <p:sp>
        <p:nvSpPr>
          <p:cNvPr id="4" name="Tampungan Tanggal 3">
            <a:extLst>
              <a:ext uri="{FF2B5EF4-FFF2-40B4-BE49-F238E27FC236}">
                <a16:creationId xmlns:a16="http://schemas.microsoft.com/office/drawing/2014/main" id="{5613C407-55FE-D351-685C-7DADC5CF5345}"/>
              </a:ext>
            </a:extLst>
          </p:cNvPr>
          <p:cNvSpPr>
            <a:spLocks noGrp="1"/>
          </p:cNvSpPr>
          <p:nvPr>
            <p:ph type="dt" sz="half" idx="2"/>
          </p:nvPr>
        </p:nvSpPr>
        <p:spPr>
          <a:xfrm>
            <a:off x="381000" y="6356350"/>
            <a:ext cx="2743200" cy="365125"/>
          </a:xfrm>
        </p:spPr>
        <p:txBody>
          <a:bodyPr rtlCol="0"/>
          <a:lstStyle/>
          <a:p>
            <a:pPr rtl="0"/>
            <a:fld id="{70C69C4D-CAFD-4E0E-94E0-4B1709D96441}" type="datetime1">
              <a:rPr lang="id-ID" smtClean="0"/>
              <a:t>24/11/2025</a:t>
            </a:fld>
            <a:endParaRPr lang="id-ID"/>
          </a:p>
        </p:txBody>
      </p:sp>
      <p:sp>
        <p:nvSpPr>
          <p:cNvPr id="6" name="Tampungan Nomor Slide 5">
            <a:extLst>
              <a:ext uri="{FF2B5EF4-FFF2-40B4-BE49-F238E27FC236}">
                <a16:creationId xmlns:a16="http://schemas.microsoft.com/office/drawing/2014/main" id="{9BC35EE6-8A45-097D-A19F-62AB191B9073}"/>
              </a:ext>
            </a:extLst>
          </p:cNvPr>
          <p:cNvSpPr>
            <a:spLocks noGrp="1"/>
          </p:cNvSpPr>
          <p:nvPr>
            <p:ph type="sldNum" sz="quarter" idx="4"/>
          </p:nvPr>
        </p:nvSpPr>
        <p:spPr>
          <a:xfrm>
            <a:off x="10153276" y="6356350"/>
            <a:ext cx="1657723" cy="365125"/>
          </a:xfrm>
        </p:spPr>
        <p:txBody>
          <a:bodyPr rtlCol="0"/>
          <a:lstStyle/>
          <a:p>
            <a:pPr rtl="0"/>
            <a:fld id="{294A09A9-5501-47C1-A89A-A340965A2BE2}" type="slidenum">
              <a:rPr lang="id-ID" smtClean="0"/>
              <a:pPr rtl="0"/>
              <a:t>43</a:t>
            </a:fld>
            <a:endParaRPr lang="id-ID"/>
          </a:p>
        </p:txBody>
      </p:sp>
      <p:pic>
        <p:nvPicPr>
          <p:cNvPr id="16" name="Picture 15">
            <a:extLst>
              <a:ext uri="{FF2B5EF4-FFF2-40B4-BE49-F238E27FC236}">
                <a16:creationId xmlns:a16="http://schemas.microsoft.com/office/drawing/2014/main" id="{17FDC303-471C-6DD5-20C2-1B9ECA2161F8}"/>
              </a:ext>
            </a:extLst>
          </p:cNvPr>
          <p:cNvPicPr>
            <a:picLocks noChangeAspect="1"/>
          </p:cNvPicPr>
          <p:nvPr/>
        </p:nvPicPr>
        <p:blipFill>
          <a:blip r:embed="rId3" cstate="print">
            <a:extLst>
              <a:ext uri="{28A0092B-C50C-407E-A947-70E740481C1C}">
                <a14:useLocalDpi xmlns:a14="http://schemas.microsoft.com/office/drawing/2010/main" val="0"/>
              </a:ext>
            </a:extLst>
          </a:blip>
          <a:srcRect l="1104" t="46427" r="-1104" b="15136"/>
          <a:stretch>
            <a:fillRect/>
          </a:stretch>
        </p:blipFill>
        <p:spPr bwMode="auto">
          <a:xfrm>
            <a:off x="6415315" y="1624051"/>
            <a:ext cx="2191656" cy="4064357"/>
          </a:xfrm>
          <a:prstGeom prst="rect">
            <a:avLst/>
          </a:prstGeom>
          <a:noFill/>
          <a:ln>
            <a:noFill/>
          </a:ln>
        </p:spPr>
      </p:pic>
    </p:spTree>
    <p:extLst>
      <p:ext uri="{BB962C8B-B14F-4D97-AF65-F5344CB8AC3E}">
        <p14:creationId xmlns:p14="http://schemas.microsoft.com/office/powerpoint/2010/main" val="81598844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FFC8E6-E7F8-8E99-5BB3-B9CC0C98E07A}"/>
            </a:ext>
          </a:extLst>
        </p:cNvPr>
        <p:cNvGrpSpPr/>
        <p:nvPr/>
      </p:nvGrpSpPr>
      <p:grpSpPr>
        <a:xfrm>
          <a:off x="0" y="0"/>
          <a:ext cx="0" cy="0"/>
          <a:chOff x="0" y="0"/>
          <a:chExt cx="0" cy="0"/>
        </a:xfrm>
      </p:grpSpPr>
      <p:sp>
        <p:nvSpPr>
          <p:cNvPr id="2" name="Judul 1">
            <a:extLst>
              <a:ext uri="{FF2B5EF4-FFF2-40B4-BE49-F238E27FC236}">
                <a16:creationId xmlns:a16="http://schemas.microsoft.com/office/drawing/2014/main" id="{28D70BF3-2614-961E-A590-425E806C793A}"/>
              </a:ext>
            </a:extLst>
          </p:cNvPr>
          <p:cNvSpPr>
            <a:spLocks noGrp="1"/>
          </p:cNvSpPr>
          <p:nvPr>
            <p:ph type="title"/>
          </p:nvPr>
        </p:nvSpPr>
        <p:spPr>
          <a:xfrm>
            <a:off x="1205593" y="203200"/>
            <a:ext cx="4318908" cy="703263"/>
          </a:xfrm>
        </p:spPr>
        <p:txBody>
          <a:bodyPr rtlCol="0"/>
          <a:lstStyle/>
          <a:p>
            <a:r>
              <a:rPr lang="en-GB" dirty="0"/>
              <a:t>Data </a:t>
            </a:r>
            <a:r>
              <a:rPr lang="en-GB" dirty="0" err="1"/>
              <a:t>Aquisition</a:t>
            </a:r>
            <a:endParaRPr lang="id-ID" dirty="0"/>
          </a:p>
        </p:txBody>
      </p:sp>
      <p:sp>
        <p:nvSpPr>
          <p:cNvPr id="9" name="Tampungan Nomor Slide 8">
            <a:extLst>
              <a:ext uri="{FF2B5EF4-FFF2-40B4-BE49-F238E27FC236}">
                <a16:creationId xmlns:a16="http://schemas.microsoft.com/office/drawing/2014/main" id="{BBB34BB3-A2D5-BD47-AFB9-791F49CDF5D9}"/>
              </a:ext>
            </a:extLst>
          </p:cNvPr>
          <p:cNvSpPr>
            <a:spLocks noGrp="1"/>
          </p:cNvSpPr>
          <p:nvPr>
            <p:ph type="sldNum" sz="quarter" idx="4"/>
          </p:nvPr>
        </p:nvSpPr>
        <p:spPr>
          <a:xfrm>
            <a:off x="10153276" y="6356350"/>
            <a:ext cx="1657723" cy="365125"/>
          </a:xfrm>
        </p:spPr>
        <p:txBody>
          <a:bodyPr rtlCol="0"/>
          <a:lstStyle/>
          <a:p>
            <a:pPr rtl="0"/>
            <a:fld id="{294A09A9-5501-47C1-A89A-A340965A2BE2}" type="slidenum">
              <a:rPr lang="id-ID" smtClean="0"/>
              <a:pPr rtl="0"/>
              <a:t>44</a:t>
            </a:fld>
            <a:endParaRPr lang="id-ID"/>
          </a:p>
        </p:txBody>
      </p:sp>
      <p:graphicFrame>
        <p:nvGraphicFramePr>
          <p:cNvPr id="7" name="Table 6">
            <a:extLst>
              <a:ext uri="{FF2B5EF4-FFF2-40B4-BE49-F238E27FC236}">
                <a16:creationId xmlns:a16="http://schemas.microsoft.com/office/drawing/2014/main" id="{9A4CD66B-54D8-298C-1BD3-7B031C233883}"/>
              </a:ext>
            </a:extLst>
          </p:cNvPr>
          <p:cNvGraphicFramePr>
            <a:graphicFrameLocks noGrp="1"/>
          </p:cNvGraphicFramePr>
          <p:nvPr>
            <p:extLst>
              <p:ext uri="{D42A27DB-BD31-4B8C-83A1-F6EECF244321}">
                <p14:modId xmlns:p14="http://schemas.microsoft.com/office/powerpoint/2010/main" val="4005870269"/>
              </p:ext>
            </p:extLst>
          </p:nvPr>
        </p:nvGraphicFramePr>
        <p:xfrm>
          <a:off x="381001" y="825644"/>
          <a:ext cx="11095630" cy="5829156"/>
        </p:xfrm>
        <a:graphic>
          <a:graphicData uri="http://schemas.openxmlformats.org/drawingml/2006/table">
            <a:tbl>
              <a:tblPr/>
              <a:tblGrid>
                <a:gridCol w="853510">
                  <a:extLst>
                    <a:ext uri="{9D8B030D-6E8A-4147-A177-3AD203B41FA5}">
                      <a16:colId xmlns:a16="http://schemas.microsoft.com/office/drawing/2014/main" val="4213752306"/>
                    </a:ext>
                  </a:extLst>
                </a:gridCol>
                <a:gridCol w="853510">
                  <a:extLst>
                    <a:ext uri="{9D8B030D-6E8A-4147-A177-3AD203B41FA5}">
                      <a16:colId xmlns:a16="http://schemas.microsoft.com/office/drawing/2014/main" val="4285172871"/>
                    </a:ext>
                  </a:extLst>
                </a:gridCol>
                <a:gridCol w="853510">
                  <a:extLst>
                    <a:ext uri="{9D8B030D-6E8A-4147-A177-3AD203B41FA5}">
                      <a16:colId xmlns:a16="http://schemas.microsoft.com/office/drawing/2014/main" val="1486237304"/>
                    </a:ext>
                  </a:extLst>
                </a:gridCol>
                <a:gridCol w="853510">
                  <a:extLst>
                    <a:ext uri="{9D8B030D-6E8A-4147-A177-3AD203B41FA5}">
                      <a16:colId xmlns:a16="http://schemas.microsoft.com/office/drawing/2014/main" val="2338071561"/>
                    </a:ext>
                  </a:extLst>
                </a:gridCol>
                <a:gridCol w="853510">
                  <a:extLst>
                    <a:ext uri="{9D8B030D-6E8A-4147-A177-3AD203B41FA5}">
                      <a16:colId xmlns:a16="http://schemas.microsoft.com/office/drawing/2014/main" val="504446260"/>
                    </a:ext>
                  </a:extLst>
                </a:gridCol>
                <a:gridCol w="853510">
                  <a:extLst>
                    <a:ext uri="{9D8B030D-6E8A-4147-A177-3AD203B41FA5}">
                      <a16:colId xmlns:a16="http://schemas.microsoft.com/office/drawing/2014/main" val="414530467"/>
                    </a:ext>
                  </a:extLst>
                </a:gridCol>
                <a:gridCol w="853510">
                  <a:extLst>
                    <a:ext uri="{9D8B030D-6E8A-4147-A177-3AD203B41FA5}">
                      <a16:colId xmlns:a16="http://schemas.microsoft.com/office/drawing/2014/main" val="1247453320"/>
                    </a:ext>
                  </a:extLst>
                </a:gridCol>
                <a:gridCol w="853510">
                  <a:extLst>
                    <a:ext uri="{9D8B030D-6E8A-4147-A177-3AD203B41FA5}">
                      <a16:colId xmlns:a16="http://schemas.microsoft.com/office/drawing/2014/main" val="392557103"/>
                    </a:ext>
                  </a:extLst>
                </a:gridCol>
                <a:gridCol w="853510">
                  <a:extLst>
                    <a:ext uri="{9D8B030D-6E8A-4147-A177-3AD203B41FA5}">
                      <a16:colId xmlns:a16="http://schemas.microsoft.com/office/drawing/2014/main" val="4033896000"/>
                    </a:ext>
                  </a:extLst>
                </a:gridCol>
                <a:gridCol w="853510">
                  <a:extLst>
                    <a:ext uri="{9D8B030D-6E8A-4147-A177-3AD203B41FA5}">
                      <a16:colId xmlns:a16="http://schemas.microsoft.com/office/drawing/2014/main" val="1667640388"/>
                    </a:ext>
                  </a:extLst>
                </a:gridCol>
                <a:gridCol w="853510">
                  <a:extLst>
                    <a:ext uri="{9D8B030D-6E8A-4147-A177-3AD203B41FA5}">
                      <a16:colId xmlns:a16="http://schemas.microsoft.com/office/drawing/2014/main" val="2285496908"/>
                    </a:ext>
                  </a:extLst>
                </a:gridCol>
                <a:gridCol w="853510">
                  <a:extLst>
                    <a:ext uri="{9D8B030D-6E8A-4147-A177-3AD203B41FA5}">
                      <a16:colId xmlns:a16="http://schemas.microsoft.com/office/drawing/2014/main" val="1682058579"/>
                    </a:ext>
                  </a:extLst>
                </a:gridCol>
                <a:gridCol w="853510">
                  <a:extLst>
                    <a:ext uri="{9D8B030D-6E8A-4147-A177-3AD203B41FA5}">
                      <a16:colId xmlns:a16="http://schemas.microsoft.com/office/drawing/2014/main" val="883632005"/>
                    </a:ext>
                  </a:extLst>
                </a:gridCol>
              </a:tblGrid>
              <a:tr h="474184">
                <a:tc>
                  <a:txBody>
                    <a:bodyPr/>
                    <a:lstStyle/>
                    <a:p>
                      <a:pPr algn="ctr">
                        <a:buNone/>
                      </a:pPr>
                      <a:r>
                        <a:rPr lang="en-GB" sz="1300" b="1" dirty="0">
                          <a:effectLst/>
                        </a:rPr>
                        <a:t>id</a:t>
                      </a:r>
                      <a:endParaRPr lang="id-ID" sz="1300" b="1" dirty="0">
                        <a:effectLst/>
                      </a:endParaRPr>
                    </a:p>
                  </a:txBody>
                  <a:tcPr marL="13947" marR="13947" marT="6973" marB="69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a:buNone/>
                      </a:pPr>
                      <a:r>
                        <a:rPr lang="id-ID" sz="1300" b="1" dirty="0" err="1">
                          <a:effectLst/>
                        </a:rPr>
                        <a:t>period</a:t>
                      </a:r>
                      <a:endParaRPr lang="id-ID" sz="1300" b="1" dirty="0">
                        <a:effectLst/>
                      </a:endParaRPr>
                    </a:p>
                  </a:txBody>
                  <a:tcPr marL="13947" marR="13947" marT="6973" marB="69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a:buNone/>
                      </a:pPr>
                      <a:r>
                        <a:rPr lang="id-ID" sz="1300" b="1" dirty="0" err="1">
                          <a:effectLst/>
                        </a:rPr>
                        <a:t>timestamp</a:t>
                      </a:r>
                      <a:endParaRPr lang="id-ID" sz="1300" b="1" dirty="0">
                        <a:effectLst/>
                      </a:endParaRPr>
                    </a:p>
                  </a:txBody>
                  <a:tcPr marL="13947" marR="13947" marT="6973" marB="69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a:buNone/>
                      </a:pPr>
                      <a:r>
                        <a:rPr lang="id-ID" sz="1300" b="1">
                          <a:effectLst/>
                        </a:rPr>
                        <a:t>minute</a:t>
                      </a:r>
                    </a:p>
                  </a:txBody>
                  <a:tcPr marL="13947" marR="13947" marT="6973" marB="69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a:buNone/>
                      </a:pPr>
                      <a:r>
                        <a:rPr lang="id-ID" sz="1300" b="1" dirty="0" err="1">
                          <a:effectLst/>
                        </a:rPr>
                        <a:t>second</a:t>
                      </a:r>
                      <a:endParaRPr lang="id-ID" sz="1300" b="1" dirty="0">
                        <a:effectLst/>
                      </a:endParaRPr>
                    </a:p>
                  </a:txBody>
                  <a:tcPr marL="13947" marR="13947" marT="6973" marB="69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a:buNone/>
                      </a:pPr>
                      <a:r>
                        <a:rPr lang="id-ID" sz="1300" b="1">
                          <a:effectLst/>
                        </a:rPr>
                        <a:t>possession</a:t>
                      </a:r>
                    </a:p>
                  </a:txBody>
                  <a:tcPr marL="13947" marR="13947" marT="6973" marB="69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a:buNone/>
                      </a:pPr>
                      <a:r>
                        <a:rPr lang="id-ID" sz="1300" b="1" dirty="0" err="1">
                          <a:effectLst/>
                        </a:rPr>
                        <a:t>duration</a:t>
                      </a:r>
                      <a:endParaRPr lang="id-ID" sz="1300" b="1" dirty="0">
                        <a:effectLst/>
                      </a:endParaRPr>
                    </a:p>
                  </a:txBody>
                  <a:tcPr marL="13947" marR="13947" marT="6973" marB="69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a:buNone/>
                      </a:pPr>
                      <a:r>
                        <a:rPr lang="id-ID" sz="1300" b="1" dirty="0">
                          <a:effectLst/>
                        </a:rPr>
                        <a:t>type.id</a:t>
                      </a:r>
                    </a:p>
                  </a:txBody>
                  <a:tcPr marL="13947" marR="13947" marT="6973" marB="69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a:buNone/>
                      </a:pPr>
                      <a:r>
                        <a:rPr lang="id-ID" sz="1300" b="1" dirty="0">
                          <a:effectLst/>
                        </a:rPr>
                        <a:t>type.name</a:t>
                      </a:r>
                    </a:p>
                  </a:txBody>
                  <a:tcPr marL="13947" marR="13947" marT="6973" marB="69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a:buNone/>
                      </a:pPr>
                      <a:r>
                        <a:rPr lang="en-GB" sz="1300" b="1" dirty="0">
                          <a:effectLst/>
                        </a:rPr>
                        <a:t>---</a:t>
                      </a:r>
                      <a:endParaRPr lang="id-ID" sz="1300" b="1" dirty="0">
                        <a:effectLst/>
                      </a:endParaRPr>
                    </a:p>
                  </a:txBody>
                  <a:tcPr marL="13947" marR="13947" marT="6973" marB="69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a:buNone/>
                      </a:pPr>
                      <a:r>
                        <a:rPr lang="id-ID" sz="1300" b="1" dirty="0">
                          <a:effectLst/>
                        </a:rPr>
                        <a:t>substitution.outcome.id</a:t>
                      </a:r>
                    </a:p>
                  </a:txBody>
                  <a:tcPr marL="13947" marR="13947" marT="6973" marB="69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a:buNone/>
                      </a:pPr>
                      <a:r>
                        <a:rPr lang="id-ID" sz="1300" b="1" dirty="0">
                          <a:effectLst/>
                        </a:rPr>
                        <a:t>substitution.outcome.name</a:t>
                      </a:r>
                    </a:p>
                  </a:txBody>
                  <a:tcPr marL="13947" marR="13947" marT="6973" marB="69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a:buNone/>
                      </a:pPr>
                      <a:r>
                        <a:rPr lang="id-ID" sz="1300" b="1" dirty="0">
                          <a:effectLst/>
                        </a:rPr>
                        <a:t>substitution.replacement.id</a:t>
                      </a:r>
                    </a:p>
                  </a:txBody>
                  <a:tcPr marL="13947" marR="13947" marT="6973" marB="69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2045317407"/>
                  </a:ext>
                </a:extLst>
              </a:tr>
              <a:tr h="767063">
                <a:tc>
                  <a:txBody>
                    <a:bodyPr/>
                    <a:lstStyle/>
                    <a:p>
                      <a:pPr algn="ctr">
                        <a:buNone/>
                      </a:pPr>
                      <a:r>
                        <a:rPr lang="id-ID" sz="1300">
                          <a:effectLst/>
                        </a:rPr>
                        <a:t>50aa204f-5d65-4145-8597-5d5628fb7898</a:t>
                      </a:r>
                    </a:p>
                  </a:txBody>
                  <a:tcPr marL="13947" marR="13947" marT="6973" marB="69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a:buNone/>
                      </a:pPr>
                      <a:r>
                        <a:rPr lang="id-ID" sz="1300" dirty="0">
                          <a:effectLst/>
                        </a:rPr>
                        <a:t>1</a:t>
                      </a:r>
                    </a:p>
                  </a:txBody>
                  <a:tcPr marL="13947" marR="13947" marT="6973" marB="69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a:buNone/>
                      </a:pPr>
                      <a:r>
                        <a:rPr lang="id-ID" sz="1300">
                          <a:effectLst/>
                        </a:rPr>
                        <a:t>00:00:00.000</a:t>
                      </a:r>
                    </a:p>
                  </a:txBody>
                  <a:tcPr marL="13947" marR="13947" marT="6973" marB="69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a:buNone/>
                      </a:pPr>
                      <a:r>
                        <a:rPr lang="id-ID" sz="1300">
                          <a:effectLst/>
                        </a:rPr>
                        <a:t>0</a:t>
                      </a:r>
                    </a:p>
                  </a:txBody>
                  <a:tcPr marL="13947" marR="13947" marT="6973" marB="69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a:buNone/>
                      </a:pPr>
                      <a:r>
                        <a:rPr lang="id-ID" sz="1300">
                          <a:effectLst/>
                        </a:rPr>
                        <a:t>0</a:t>
                      </a:r>
                    </a:p>
                  </a:txBody>
                  <a:tcPr marL="13947" marR="13947" marT="6973" marB="69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a:buNone/>
                      </a:pPr>
                      <a:r>
                        <a:rPr lang="id-ID" sz="1300">
                          <a:effectLst/>
                        </a:rPr>
                        <a:t>1</a:t>
                      </a:r>
                    </a:p>
                  </a:txBody>
                  <a:tcPr marL="13947" marR="13947" marT="6973" marB="69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a:buNone/>
                      </a:pPr>
                      <a:r>
                        <a:rPr lang="id-ID" sz="1300">
                          <a:effectLst/>
                        </a:rPr>
                        <a:t>0.000000</a:t>
                      </a:r>
                    </a:p>
                  </a:txBody>
                  <a:tcPr marL="13947" marR="13947" marT="6973" marB="69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a:buNone/>
                      </a:pPr>
                      <a:r>
                        <a:rPr lang="id-ID" sz="1300">
                          <a:effectLst/>
                        </a:rPr>
                        <a:t>35</a:t>
                      </a:r>
                    </a:p>
                  </a:txBody>
                  <a:tcPr marL="13947" marR="13947" marT="6973" marB="69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a:buNone/>
                      </a:pPr>
                      <a:r>
                        <a:rPr lang="id-ID" sz="1300" dirty="0" err="1">
                          <a:effectLst/>
                        </a:rPr>
                        <a:t>Starting</a:t>
                      </a:r>
                      <a:r>
                        <a:rPr lang="id-ID" sz="1300" dirty="0">
                          <a:effectLst/>
                        </a:rPr>
                        <a:t> XI</a:t>
                      </a:r>
                    </a:p>
                  </a:txBody>
                  <a:tcPr marL="13947" marR="13947" marT="6973" marB="69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a:buNone/>
                      </a:pPr>
                      <a:r>
                        <a:rPr lang="id-ID" sz="1300">
                          <a:effectLst/>
                        </a:rPr>
                        <a:t>...</a:t>
                      </a:r>
                    </a:p>
                  </a:txBody>
                  <a:tcPr marL="13947" marR="13947" marT="6973" marB="69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a:buNone/>
                      </a:pPr>
                      <a:r>
                        <a:rPr lang="id-ID" sz="1300" dirty="0" err="1">
                          <a:effectLst/>
                        </a:rPr>
                        <a:t>NaN</a:t>
                      </a:r>
                      <a:endParaRPr lang="id-ID" sz="1300" dirty="0">
                        <a:effectLst/>
                      </a:endParaRPr>
                    </a:p>
                  </a:txBody>
                  <a:tcPr marL="13947" marR="13947" marT="6973" marB="69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a:buNone/>
                      </a:pPr>
                      <a:r>
                        <a:rPr lang="id-ID" sz="1300">
                          <a:effectLst/>
                        </a:rPr>
                        <a:t>NaN</a:t>
                      </a:r>
                    </a:p>
                  </a:txBody>
                  <a:tcPr marL="13947" marR="13947" marT="6973" marB="69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a:buNone/>
                      </a:pPr>
                      <a:r>
                        <a:rPr lang="id-ID" sz="1300">
                          <a:effectLst/>
                        </a:rPr>
                        <a:t>NaN</a:t>
                      </a:r>
                    </a:p>
                  </a:txBody>
                  <a:tcPr marL="13947" marR="13947" marT="6973" marB="69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3617330512"/>
                  </a:ext>
                </a:extLst>
              </a:tr>
              <a:tr h="767063">
                <a:tc>
                  <a:txBody>
                    <a:bodyPr/>
                    <a:lstStyle/>
                    <a:p>
                      <a:pPr algn="ctr">
                        <a:buNone/>
                      </a:pPr>
                      <a:r>
                        <a:rPr lang="id-ID" sz="1300">
                          <a:effectLst/>
                        </a:rPr>
                        <a:t>a279cbee-9ab3-4cfb-9c51-27cacc1bf2a2</a:t>
                      </a:r>
                    </a:p>
                  </a:txBody>
                  <a:tcPr marL="13947" marR="13947" marT="6973" marB="69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EEEEE"/>
                    </a:solidFill>
                  </a:tcPr>
                </a:tc>
                <a:tc>
                  <a:txBody>
                    <a:bodyPr/>
                    <a:lstStyle/>
                    <a:p>
                      <a:pPr algn="ctr">
                        <a:buNone/>
                      </a:pPr>
                      <a:r>
                        <a:rPr lang="id-ID" sz="1300" dirty="0">
                          <a:effectLst/>
                        </a:rPr>
                        <a:t>1</a:t>
                      </a:r>
                    </a:p>
                  </a:txBody>
                  <a:tcPr marL="13947" marR="13947" marT="6973" marB="69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EEEEE"/>
                    </a:solidFill>
                  </a:tcPr>
                </a:tc>
                <a:tc>
                  <a:txBody>
                    <a:bodyPr/>
                    <a:lstStyle/>
                    <a:p>
                      <a:pPr algn="ctr">
                        <a:buNone/>
                      </a:pPr>
                      <a:r>
                        <a:rPr lang="id-ID" sz="1300">
                          <a:effectLst/>
                        </a:rPr>
                        <a:t>00:00:00.000</a:t>
                      </a:r>
                    </a:p>
                  </a:txBody>
                  <a:tcPr marL="13947" marR="13947" marT="6973" marB="69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EEEEE"/>
                    </a:solidFill>
                  </a:tcPr>
                </a:tc>
                <a:tc>
                  <a:txBody>
                    <a:bodyPr/>
                    <a:lstStyle/>
                    <a:p>
                      <a:pPr algn="ctr">
                        <a:buNone/>
                      </a:pPr>
                      <a:r>
                        <a:rPr lang="id-ID" sz="1300">
                          <a:effectLst/>
                        </a:rPr>
                        <a:t>0</a:t>
                      </a:r>
                    </a:p>
                  </a:txBody>
                  <a:tcPr marL="13947" marR="13947" marT="6973" marB="69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EEEEE"/>
                    </a:solidFill>
                  </a:tcPr>
                </a:tc>
                <a:tc>
                  <a:txBody>
                    <a:bodyPr/>
                    <a:lstStyle/>
                    <a:p>
                      <a:pPr algn="ctr">
                        <a:buNone/>
                      </a:pPr>
                      <a:r>
                        <a:rPr lang="id-ID" sz="1300">
                          <a:effectLst/>
                        </a:rPr>
                        <a:t>0</a:t>
                      </a:r>
                    </a:p>
                  </a:txBody>
                  <a:tcPr marL="13947" marR="13947" marT="6973" marB="69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EEEEE"/>
                    </a:solidFill>
                  </a:tcPr>
                </a:tc>
                <a:tc>
                  <a:txBody>
                    <a:bodyPr/>
                    <a:lstStyle/>
                    <a:p>
                      <a:pPr algn="ctr">
                        <a:buNone/>
                      </a:pPr>
                      <a:r>
                        <a:rPr lang="id-ID" sz="1300">
                          <a:effectLst/>
                        </a:rPr>
                        <a:t>1</a:t>
                      </a:r>
                    </a:p>
                  </a:txBody>
                  <a:tcPr marL="13947" marR="13947" marT="6973" marB="69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EEEEE"/>
                    </a:solidFill>
                  </a:tcPr>
                </a:tc>
                <a:tc>
                  <a:txBody>
                    <a:bodyPr/>
                    <a:lstStyle/>
                    <a:p>
                      <a:pPr algn="ctr">
                        <a:buNone/>
                      </a:pPr>
                      <a:r>
                        <a:rPr lang="id-ID" sz="1300">
                          <a:effectLst/>
                        </a:rPr>
                        <a:t>0.000000</a:t>
                      </a:r>
                    </a:p>
                  </a:txBody>
                  <a:tcPr marL="13947" marR="13947" marT="6973" marB="69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EEEEE"/>
                    </a:solidFill>
                  </a:tcPr>
                </a:tc>
                <a:tc>
                  <a:txBody>
                    <a:bodyPr/>
                    <a:lstStyle/>
                    <a:p>
                      <a:pPr algn="ctr">
                        <a:buNone/>
                      </a:pPr>
                      <a:r>
                        <a:rPr lang="id-ID" sz="1300">
                          <a:effectLst/>
                        </a:rPr>
                        <a:t>35</a:t>
                      </a:r>
                    </a:p>
                  </a:txBody>
                  <a:tcPr marL="13947" marR="13947" marT="6973" marB="69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EEEEE"/>
                    </a:solidFill>
                  </a:tcPr>
                </a:tc>
                <a:tc>
                  <a:txBody>
                    <a:bodyPr/>
                    <a:lstStyle/>
                    <a:p>
                      <a:pPr algn="ctr">
                        <a:buNone/>
                      </a:pPr>
                      <a:r>
                        <a:rPr lang="id-ID" sz="1300" dirty="0" err="1">
                          <a:effectLst/>
                        </a:rPr>
                        <a:t>Starting</a:t>
                      </a:r>
                      <a:r>
                        <a:rPr lang="id-ID" sz="1300" dirty="0">
                          <a:effectLst/>
                        </a:rPr>
                        <a:t> XI</a:t>
                      </a:r>
                    </a:p>
                  </a:txBody>
                  <a:tcPr marL="13947" marR="13947" marT="6973" marB="69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EEEEE"/>
                    </a:solidFill>
                  </a:tcPr>
                </a:tc>
                <a:tc>
                  <a:txBody>
                    <a:bodyPr/>
                    <a:lstStyle/>
                    <a:p>
                      <a:pPr algn="ctr">
                        <a:buNone/>
                      </a:pPr>
                      <a:r>
                        <a:rPr lang="id-ID" sz="1300">
                          <a:effectLst/>
                        </a:rPr>
                        <a:t>...</a:t>
                      </a:r>
                    </a:p>
                  </a:txBody>
                  <a:tcPr marL="13947" marR="13947" marT="6973" marB="69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EEEEE"/>
                    </a:solidFill>
                  </a:tcPr>
                </a:tc>
                <a:tc>
                  <a:txBody>
                    <a:bodyPr/>
                    <a:lstStyle/>
                    <a:p>
                      <a:pPr algn="ctr">
                        <a:buNone/>
                      </a:pPr>
                      <a:r>
                        <a:rPr lang="id-ID" sz="1300" dirty="0" err="1">
                          <a:effectLst/>
                        </a:rPr>
                        <a:t>NaN</a:t>
                      </a:r>
                      <a:endParaRPr lang="id-ID" sz="1300" dirty="0">
                        <a:effectLst/>
                      </a:endParaRPr>
                    </a:p>
                  </a:txBody>
                  <a:tcPr marL="13947" marR="13947" marT="6973" marB="69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EEEEE"/>
                    </a:solidFill>
                  </a:tcPr>
                </a:tc>
                <a:tc>
                  <a:txBody>
                    <a:bodyPr/>
                    <a:lstStyle/>
                    <a:p>
                      <a:pPr algn="ctr">
                        <a:buNone/>
                      </a:pPr>
                      <a:r>
                        <a:rPr lang="id-ID" sz="1300">
                          <a:effectLst/>
                        </a:rPr>
                        <a:t>NaN</a:t>
                      </a:r>
                    </a:p>
                  </a:txBody>
                  <a:tcPr marL="13947" marR="13947" marT="6973" marB="69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EEEEE"/>
                    </a:solidFill>
                  </a:tcPr>
                </a:tc>
                <a:tc>
                  <a:txBody>
                    <a:bodyPr/>
                    <a:lstStyle/>
                    <a:p>
                      <a:pPr algn="ctr">
                        <a:buNone/>
                      </a:pPr>
                      <a:r>
                        <a:rPr lang="id-ID" sz="1300">
                          <a:effectLst/>
                        </a:rPr>
                        <a:t>NaN</a:t>
                      </a:r>
                    </a:p>
                  </a:txBody>
                  <a:tcPr marL="13947" marR="13947" marT="6973" marB="69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EEEEE"/>
                    </a:solidFill>
                  </a:tcPr>
                </a:tc>
                <a:extLst>
                  <a:ext uri="{0D108BD9-81ED-4DB2-BD59-A6C34878D82A}">
                    <a16:rowId xmlns:a16="http://schemas.microsoft.com/office/drawing/2014/main" val="194490072"/>
                  </a:ext>
                </a:extLst>
              </a:tr>
              <a:tr h="767063">
                <a:tc>
                  <a:txBody>
                    <a:bodyPr/>
                    <a:lstStyle/>
                    <a:p>
                      <a:pPr algn="ctr">
                        <a:buNone/>
                      </a:pPr>
                      <a:r>
                        <a:rPr lang="id-ID" sz="1300">
                          <a:effectLst/>
                        </a:rPr>
                        <a:t>d2126e70-9f04-4bb7-ba2b-9377836d1757</a:t>
                      </a:r>
                    </a:p>
                  </a:txBody>
                  <a:tcPr marL="13947" marR="13947" marT="6973" marB="69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a:buNone/>
                      </a:pPr>
                      <a:r>
                        <a:rPr lang="id-ID" sz="1300">
                          <a:effectLst/>
                        </a:rPr>
                        <a:t>1</a:t>
                      </a:r>
                    </a:p>
                  </a:txBody>
                  <a:tcPr marL="13947" marR="13947" marT="6973" marB="69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a:buNone/>
                      </a:pPr>
                      <a:r>
                        <a:rPr lang="id-ID" sz="1300">
                          <a:effectLst/>
                        </a:rPr>
                        <a:t>00:00:00.000</a:t>
                      </a:r>
                    </a:p>
                  </a:txBody>
                  <a:tcPr marL="13947" marR="13947" marT="6973" marB="69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a:buNone/>
                      </a:pPr>
                      <a:r>
                        <a:rPr lang="id-ID" sz="1300">
                          <a:effectLst/>
                        </a:rPr>
                        <a:t>0</a:t>
                      </a:r>
                    </a:p>
                  </a:txBody>
                  <a:tcPr marL="13947" marR="13947" marT="6973" marB="69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a:buNone/>
                      </a:pPr>
                      <a:r>
                        <a:rPr lang="id-ID" sz="1300">
                          <a:effectLst/>
                        </a:rPr>
                        <a:t>0</a:t>
                      </a:r>
                    </a:p>
                  </a:txBody>
                  <a:tcPr marL="13947" marR="13947" marT="6973" marB="69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a:buNone/>
                      </a:pPr>
                      <a:r>
                        <a:rPr lang="id-ID" sz="1300">
                          <a:effectLst/>
                        </a:rPr>
                        <a:t>1</a:t>
                      </a:r>
                    </a:p>
                  </a:txBody>
                  <a:tcPr marL="13947" marR="13947" marT="6973" marB="69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a:buNone/>
                      </a:pPr>
                      <a:r>
                        <a:rPr lang="id-ID" sz="1300">
                          <a:effectLst/>
                        </a:rPr>
                        <a:t>0.000000</a:t>
                      </a:r>
                    </a:p>
                  </a:txBody>
                  <a:tcPr marL="13947" marR="13947" marT="6973" marB="69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a:buNone/>
                      </a:pPr>
                      <a:r>
                        <a:rPr lang="id-ID" sz="1300">
                          <a:effectLst/>
                        </a:rPr>
                        <a:t>18</a:t>
                      </a:r>
                    </a:p>
                  </a:txBody>
                  <a:tcPr marL="13947" marR="13947" marT="6973" marB="69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a:buNone/>
                      </a:pPr>
                      <a:r>
                        <a:rPr lang="id-ID" sz="1300" dirty="0" err="1">
                          <a:effectLst/>
                        </a:rPr>
                        <a:t>Half</a:t>
                      </a:r>
                      <a:r>
                        <a:rPr lang="id-ID" sz="1300" dirty="0">
                          <a:effectLst/>
                        </a:rPr>
                        <a:t> Start</a:t>
                      </a:r>
                    </a:p>
                  </a:txBody>
                  <a:tcPr marL="13947" marR="13947" marT="6973" marB="69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a:buNone/>
                      </a:pPr>
                      <a:r>
                        <a:rPr lang="id-ID" sz="1300">
                          <a:effectLst/>
                        </a:rPr>
                        <a:t>...</a:t>
                      </a:r>
                    </a:p>
                  </a:txBody>
                  <a:tcPr marL="13947" marR="13947" marT="6973" marB="69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a:buNone/>
                      </a:pPr>
                      <a:r>
                        <a:rPr lang="id-ID" sz="1300">
                          <a:effectLst/>
                        </a:rPr>
                        <a:t>NaN</a:t>
                      </a:r>
                    </a:p>
                  </a:txBody>
                  <a:tcPr marL="13947" marR="13947" marT="6973" marB="69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a:buNone/>
                      </a:pPr>
                      <a:r>
                        <a:rPr lang="id-ID" sz="1300">
                          <a:effectLst/>
                        </a:rPr>
                        <a:t>NaN</a:t>
                      </a:r>
                    </a:p>
                  </a:txBody>
                  <a:tcPr marL="13947" marR="13947" marT="6973" marB="69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a:buNone/>
                      </a:pPr>
                      <a:r>
                        <a:rPr lang="id-ID" sz="1300">
                          <a:effectLst/>
                        </a:rPr>
                        <a:t>NaN</a:t>
                      </a:r>
                    </a:p>
                  </a:txBody>
                  <a:tcPr marL="13947" marR="13947" marT="6973" marB="69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3517838426"/>
                  </a:ext>
                </a:extLst>
              </a:tr>
              <a:tr h="808903">
                <a:tc>
                  <a:txBody>
                    <a:bodyPr/>
                    <a:lstStyle/>
                    <a:p>
                      <a:pPr algn="ctr">
                        <a:buNone/>
                      </a:pPr>
                      <a:r>
                        <a:rPr lang="id-ID" sz="1300">
                          <a:effectLst/>
                        </a:rPr>
                        <a:t>54d78bfa-4146-42bd-acdc-97bcd393dd81</a:t>
                      </a:r>
                    </a:p>
                  </a:txBody>
                  <a:tcPr marL="13947" marR="13947" marT="6973" marB="69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a:buNone/>
                      </a:pPr>
                      <a:r>
                        <a:rPr lang="id-ID" sz="1300">
                          <a:effectLst/>
                        </a:rPr>
                        <a:t>1</a:t>
                      </a:r>
                    </a:p>
                  </a:txBody>
                  <a:tcPr marL="13947" marR="13947" marT="6973" marB="69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a:buNone/>
                      </a:pPr>
                      <a:r>
                        <a:rPr lang="id-ID" sz="1300">
                          <a:effectLst/>
                        </a:rPr>
                        <a:t>00:00:00.000</a:t>
                      </a:r>
                    </a:p>
                  </a:txBody>
                  <a:tcPr marL="13947" marR="13947" marT="6973" marB="69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a:buNone/>
                      </a:pPr>
                      <a:r>
                        <a:rPr lang="id-ID" sz="1300">
                          <a:effectLst/>
                        </a:rPr>
                        <a:t>0</a:t>
                      </a:r>
                    </a:p>
                  </a:txBody>
                  <a:tcPr marL="13947" marR="13947" marT="6973" marB="69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a:buNone/>
                      </a:pPr>
                      <a:r>
                        <a:rPr lang="id-ID" sz="1300">
                          <a:effectLst/>
                        </a:rPr>
                        <a:t>0</a:t>
                      </a:r>
                    </a:p>
                  </a:txBody>
                  <a:tcPr marL="13947" marR="13947" marT="6973" marB="69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a:buNone/>
                      </a:pPr>
                      <a:r>
                        <a:rPr lang="id-ID" sz="1300">
                          <a:effectLst/>
                        </a:rPr>
                        <a:t>1</a:t>
                      </a:r>
                    </a:p>
                  </a:txBody>
                  <a:tcPr marL="13947" marR="13947" marT="6973" marB="69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a:buNone/>
                      </a:pPr>
                      <a:r>
                        <a:rPr lang="id-ID" sz="1300">
                          <a:effectLst/>
                        </a:rPr>
                        <a:t>0.000000</a:t>
                      </a:r>
                    </a:p>
                  </a:txBody>
                  <a:tcPr marL="13947" marR="13947" marT="6973" marB="69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a:buNone/>
                      </a:pPr>
                      <a:r>
                        <a:rPr lang="id-ID" sz="1300">
                          <a:effectLst/>
                        </a:rPr>
                        <a:t>18</a:t>
                      </a:r>
                    </a:p>
                  </a:txBody>
                  <a:tcPr marL="13947" marR="13947" marT="6973" marB="69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a:buNone/>
                      </a:pPr>
                      <a:r>
                        <a:rPr lang="id-ID" sz="1300" dirty="0" err="1">
                          <a:effectLst/>
                        </a:rPr>
                        <a:t>Half</a:t>
                      </a:r>
                      <a:r>
                        <a:rPr lang="id-ID" sz="1300" dirty="0">
                          <a:effectLst/>
                        </a:rPr>
                        <a:t> Start</a:t>
                      </a:r>
                    </a:p>
                  </a:txBody>
                  <a:tcPr marL="13947" marR="13947" marT="6973" marB="69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a:buNone/>
                      </a:pPr>
                      <a:r>
                        <a:rPr lang="id-ID" sz="1300">
                          <a:effectLst/>
                        </a:rPr>
                        <a:t>...</a:t>
                      </a:r>
                    </a:p>
                  </a:txBody>
                  <a:tcPr marL="13947" marR="13947" marT="6973" marB="69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a:buNone/>
                      </a:pPr>
                      <a:r>
                        <a:rPr lang="id-ID" sz="1300">
                          <a:effectLst/>
                        </a:rPr>
                        <a:t>NaN</a:t>
                      </a:r>
                    </a:p>
                  </a:txBody>
                  <a:tcPr marL="13947" marR="13947" marT="6973" marB="69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a:buNone/>
                      </a:pPr>
                      <a:r>
                        <a:rPr lang="id-ID" sz="1300">
                          <a:effectLst/>
                        </a:rPr>
                        <a:t>NaN</a:t>
                      </a:r>
                    </a:p>
                  </a:txBody>
                  <a:tcPr marL="13947" marR="13947" marT="6973" marB="69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a:buNone/>
                      </a:pPr>
                      <a:r>
                        <a:rPr lang="id-ID" sz="1300" dirty="0" err="1">
                          <a:effectLst/>
                        </a:rPr>
                        <a:t>NaN</a:t>
                      </a:r>
                      <a:endParaRPr lang="id-ID" sz="1300" dirty="0">
                        <a:effectLst/>
                      </a:endParaRPr>
                    </a:p>
                  </a:txBody>
                  <a:tcPr marL="13947" marR="13947" marT="6973" marB="69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302614973"/>
                  </a:ext>
                </a:extLst>
              </a:tr>
              <a:tr h="767063">
                <a:tc>
                  <a:txBody>
                    <a:bodyPr/>
                    <a:lstStyle/>
                    <a:p>
                      <a:pPr algn="ctr">
                        <a:buNone/>
                      </a:pPr>
                      <a:r>
                        <a:rPr lang="id-ID" sz="1300" dirty="0">
                          <a:effectLst/>
                        </a:rPr>
                        <a:t>152820f0-6ca9-4df3-943b-a67d568ff472</a:t>
                      </a:r>
                    </a:p>
                  </a:txBody>
                  <a:tcPr marL="13947" marR="13947" marT="6973" marB="69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a:buNone/>
                      </a:pPr>
                      <a:r>
                        <a:rPr lang="id-ID" sz="1300" dirty="0">
                          <a:effectLst/>
                        </a:rPr>
                        <a:t>1</a:t>
                      </a:r>
                    </a:p>
                  </a:txBody>
                  <a:tcPr marL="13947" marR="13947" marT="6973" marB="69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a:buNone/>
                      </a:pPr>
                      <a:r>
                        <a:rPr lang="id-ID" sz="1300" dirty="0">
                          <a:effectLst/>
                        </a:rPr>
                        <a:t>00:00:00.340</a:t>
                      </a:r>
                    </a:p>
                  </a:txBody>
                  <a:tcPr marL="13947" marR="13947" marT="6973" marB="69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a:buNone/>
                      </a:pPr>
                      <a:r>
                        <a:rPr lang="id-ID" sz="1300">
                          <a:effectLst/>
                        </a:rPr>
                        <a:t>0</a:t>
                      </a:r>
                    </a:p>
                  </a:txBody>
                  <a:tcPr marL="13947" marR="13947" marT="6973" marB="69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a:buNone/>
                      </a:pPr>
                      <a:r>
                        <a:rPr lang="id-ID" sz="1300">
                          <a:effectLst/>
                        </a:rPr>
                        <a:t>0</a:t>
                      </a:r>
                    </a:p>
                  </a:txBody>
                  <a:tcPr marL="13947" marR="13947" marT="6973" marB="69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a:buNone/>
                      </a:pPr>
                      <a:r>
                        <a:rPr lang="id-ID" sz="1300">
                          <a:effectLst/>
                        </a:rPr>
                        <a:t>2</a:t>
                      </a:r>
                    </a:p>
                  </a:txBody>
                  <a:tcPr marL="13947" marR="13947" marT="6973" marB="69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a:buNone/>
                      </a:pPr>
                      <a:r>
                        <a:rPr lang="id-ID" sz="1300">
                          <a:effectLst/>
                        </a:rPr>
                        <a:t>2.529454</a:t>
                      </a:r>
                    </a:p>
                  </a:txBody>
                  <a:tcPr marL="13947" marR="13947" marT="6973" marB="69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a:buNone/>
                      </a:pPr>
                      <a:r>
                        <a:rPr lang="id-ID" sz="1300">
                          <a:effectLst/>
                        </a:rPr>
                        <a:t>30</a:t>
                      </a:r>
                    </a:p>
                  </a:txBody>
                  <a:tcPr marL="13947" marR="13947" marT="6973" marB="69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a:buNone/>
                      </a:pPr>
                      <a:r>
                        <a:rPr lang="id-ID" sz="1300" dirty="0">
                          <a:effectLst/>
                        </a:rPr>
                        <a:t>Pass</a:t>
                      </a:r>
                    </a:p>
                  </a:txBody>
                  <a:tcPr marL="13947" marR="13947" marT="6973" marB="69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a:buNone/>
                      </a:pPr>
                      <a:r>
                        <a:rPr lang="id-ID" sz="1300">
                          <a:effectLst/>
                        </a:rPr>
                        <a:t>...</a:t>
                      </a:r>
                    </a:p>
                  </a:txBody>
                  <a:tcPr marL="13947" marR="13947" marT="6973" marB="69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a:buNone/>
                      </a:pPr>
                      <a:r>
                        <a:rPr lang="id-ID" sz="1300">
                          <a:effectLst/>
                        </a:rPr>
                        <a:t>NaN</a:t>
                      </a:r>
                    </a:p>
                  </a:txBody>
                  <a:tcPr marL="13947" marR="13947" marT="6973" marB="69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a:buNone/>
                      </a:pPr>
                      <a:r>
                        <a:rPr lang="id-ID" sz="1300">
                          <a:effectLst/>
                        </a:rPr>
                        <a:t>NaN</a:t>
                      </a:r>
                    </a:p>
                  </a:txBody>
                  <a:tcPr marL="13947" marR="13947" marT="6973" marB="69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a:buNone/>
                      </a:pPr>
                      <a:r>
                        <a:rPr lang="id-ID" sz="1300" dirty="0" err="1">
                          <a:effectLst/>
                        </a:rPr>
                        <a:t>NaN</a:t>
                      </a:r>
                      <a:endParaRPr lang="id-ID" sz="1300" dirty="0">
                        <a:effectLst/>
                      </a:endParaRPr>
                    </a:p>
                  </a:txBody>
                  <a:tcPr marL="13947" marR="13947" marT="6973" marB="69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2404782655"/>
                  </a:ext>
                </a:extLst>
              </a:tr>
            </a:tbl>
          </a:graphicData>
        </a:graphic>
      </p:graphicFrame>
    </p:spTree>
    <p:extLst>
      <p:ext uri="{BB962C8B-B14F-4D97-AF65-F5344CB8AC3E}">
        <p14:creationId xmlns:p14="http://schemas.microsoft.com/office/powerpoint/2010/main" val="40070397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35D939-9B35-F516-97FF-036F82F35D1C}"/>
            </a:ext>
          </a:extLst>
        </p:cNvPr>
        <p:cNvGrpSpPr/>
        <p:nvPr/>
      </p:nvGrpSpPr>
      <p:grpSpPr>
        <a:xfrm>
          <a:off x="0" y="0"/>
          <a:ext cx="0" cy="0"/>
          <a:chOff x="0" y="0"/>
          <a:chExt cx="0" cy="0"/>
        </a:xfrm>
      </p:grpSpPr>
      <p:sp>
        <p:nvSpPr>
          <p:cNvPr id="2" name="Judul 1">
            <a:extLst>
              <a:ext uri="{FF2B5EF4-FFF2-40B4-BE49-F238E27FC236}">
                <a16:creationId xmlns:a16="http://schemas.microsoft.com/office/drawing/2014/main" id="{5733682C-F880-01E4-F1A4-2A2786DFFB52}"/>
              </a:ext>
            </a:extLst>
          </p:cNvPr>
          <p:cNvSpPr>
            <a:spLocks noGrp="1"/>
          </p:cNvSpPr>
          <p:nvPr>
            <p:ph type="title"/>
          </p:nvPr>
        </p:nvSpPr>
        <p:spPr>
          <a:xfrm>
            <a:off x="1206407" y="306631"/>
            <a:ext cx="9779183" cy="1325563"/>
          </a:xfrm>
        </p:spPr>
        <p:txBody>
          <a:bodyPr rtlCol="0"/>
          <a:lstStyle/>
          <a:p>
            <a:pPr rtl="0"/>
            <a:r>
              <a:rPr lang="en-GB" dirty="0"/>
              <a:t>Data </a:t>
            </a:r>
            <a:r>
              <a:rPr lang="en-GB" dirty="0" err="1"/>
              <a:t>Aquisition</a:t>
            </a:r>
            <a:endParaRPr lang="id-ID" dirty="0"/>
          </a:p>
        </p:txBody>
      </p:sp>
      <p:sp>
        <p:nvSpPr>
          <p:cNvPr id="4" name="Tampungan Tanggal 3">
            <a:extLst>
              <a:ext uri="{FF2B5EF4-FFF2-40B4-BE49-F238E27FC236}">
                <a16:creationId xmlns:a16="http://schemas.microsoft.com/office/drawing/2014/main" id="{20794FDB-D246-F56C-7C92-6EC71CAD155E}"/>
              </a:ext>
            </a:extLst>
          </p:cNvPr>
          <p:cNvSpPr>
            <a:spLocks noGrp="1"/>
          </p:cNvSpPr>
          <p:nvPr>
            <p:ph type="dt" sz="half" idx="2"/>
          </p:nvPr>
        </p:nvSpPr>
        <p:spPr>
          <a:xfrm>
            <a:off x="381000" y="6356350"/>
            <a:ext cx="2743200" cy="365125"/>
          </a:xfrm>
        </p:spPr>
        <p:txBody>
          <a:bodyPr rtlCol="0"/>
          <a:lstStyle/>
          <a:p>
            <a:pPr rtl="0"/>
            <a:fld id="{70C69C4D-CAFD-4E0E-94E0-4B1709D96441}" type="datetime1">
              <a:rPr lang="id-ID" smtClean="0"/>
              <a:t>26/11/2025</a:t>
            </a:fld>
            <a:endParaRPr lang="id-ID"/>
          </a:p>
        </p:txBody>
      </p:sp>
      <p:sp>
        <p:nvSpPr>
          <p:cNvPr id="6" name="Tampungan Nomor Slide 5">
            <a:extLst>
              <a:ext uri="{FF2B5EF4-FFF2-40B4-BE49-F238E27FC236}">
                <a16:creationId xmlns:a16="http://schemas.microsoft.com/office/drawing/2014/main" id="{85ACC4BC-DFE5-EF76-F0CA-040B381FFC69}"/>
              </a:ext>
            </a:extLst>
          </p:cNvPr>
          <p:cNvSpPr>
            <a:spLocks noGrp="1"/>
          </p:cNvSpPr>
          <p:nvPr>
            <p:ph type="sldNum" sz="quarter" idx="4"/>
          </p:nvPr>
        </p:nvSpPr>
        <p:spPr>
          <a:xfrm>
            <a:off x="10153276" y="6356350"/>
            <a:ext cx="1657723" cy="365125"/>
          </a:xfrm>
        </p:spPr>
        <p:txBody>
          <a:bodyPr rtlCol="0"/>
          <a:lstStyle/>
          <a:p>
            <a:pPr rtl="0"/>
            <a:fld id="{294A09A9-5501-47C1-A89A-A340965A2BE2}" type="slidenum">
              <a:rPr lang="id-ID" smtClean="0"/>
              <a:pPr rtl="0"/>
              <a:t>45</a:t>
            </a:fld>
            <a:endParaRPr lang="id-ID"/>
          </a:p>
        </p:txBody>
      </p:sp>
      <p:pic>
        <p:nvPicPr>
          <p:cNvPr id="8" name="Picture 7">
            <a:extLst>
              <a:ext uri="{FF2B5EF4-FFF2-40B4-BE49-F238E27FC236}">
                <a16:creationId xmlns:a16="http://schemas.microsoft.com/office/drawing/2014/main" id="{CCF7A95B-C222-A998-841E-B0A2192B9FE1}"/>
              </a:ext>
            </a:extLst>
          </p:cNvPr>
          <p:cNvPicPr>
            <a:picLocks noChangeAspect="1"/>
          </p:cNvPicPr>
          <p:nvPr/>
        </p:nvPicPr>
        <p:blipFill>
          <a:blip r:embed="rId3"/>
          <a:stretch>
            <a:fillRect/>
          </a:stretch>
        </p:blipFill>
        <p:spPr>
          <a:xfrm>
            <a:off x="6095998" y="969412"/>
            <a:ext cx="2667002" cy="4521336"/>
          </a:xfrm>
          <a:prstGeom prst="rect">
            <a:avLst/>
          </a:prstGeom>
        </p:spPr>
      </p:pic>
      <p:sp>
        <p:nvSpPr>
          <p:cNvPr id="9" name="Tampungan Konten 2">
            <a:extLst>
              <a:ext uri="{FF2B5EF4-FFF2-40B4-BE49-F238E27FC236}">
                <a16:creationId xmlns:a16="http://schemas.microsoft.com/office/drawing/2014/main" id="{6ABB4A92-5795-DF09-8464-947B5E94F5E9}"/>
              </a:ext>
            </a:extLst>
          </p:cNvPr>
          <p:cNvSpPr txBox="1">
            <a:spLocks/>
          </p:cNvSpPr>
          <p:nvPr/>
        </p:nvSpPr>
        <p:spPr>
          <a:xfrm>
            <a:off x="1206407" y="1809994"/>
            <a:ext cx="4509408" cy="1046661"/>
          </a:xfrm>
          <a:prstGeom prst="rect">
            <a:avLst/>
          </a:prstGeom>
        </p:spPr>
        <p:txBody>
          <a:bodyPr vert="horz" lIns="91440" tIns="45720" rIns="91440" bIns="45720" rtlCol="0" anchor="t">
            <a:normAutofit/>
          </a:bodyPr>
          <a:lstStyle>
            <a:lvl1pPr marL="0" indent="0" algn="l" defTabSz="914400" rtl="0" eaLnBrk="1" latinLnBrk="0" hangingPunct="1">
              <a:lnSpc>
                <a:spcPct val="90000"/>
              </a:lnSpc>
              <a:spcBef>
                <a:spcPts val="1000"/>
              </a:spcBef>
              <a:buFont typeface="Arial" panose="020B0604020202020204" pitchFamily="34" charset="0"/>
              <a:buNone/>
              <a:defRPr sz="28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buFont typeface="Arial" panose="020B0604020202020204" pitchFamily="34" charset="0"/>
              <a:buChar char="•"/>
            </a:pPr>
            <a:r>
              <a:rPr lang="en-GB" sz="2000" dirty="0" err="1"/>
              <a:t>Terlalu</a:t>
            </a:r>
            <a:r>
              <a:rPr lang="en-GB" sz="2000" dirty="0"/>
              <a:t> </a:t>
            </a:r>
            <a:r>
              <a:rPr lang="en-GB" sz="2000" dirty="0" err="1"/>
              <a:t>banyak</a:t>
            </a:r>
            <a:r>
              <a:rPr lang="en-GB" sz="2000" dirty="0"/>
              <a:t> </a:t>
            </a:r>
            <a:r>
              <a:rPr lang="en-GB" sz="2000" dirty="0" err="1"/>
              <a:t>kolom</a:t>
            </a:r>
            <a:r>
              <a:rPr lang="en-GB" sz="2000" dirty="0"/>
              <a:t> </a:t>
            </a:r>
            <a:r>
              <a:rPr lang="en-GB" sz="2000" dirty="0" err="1"/>
              <a:t>tidak</a:t>
            </a:r>
            <a:r>
              <a:rPr lang="en-GB" sz="2000" dirty="0"/>
              <a:t> </a:t>
            </a:r>
            <a:r>
              <a:rPr lang="en-GB" sz="2000" dirty="0" err="1"/>
              <a:t>penting</a:t>
            </a:r>
            <a:r>
              <a:rPr lang="en-GB" sz="2000" dirty="0"/>
              <a:t> </a:t>
            </a:r>
            <a:r>
              <a:rPr lang="en-GB" sz="2000" dirty="0" err="1"/>
              <a:t>terhadap</a:t>
            </a:r>
            <a:r>
              <a:rPr lang="en-GB" sz="2000" dirty="0"/>
              <a:t> </a:t>
            </a:r>
            <a:r>
              <a:rPr lang="en-GB" sz="2000" dirty="0" err="1"/>
              <a:t>konteks</a:t>
            </a:r>
            <a:r>
              <a:rPr lang="en-GB" sz="2000" dirty="0"/>
              <a:t> </a:t>
            </a:r>
            <a:r>
              <a:rPr lang="en-GB" sz="2000" dirty="0" err="1"/>
              <a:t>xG</a:t>
            </a:r>
            <a:endParaRPr lang="en-GB" sz="2000" dirty="0"/>
          </a:p>
        </p:txBody>
      </p:sp>
    </p:spTree>
    <p:extLst>
      <p:ext uri="{BB962C8B-B14F-4D97-AF65-F5344CB8AC3E}">
        <p14:creationId xmlns:p14="http://schemas.microsoft.com/office/powerpoint/2010/main" val="59858175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0C0A51-422B-D973-085F-F3D0B2ED44A9}"/>
            </a:ext>
          </a:extLst>
        </p:cNvPr>
        <p:cNvGrpSpPr/>
        <p:nvPr/>
      </p:nvGrpSpPr>
      <p:grpSpPr>
        <a:xfrm>
          <a:off x="0" y="0"/>
          <a:ext cx="0" cy="0"/>
          <a:chOff x="0" y="0"/>
          <a:chExt cx="0" cy="0"/>
        </a:xfrm>
      </p:grpSpPr>
      <p:sp>
        <p:nvSpPr>
          <p:cNvPr id="2" name="Judul 1">
            <a:extLst>
              <a:ext uri="{FF2B5EF4-FFF2-40B4-BE49-F238E27FC236}">
                <a16:creationId xmlns:a16="http://schemas.microsoft.com/office/drawing/2014/main" id="{6035C7CC-CF79-9346-7BED-08C5C53406CD}"/>
              </a:ext>
            </a:extLst>
          </p:cNvPr>
          <p:cNvSpPr>
            <a:spLocks noGrp="1"/>
          </p:cNvSpPr>
          <p:nvPr>
            <p:ph type="title"/>
          </p:nvPr>
        </p:nvSpPr>
        <p:spPr>
          <a:xfrm>
            <a:off x="6365994" y="1905085"/>
            <a:ext cx="5445005" cy="1738000"/>
          </a:xfrm>
        </p:spPr>
        <p:txBody>
          <a:bodyPr rtlCol="0"/>
          <a:lstStyle/>
          <a:p>
            <a:pPr rtl="0"/>
            <a:r>
              <a:rPr lang="en-GB" sz="6600" dirty="0"/>
              <a:t>Preprocessing</a:t>
            </a:r>
            <a:endParaRPr lang="id-ID" sz="6600" dirty="0"/>
          </a:p>
        </p:txBody>
      </p:sp>
      <p:sp>
        <p:nvSpPr>
          <p:cNvPr id="4" name="Tampungan Tanggal 3">
            <a:extLst>
              <a:ext uri="{FF2B5EF4-FFF2-40B4-BE49-F238E27FC236}">
                <a16:creationId xmlns:a16="http://schemas.microsoft.com/office/drawing/2014/main" id="{CBE719F0-4726-CE65-DA11-1645DDF15659}"/>
              </a:ext>
            </a:extLst>
          </p:cNvPr>
          <p:cNvSpPr>
            <a:spLocks noGrp="1"/>
          </p:cNvSpPr>
          <p:nvPr>
            <p:ph type="dt" sz="half" idx="2"/>
          </p:nvPr>
        </p:nvSpPr>
        <p:spPr>
          <a:xfrm>
            <a:off x="0" y="6492875"/>
            <a:ext cx="1041400" cy="365125"/>
          </a:xfrm>
        </p:spPr>
        <p:txBody>
          <a:bodyPr rtlCol="0"/>
          <a:lstStyle/>
          <a:p>
            <a:pPr rtl="0"/>
            <a:fld id="{70C69C4D-CAFD-4E0E-94E0-4B1709D96441}" type="datetime1">
              <a:rPr lang="id-ID" smtClean="0"/>
              <a:t>24/11/2025</a:t>
            </a:fld>
            <a:endParaRPr lang="id-ID" dirty="0"/>
          </a:p>
        </p:txBody>
      </p:sp>
      <p:sp>
        <p:nvSpPr>
          <p:cNvPr id="6" name="Tampungan Nomor Slide 5">
            <a:extLst>
              <a:ext uri="{FF2B5EF4-FFF2-40B4-BE49-F238E27FC236}">
                <a16:creationId xmlns:a16="http://schemas.microsoft.com/office/drawing/2014/main" id="{829FD34D-3E62-A40F-2227-BA5862F33714}"/>
              </a:ext>
            </a:extLst>
          </p:cNvPr>
          <p:cNvSpPr>
            <a:spLocks noGrp="1"/>
          </p:cNvSpPr>
          <p:nvPr>
            <p:ph type="sldNum" sz="quarter" idx="4"/>
          </p:nvPr>
        </p:nvSpPr>
        <p:spPr>
          <a:xfrm>
            <a:off x="10153276" y="6356350"/>
            <a:ext cx="1657723" cy="365125"/>
          </a:xfrm>
        </p:spPr>
        <p:txBody>
          <a:bodyPr rtlCol="0"/>
          <a:lstStyle/>
          <a:p>
            <a:pPr rtl="0"/>
            <a:fld id="{294A09A9-5501-47C1-A89A-A340965A2BE2}" type="slidenum">
              <a:rPr lang="id-ID" smtClean="0"/>
              <a:pPr rtl="0"/>
              <a:t>46</a:t>
            </a:fld>
            <a:endParaRPr lang="id-ID"/>
          </a:p>
        </p:txBody>
      </p:sp>
      <p:sp>
        <p:nvSpPr>
          <p:cNvPr id="13" name="Rectangle 1">
            <a:extLst>
              <a:ext uri="{FF2B5EF4-FFF2-40B4-BE49-F238E27FC236}">
                <a16:creationId xmlns:a16="http://schemas.microsoft.com/office/drawing/2014/main" id="{34F8C197-A988-BC93-551F-25C62E3A2534}"/>
              </a:ext>
            </a:extLst>
          </p:cNvPr>
          <p:cNvSpPr>
            <a:spLocks noChangeArrowheads="1"/>
          </p:cNvSpPr>
          <p:nvPr/>
        </p:nvSpPr>
        <p:spPr bwMode="auto">
          <a:xfrm>
            <a:off x="520699" y="977720"/>
            <a:ext cx="67596342"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id-ID" altLang="id-ID" sz="1800" b="0" i="0" u="none" strike="noStrike" cap="none" normalizeH="0" baseline="0">
                <a:ln>
                  <a:noFill/>
                </a:ln>
                <a:solidFill>
                  <a:schemeClr val="tx1"/>
                </a:solidFill>
                <a:effectLst/>
                <a:latin typeface="Arial" panose="020B0604020202020204" pitchFamily="34" charset="0"/>
              </a:rPr>
            </a:br>
            <a:endParaRPr kumimoji="0" lang="id-ID" altLang="id-ID" sz="1800" b="0" i="0" u="none" strike="noStrike" cap="none" normalizeH="0" baseline="0">
              <a:ln>
                <a:noFill/>
              </a:ln>
              <a:solidFill>
                <a:schemeClr val="tx1"/>
              </a:solidFill>
              <a:effectLst/>
              <a:latin typeface="Arial" panose="020B0604020202020204" pitchFamily="34" charset="0"/>
            </a:endParaRPr>
          </a:p>
        </p:txBody>
      </p:sp>
      <p:pic>
        <p:nvPicPr>
          <p:cNvPr id="3" name="Picture 2">
            <a:extLst>
              <a:ext uri="{FF2B5EF4-FFF2-40B4-BE49-F238E27FC236}">
                <a16:creationId xmlns:a16="http://schemas.microsoft.com/office/drawing/2014/main" id="{92460397-B36A-8A65-93FE-2B75AE430A85}"/>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514600" y="640487"/>
            <a:ext cx="1396999" cy="5587996"/>
          </a:xfrm>
          <a:prstGeom prst="rect">
            <a:avLst/>
          </a:prstGeom>
          <a:noFill/>
          <a:ln>
            <a:noFill/>
          </a:ln>
        </p:spPr>
      </p:pic>
    </p:spTree>
    <p:extLst>
      <p:ext uri="{BB962C8B-B14F-4D97-AF65-F5344CB8AC3E}">
        <p14:creationId xmlns:p14="http://schemas.microsoft.com/office/powerpoint/2010/main" val="125690276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DB36EC-A545-012E-BDD0-F5D2DCDBD63A}"/>
            </a:ext>
          </a:extLst>
        </p:cNvPr>
        <p:cNvGrpSpPr/>
        <p:nvPr/>
      </p:nvGrpSpPr>
      <p:grpSpPr>
        <a:xfrm>
          <a:off x="0" y="0"/>
          <a:ext cx="0" cy="0"/>
          <a:chOff x="0" y="0"/>
          <a:chExt cx="0" cy="0"/>
        </a:xfrm>
      </p:grpSpPr>
      <p:sp>
        <p:nvSpPr>
          <p:cNvPr id="2" name="Judul 1">
            <a:extLst>
              <a:ext uri="{FF2B5EF4-FFF2-40B4-BE49-F238E27FC236}">
                <a16:creationId xmlns:a16="http://schemas.microsoft.com/office/drawing/2014/main" id="{F5D89092-EE91-4D69-E60A-C7F9CFB7567F}"/>
              </a:ext>
            </a:extLst>
          </p:cNvPr>
          <p:cNvSpPr>
            <a:spLocks noGrp="1"/>
          </p:cNvSpPr>
          <p:nvPr>
            <p:ph type="title"/>
          </p:nvPr>
        </p:nvSpPr>
        <p:spPr>
          <a:xfrm>
            <a:off x="1884303" y="381000"/>
            <a:ext cx="9062372" cy="1325563"/>
          </a:xfrm>
        </p:spPr>
        <p:txBody>
          <a:bodyPr rtlCol="0"/>
          <a:lstStyle/>
          <a:p>
            <a:r>
              <a:rPr lang="en-GB" i="1" dirty="0"/>
              <a:t>Event Data Filtering</a:t>
            </a:r>
            <a:endParaRPr lang="id-ID" i="1" dirty="0"/>
          </a:p>
        </p:txBody>
      </p:sp>
      <p:sp>
        <p:nvSpPr>
          <p:cNvPr id="4" name="Tampungan Konten 3">
            <a:extLst>
              <a:ext uri="{FF2B5EF4-FFF2-40B4-BE49-F238E27FC236}">
                <a16:creationId xmlns:a16="http://schemas.microsoft.com/office/drawing/2014/main" id="{5C5F6033-5C57-E463-F2C7-E57396118DC3}"/>
              </a:ext>
            </a:extLst>
          </p:cNvPr>
          <p:cNvSpPr>
            <a:spLocks noGrp="1"/>
          </p:cNvSpPr>
          <p:nvPr>
            <p:ph idx="1"/>
          </p:nvPr>
        </p:nvSpPr>
        <p:spPr>
          <a:xfrm>
            <a:off x="1884303" y="2284361"/>
            <a:ext cx="5675760" cy="840658"/>
          </a:xfrm>
        </p:spPr>
        <p:txBody>
          <a:bodyPr vert="horz" lIns="91440" tIns="45720" rIns="91440" bIns="45720" rtlCol="0" anchor="t">
            <a:normAutofit fontScale="92500" lnSpcReduction="20000"/>
          </a:bodyPr>
          <a:lstStyle/>
          <a:p>
            <a:pPr marL="342900" indent="-342900">
              <a:buFont typeface="Arial" panose="020B0604020202020204" pitchFamily="34" charset="0"/>
              <a:buChar char="•"/>
            </a:pPr>
            <a:r>
              <a:rPr lang="id-ID" sz="2400" dirty="0"/>
              <a:t>Proses ini meliputi </a:t>
            </a:r>
            <a:r>
              <a:rPr lang="id-ID" sz="2400" dirty="0" err="1"/>
              <a:t>filtering</a:t>
            </a:r>
            <a:r>
              <a:rPr lang="id-ID" sz="2400" dirty="0"/>
              <a:t> untuk mengambil </a:t>
            </a:r>
            <a:r>
              <a:rPr lang="en-GB" sz="2400" dirty="0" err="1"/>
              <a:t>hanya</a:t>
            </a:r>
            <a:r>
              <a:rPr lang="en-GB" sz="2400" dirty="0"/>
              <a:t> </a:t>
            </a:r>
            <a:r>
              <a:rPr lang="id-ID" sz="2400" dirty="0"/>
              <a:t>data tembakan</a:t>
            </a:r>
            <a:r>
              <a:rPr lang="en-GB" sz="2400" dirty="0"/>
              <a:t> </a:t>
            </a:r>
            <a:r>
              <a:rPr lang="en-GB" sz="2400" dirty="0" err="1"/>
              <a:t>dari</a:t>
            </a:r>
            <a:r>
              <a:rPr lang="en-GB" sz="2400" dirty="0"/>
              <a:t> open play</a:t>
            </a:r>
            <a:r>
              <a:rPr lang="id-ID" sz="2400" dirty="0"/>
              <a:t>.</a:t>
            </a:r>
          </a:p>
        </p:txBody>
      </p:sp>
      <p:sp>
        <p:nvSpPr>
          <p:cNvPr id="9" name="Tampungan Nomor Slide 8">
            <a:extLst>
              <a:ext uri="{FF2B5EF4-FFF2-40B4-BE49-F238E27FC236}">
                <a16:creationId xmlns:a16="http://schemas.microsoft.com/office/drawing/2014/main" id="{13781056-71CF-68A1-1A2D-F1816519B5F4}"/>
              </a:ext>
            </a:extLst>
          </p:cNvPr>
          <p:cNvSpPr>
            <a:spLocks noGrp="1"/>
          </p:cNvSpPr>
          <p:nvPr>
            <p:ph type="sldNum" sz="quarter" idx="4"/>
          </p:nvPr>
        </p:nvSpPr>
        <p:spPr>
          <a:xfrm>
            <a:off x="10153276" y="6356350"/>
            <a:ext cx="1657723" cy="365125"/>
          </a:xfrm>
        </p:spPr>
        <p:txBody>
          <a:bodyPr rtlCol="0"/>
          <a:lstStyle/>
          <a:p>
            <a:pPr rtl="0"/>
            <a:fld id="{294A09A9-5501-47C1-A89A-A340965A2BE2}" type="slidenum">
              <a:rPr lang="id-ID" smtClean="0"/>
              <a:pPr rtl="0"/>
              <a:t>47</a:t>
            </a:fld>
            <a:endParaRPr lang="id-ID"/>
          </a:p>
        </p:txBody>
      </p:sp>
      <p:pic>
        <p:nvPicPr>
          <p:cNvPr id="5" name="Picture 4">
            <a:extLst>
              <a:ext uri="{FF2B5EF4-FFF2-40B4-BE49-F238E27FC236}">
                <a16:creationId xmlns:a16="http://schemas.microsoft.com/office/drawing/2014/main" id="{07565EF6-BC8C-B376-90D8-1E00EDBAE9B8}"/>
              </a:ext>
            </a:extLst>
          </p:cNvPr>
          <p:cNvPicPr>
            <a:picLocks noChangeAspect="1"/>
          </p:cNvPicPr>
          <p:nvPr/>
        </p:nvPicPr>
        <p:blipFill>
          <a:blip r:embed="rId3" cstate="print">
            <a:extLst>
              <a:ext uri="{28A0092B-C50C-407E-A947-70E740481C1C}">
                <a14:useLocalDpi xmlns:a14="http://schemas.microsoft.com/office/drawing/2010/main" val="0"/>
              </a:ext>
            </a:extLst>
          </a:blip>
          <a:srcRect t="25810" b="58053"/>
          <a:stretch>
            <a:fillRect/>
          </a:stretch>
        </p:blipFill>
        <p:spPr bwMode="auto">
          <a:xfrm>
            <a:off x="7785100" y="1757363"/>
            <a:ext cx="2951406" cy="1905000"/>
          </a:xfrm>
          <a:prstGeom prst="rect">
            <a:avLst/>
          </a:prstGeom>
          <a:noFill/>
          <a:ln>
            <a:noFill/>
          </a:ln>
        </p:spPr>
      </p:pic>
      <p:graphicFrame>
        <p:nvGraphicFramePr>
          <p:cNvPr id="3" name="Table 2">
            <a:extLst>
              <a:ext uri="{FF2B5EF4-FFF2-40B4-BE49-F238E27FC236}">
                <a16:creationId xmlns:a16="http://schemas.microsoft.com/office/drawing/2014/main" id="{570820F6-EE20-5376-E6C1-AB7E448DD5B7}"/>
              </a:ext>
            </a:extLst>
          </p:cNvPr>
          <p:cNvGraphicFramePr>
            <a:graphicFrameLocks noGrp="1"/>
          </p:cNvGraphicFramePr>
          <p:nvPr>
            <p:extLst>
              <p:ext uri="{D42A27DB-BD31-4B8C-83A1-F6EECF244321}">
                <p14:modId xmlns:p14="http://schemas.microsoft.com/office/powerpoint/2010/main" val="3493231873"/>
              </p:ext>
            </p:extLst>
          </p:nvPr>
        </p:nvGraphicFramePr>
        <p:xfrm>
          <a:off x="672157" y="2189853"/>
          <a:ext cx="857864" cy="4351339"/>
        </p:xfrm>
        <a:graphic>
          <a:graphicData uri="http://schemas.openxmlformats.org/drawingml/2006/table">
            <a:tbl>
              <a:tblPr/>
              <a:tblGrid>
                <a:gridCol w="857864">
                  <a:extLst>
                    <a:ext uri="{9D8B030D-6E8A-4147-A177-3AD203B41FA5}">
                      <a16:colId xmlns:a16="http://schemas.microsoft.com/office/drawing/2014/main" val="68076526"/>
                    </a:ext>
                  </a:extLst>
                </a:gridCol>
              </a:tblGrid>
              <a:tr h="474184">
                <a:tc>
                  <a:txBody>
                    <a:bodyPr/>
                    <a:lstStyle/>
                    <a:p>
                      <a:pPr algn="ctr">
                        <a:buNone/>
                      </a:pPr>
                      <a:r>
                        <a:rPr lang="id-ID" sz="1300" b="1" dirty="0">
                          <a:effectLst/>
                        </a:rPr>
                        <a:t>type.name</a:t>
                      </a:r>
                    </a:p>
                  </a:txBody>
                  <a:tcPr marL="13947" marR="13947" marT="6973" marB="69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900395432"/>
                  </a:ext>
                </a:extLst>
              </a:tr>
              <a:tr h="767063">
                <a:tc>
                  <a:txBody>
                    <a:bodyPr/>
                    <a:lstStyle/>
                    <a:p>
                      <a:pPr algn="ctr">
                        <a:buNone/>
                      </a:pPr>
                      <a:r>
                        <a:rPr lang="id-ID" sz="1300" dirty="0" err="1">
                          <a:effectLst/>
                        </a:rPr>
                        <a:t>Starting</a:t>
                      </a:r>
                      <a:r>
                        <a:rPr lang="id-ID" sz="1300" dirty="0">
                          <a:effectLst/>
                        </a:rPr>
                        <a:t> XI</a:t>
                      </a:r>
                    </a:p>
                  </a:txBody>
                  <a:tcPr marL="13947" marR="13947" marT="6973" marB="69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866875624"/>
                  </a:ext>
                </a:extLst>
              </a:tr>
              <a:tr h="767063">
                <a:tc>
                  <a:txBody>
                    <a:bodyPr/>
                    <a:lstStyle/>
                    <a:p>
                      <a:pPr algn="ctr">
                        <a:buNone/>
                      </a:pPr>
                      <a:r>
                        <a:rPr lang="id-ID" sz="1300" dirty="0" err="1">
                          <a:effectLst/>
                        </a:rPr>
                        <a:t>Starting</a:t>
                      </a:r>
                      <a:r>
                        <a:rPr lang="id-ID" sz="1300" dirty="0">
                          <a:effectLst/>
                        </a:rPr>
                        <a:t> XI</a:t>
                      </a:r>
                    </a:p>
                  </a:txBody>
                  <a:tcPr marL="13947" marR="13947" marT="6973" marB="69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EEEEE"/>
                    </a:solidFill>
                  </a:tcPr>
                </a:tc>
                <a:extLst>
                  <a:ext uri="{0D108BD9-81ED-4DB2-BD59-A6C34878D82A}">
                    <a16:rowId xmlns:a16="http://schemas.microsoft.com/office/drawing/2014/main" val="1939536686"/>
                  </a:ext>
                </a:extLst>
              </a:tr>
              <a:tr h="767063">
                <a:tc>
                  <a:txBody>
                    <a:bodyPr/>
                    <a:lstStyle/>
                    <a:p>
                      <a:pPr algn="ctr">
                        <a:buNone/>
                      </a:pPr>
                      <a:r>
                        <a:rPr lang="id-ID" sz="1300" dirty="0" err="1">
                          <a:effectLst/>
                        </a:rPr>
                        <a:t>Half</a:t>
                      </a:r>
                      <a:r>
                        <a:rPr lang="id-ID" sz="1300" dirty="0">
                          <a:effectLst/>
                        </a:rPr>
                        <a:t> Start</a:t>
                      </a:r>
                    </a:p>
                  </a:txBody>
                  <a:tcPr marL="13947" marR="13947" marT="6973" marB="69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3258130795"/>
                  </a:ext>
                </a:extLst>
              </a:tr>
              <a:tr h="808903">
                <a:tc>
                  <a:txBody>
                    <a:bodyPr/>
                    <a:lstStyle/>
                    <a:p>
                      <a:pPr algn="ctr">
                        <a:buNone/>
                      </a:pPr>
                      <a:r>
                        <a:rPr lang="id-ID" sz="1300" dirty="0" err="1">
                          <a:effectLst/>
                        </a:rPr>
                        <a:t>Half</a:t>
                      </a:r>
                      <a:r>
                        <a:rPr lang="id-ID" sz="1300" dirty="0">
                          <a:effectLst/>
                        </a:rPr>
                        <a:t> Start</a:t>
                      </a:r>
                    </a:p>
                  </a:txBody>
                  <a:tcPr marL="13947" marR="13947" marT="6973" marB="69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663954935"/>
                  </a:ext>
                </a:extLst>
              </a:tr>
              <a:tr h="767063">
                <a:tc>
                  <a:txBody>
                    <a:bodyPr/>
                    <a:lstStyle/>
                    <a:p>
                      <a:pPr algn="ctr">
                        <a:buNone/>
                      </a:pPr>
                      <a:r>
                        <a:rPr lang="id-ID" sz="1300" dirty="0">
                          <a:effectLst/>
                        </a:rPr>
                        <a:t>Pass</a:t>
                      </a:r>
                    </a:p>
                  </a:txBody>
                  <a:tcPr marL="13947" marR="13947" marT="6973" marB="69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3965876599"/>
                  </a:ext>
                </a:extLst>
              </a:tr>
            </a:tbl>
          </a:graphicData>
        </a:graphic>
      </p:graphicFrame>
      <p:sp>
        <p:nvSpPr>
          <p:cNvPr id="8" name="Arrow: Right 7">
            <a:extLst>
              <a:ext uri="{FF2B5EF4-FFF2-40B4-BE49-F238E27FC236}">
                <a16:creationId xmlns:a16="http://schemas.microsoft.com/office/drawing/2014/main" id="{1CF1A048-7E30-C428-C00D-88340BF804D2}"/>
              </a:ext>
            </a:extLst>
          </p:cNvPr>
          <p:cNvSpPr/>
          <p:nvPr/>
        </p:nvSpPr>
        <p:spPr>
          <a:xfrm>
            <a:off x="1755058" y="4365523"/>
            <a:ext cx="1253613" cy="294967"/>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0" name="Tampungan Konten 3">
            <a:extLst>
              <a:ext uri="{FF2B5EF4-FFF2-40B4-BE49-F238E27FC236}">
                <a16:creationId xmlns:a16="http://schemas.microsoft.com/office/drawing/2014/main" id="{7D55E521-C581-80AC-5CBB-0D1392707F0C}"/>
              </a:ext>
            </a:extLst>
          </p:cNvPr>
          <p:cNvSpPr txBox="1">
            <a:spLocks/>
          </p:cNvSpPr>
          <p:nvPr/>
        </p:nvSpPr>
        <p:spPr>
          <a:xfrm>
            <a:off x="3233708" y="4240161"/>
            <a:ext cx="4716492" cy="840658"/>
          </a:xfrm>
          <a:prstGeom prst="rect">
            <a:avLst/>
          </a:prstGeom>
        </p:spPr>
        <p:txBody>
          <a:bodyPr vert="horz" lIns="91440" tIns="45720" rIns="91440" bIns="45720" rtlCol="0" anchor="t">
            <a:normAutofit fontScale="85000" lnSpcReduction="10000"/>
          </a:bodyPr>
          <a:lstStyle>
            <a:lvl1pPr marL="0" indent="0" algn="l" defTabSz="914400" rtl="0" eaLnBrk="1" latinLnBrk="0" hangingPunct="1">
              <a:lnSpc>
                <a:spcPct val="90000"/>
              </a:lnSpc>
              <a:spcBef>
                <a:spcPts val="1000"/>
              </a:spcBef>
              <a:buFont typeface="Arial" panose="020B0604020202020204" pitchFamily="34" charset="0"/>
              <a:buNone/>
              <a:defRPr sz="20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4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buFont typeface="Arial" panose="020B0604020202020204" pitchFamily="34" charset="0"/>
              <a:buChar char="•"/>
            </a:pPr>
            <a:r>
              <a:rPr lang="en-GB" sz="2400" dirty="0"/>
              <a:t>Type.name = Shot &amp;</a:t>
            </a:r>
          </a:p>
          <a:p>
            <a:pPr marL="342900" indent="-342900">
              <a:buFont typeface="Arial" panose="020B0604020202020204" pitchFamily="34" charset="0"/>
              <a:buChar char="•"/>
            </a:pPr>
            <a:r>
              <a:rPr lang="en-GB" sz="2400" dirty="0" err="1"/>
              <a:t>Shot.type</a:t>
            </a:r>
            <a:r>
              <a:rPr lang="en-GB" sz="2400" dirty="0"/>
              <a:t> ≠ Penalty/Free Kick/ Other</a:t>
            </a:r>
          </a:p>
        </p:txBody>
      </p:sp>
    </p:spTree>
    <p:extLst>
      <p:ext uri="{BB962C8B-B14F-4D97-AF65-F5344CB8AC3E}">
        <p14:creationId xmlns:p14="http://schemas.microsoft.com/office/powerpoint/2010/main" val="122984860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CBA0E7-2B6A-20D2-E72D-51429635CA6A}"/>
            </a:ext>
          </a:extLst>
        </p:cNvPr>
        <p:cNvGrpSpPr/>
        <p:nvPr/>
      </p:nvGrpSpPr>
      <p:grpSpPr>
        <a:xfrm>
          <a:off x="0" y="0"/>
          <a:ext cx="0" cy="0"/>
          <a:chOff x="0" y="0"/>
          <a:chExt cx="0" cy="0"/>
        </a:xfrm>
      </p:grpSpPr>
      <p:sp>
        <p:nvSpPr>
          <p:cNvPr id="2" name="Judul 1">
            <a:extLst>
              <a:ext uri="{FF2B5EF4-FFF2-40B4-BE49-F238E27FC236}">
                <a16:creationId xmlns:a16="http://schemas.microsoft.com/office/drawing/2014/main" id="{F93A00A9-7BFD-D5C1-896B-DBBAA1FF32C4}"/>
              </a:ext>
            </a:extLst>
          </p:cNvPr>
          <p:cNvSpPr>
            <a:spLocks noGrp="1"/>
          </p:cNvSpPr>
          <p:nvPr>
            <p:ph type="title"/>
          </p:nvPr>
        </p:nvSpPr>
        <p:spPr>
          <a:xfrm>
            <a:off x="1121229" y="403089"/>
            <a:ext cx="8268973" cy="840659"/>
          </a:xfrm>
        </p:spPr>
        <p:txBody>
          <a:bodyPr rtlCol="0"/>
          <a:lstStyle/>
          <a:p>
            <a:r>
              <a:rPr lang="en-GB" i="1" dirty="0"/>
              <a:t>Event Data Filtering</a:t>
            </a:r>
            <a:endParaRPr lang="id-ID" dirty="0"/>
          </a:p>
        </p:txBody>
      </p:sp>
      <p:sp>
        <p:nvSpPr>
          <p:cNvPr id="4" name="Tampungan Konten 3">
            <a:extLst>
              <a:ext uri="{FF2B5EF4-FFF2-40B4-BE49-F238E27FC236}">
                <a16:creationId xmlns:a16="http://schemas.microsoft.com/office/drawing/2014/main" id="{ACE9D8CB-2B28-3A4B-ADDD-832D1A02C53B}"/>
              </a:ext>
            </a:extLst>
          </p:cNvPr>
          <p:cNvSpPr>
            <a:spLocks noGrp="1"/>
          </p:cNvSpPr>
          <p:nvPr>
            <p:ph idx="1"/>
          </p:nvPr>
        </p:nvSpPr>
        <p:spPr>
          <a:xfrm>
            <a:off x="1121229" y="1243748"/>
            <a:ext cx="8026268" cy="840658"/>
          </a:xfrm>
        </p:spPr>
        <p:txBody>
          <a:bodyPr vert="horz" lIns="91440" tIns="45720" rIns="91440" bIns="45720" rtlCol="0" anchor="t">
            <a:normAutofit/>
          </a:bodyPr>
          <a:lstStyle/>
          <a:p>
            <a:r>
              <a:rPr lang="en-GB" sz="2400" dirty="0" err="1"/>
              <a:t>Setelah</a:t>
            </a:r>
            <a:r>
              <a:rPr lang="en-GB" sz="2400" dirty="0"/>
              <a:t> data </a:t>
            </a:r>
            <a:r>
              <a:rPr lang="en-GB" sz="2400" dirty="0" err="1"/>
              <a:t>tembakan</a:t>
            </a:r>
            <a:r>
              <a:rPr lang="en-GB" sz="2400" dirty="0"/>
              <a:t> di </a:t>
            </a:r>
            <a:r>
              <a:rPr lang="en-GB" sz="2400" dirty="0" err="1"/>
              <a:t>dapatkan</a:t>
            </a:r>
            <a:r>
              <a:rPr lang="en-GB" sz="2400" dirty="0"/>
              <a:t>, </a:t>
            </a:r>
            <a:r>
              <a:rPr lang="en-GB" sz="2400" dirty="0" err="1"/>
              <a:t>kita</a:t>
            </a:r>
            <a:r>
              <a:rPr lang="en-GB" sz="2400" dirty="0"/>
              <a:t> </a:t>
            </a:r>
            <a:r>
              <a:rPr lang="en-GB" sz="2400" dirty="0" err="1"/>
              <a:t>perlu</a:t>
            </a:r>
            <a:r>
              <a:rPr lang="en-GB" sz="2400" dirty="0"/>
              <a:t> </a:t>
            </a:r>
            <a:r>
              <a:rPr lang="en-GB" sz="2400" dirty="0" err="1"/>
              <a:t>menghapus</a:t>
            </a:r>
            <a:r>
              <a:rPr lang="en-GB" sz="2400" dirty="0"/>
              <a:t> columns yang </a:t>
            </a:r>
            <a:r>
              <a:rPr lang="en-GB" sz="2400" dirty="0" err="1"/>
              <a:t>tidak</a:t>
            </a:r>
            <a:r>
              <a:rPr lang="en-GB" sz="2400" dirty="0"/>
              <a:t> </a:t>
            </a:r>
            <a:r>
              <a:rPr lang="en-GB" sz="2400" dirty="0" err="1"/>
              <a:t>perlu</a:t>
            </a:r>
            <a:r>
              <a:rPr lang="en-GB" sz="2400" dirty="0"/>
              <a:t>.</a:t>
            </a:r>
            <a:endParaRPr lang="id-ID" sz="2400" dirty="0"/>
          </a:p>
        </p:txBody>
      </p:sp>
      <p:sp>
        <p:nvSpPr>
          <p:cNvPr id="9" name="Tampungan Nomor Slide 8">
            <a:extLst>
              <a:ext uri="{FF2B5EF4-FFF2-40B4-BE49-F238E27FC236}">
                <a16:creationId xmlns:a16="http://schemas.microsoft.com/office/drawing/2014/main" id="{36DCFDC5-3C8E-7A75-8C00-70C30E421B90}"/>
              </a:ext>
            </a:extLst>
          </p:cNvPr>
          <p:cNvSpPr>
            <a:spLocks noGrp="1"/>
          </p:cNvSpPr>
          <p:nvPr>
            <p:ph type="sldNum" sz="quarter" idx="4"/>
          </p:nvPr>
        </p:nvSpPr>
        <p:spPr>
          <a:xfrm>
            <a:off x="10153276" y="6356350"/>
            <a:ext cx="1657723" cy="365125"/>
          </a:xfrm>
        </p:spPr>
        <p:txBody>
          <a:bodyPr rtlCol="0"/>
          <a:lstStyle/>
          <a:p>
            <a:pPr rtl="0"/>
            <a:fld id="{294A09A9-5501-47C1-A89A-A340965A2BE2}" type="slidenum">
              <a:rPr lang="id-ID" smtClean="0"/>
              <a:pPr rtl="0"/>
              <a:t>48</a:t>
            </a:fld>
            <a:endParaRPr lang="id-ID"/>
          </a:p>
        </p:txBody>
      </p:sp>
      <p:pic>
        <p:nvPicPr>
          <p:cNvPr id="7" name="Picture 6">
            <a:extLst>
              <a:ext uri="{FF2B5EF4-FFF2-40B4-BE49-F238E27FC236}">
                <a16:creationId xmlns:a16="http://schemas.microsoft.com/office/drawing/2014/main" id="{AA0EE96B-B787-EA4A-6DFA-1378BF72D733}"/>
              </a:ext>
            </a:extLst>
          </p:cNvPr>
          <p:cNvPicPr>
            <a:picLocks noChangeAspect="1"/>
          </p:cNvPicPr>
          <p:nvPr/>
        </p:nvPicPr>
        <p:blipFill>
          <a:blip r:embed="rId3"/>
          <a:stretch>
            <a:fillRect/>
          </a:stretch>
        </p:blipFill>
        <p:spPr>
          <a:xfrm>
            <a:off x="1121229" y="2084406"/>
            <a:ext cx="8996072" cy="4271944"/>
          </a:xfrm>
          <a:prstGeom prst="rect">
            <a:avLst/>
          </a:prstGeom>
        </p:spPr>
      </p:pic>
    </p:spTree>
    <p:extLst>
      <p:ext uri="{BB962C8B-B14F-4D97-AF65-F5344CB8AC3E}">
        <p14:creationId xmlns:p14="http://schemas.microsoft.com/office/powerpoint/2010/main" val="956321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FDA489-3203-9F51-E204-B5B8827677B1}"/>
            </a:ext>
          </a:extLst>
        </p:cNvPr>
        <p:cNvGrpSpPr/>
        <p:nvPr/>
      </p:nvGrpSpPr>
      <p:grpSpPr>
        <a:xfrm>
          <a:off x="0" y="0"/>
          <a:ext cx="0" cy="0"/>
          <a:chOff x="0" y="0"/>
          <a:chExt cx="0" cy="0"/>
        </a:xfrm>
      </p:grpSpPr>
      <p:sp>
        <p:nvSpPr>
          <p:cNvPr id="2" name="Judul 1">
            <a:extLst>
              <a:ext uri="{FF2B5EF4-FFF2-40B4-BE49-F238E27FC236}">
                <a16:creationId xmlns:a16="http://schemas.microsoft.com/office/drawing/2014/main" id="{04700D52-25D7-49AE-FE0A-CE7DB74B7B9C}"/>
              </a:ext>
            </a:extLst>
          </p:cNvPr>
          <p:cNvSpPr>
            <a:spLocks noGrp="1"/>
          </p:cNvSpPr>
          <p:nvPr>
            <p:ph type="title"/>
          </p:nvPr>
        </p:nvSpPr>
        <p:spPr>
          <a:xfrm>
            <a:off x="1121229" y="403089"/>
            <a:ext cx="8268973" cy="840659"/>
          </a:xfrm>
        </p:spPr>
        <p:txBody>
          <a:bodyPr rtlCol="0"/>
          <a:lstStyle/>
          <a:p>
            <a:r>
              <a:rPr lang="en-GB" i="1" dirty="0"/>
              <a:t>Event Data Filtering</a:t>
            </a:r>
            <a:endParaRPr lang="id-ID" dirty="0"/>
          </a:p>
        </p:txBody>
      </p:sp>
      <p:sp>
        <p:nvSpPr>
          <p:cNvPr id="4" name="Tampungan Konten 3">
            <a:extLst>
              <a:ext uri="{FF2B5EF4-FFF2-40B4-BE49-F238E27FC236}">
                <a16:creationId xmlns:a16="http://schemas.microsoft.com/office/drawing/2014/main" id="{4DA226D9-4F52-1A07-8029-18F5DCD0B648}"/>
              </a:ext>
            </a:extLst>
          </p:cNvPr>
          <p:cNvSpPr>
            <a:spLocks noGrp="1"/>
          </p:cNvSpPr>
          <p:nvPr>
            <p:ph idx="1"/>
          </p:nvPr>
        </p:nvSpPr>
        <p:spPr>
          <a:xfrm>
            <a:off x="1121229" y="1243747"/>
            <a:ext cx="9949542" cy="5112603"/>
          </a:xfrm>
        </p:spPr>
        <p:txBody>
          <a:bodyPr vert="horz" lIns="91440" tIns="45720" rIns="91440" bIns="45720" rtlCol="0" anchor="t">
            <a:normAutofit/>
          </a:bodyPr>
          <a:lstStyle/>
          <a:p>
            <a:r>
              <a:rPr lang="en-GB" sz="2400" dirty="0" err="1"/>
              <a:t>Dengan</a:t>
            </a:r>
            <a:r>
              <a:rPr lang="en-GB" sz="2400" dirty="0"/>
              <a:t> domain knowledge yang </a:t>
            </a:r>
            <a:r>
              <a:rPr lang="en-GB" sz="2400" dirty="0" err="1"/>
              <a:t>didasari</a:t>
            </a:r>
            <a:r>
              <a:rPr lang="en-GB" sz="2400" dirty="0"/>
              <a:t> </a:t>
            </a:r>
            <a:r>
              <a:rPr lang="en-GB" sz="2400" dirty="0" err="1"/>
              <a:t>Penelitian</a:t>
            </a:r>
            <a:r>
              <a:rPr lang="en-GB" sz="2400" dirty="0"/>
              <a:t> </a:t>
            </a:r>
            <a:r>
              <a:rPr lang="en-GB" sz="2400" dirty="0" err="1"/>
              <a:t>Sejenis</a:t>
            </a:r>
            <a:r>
              <a:rPr lang="en-GB" sz="2400" dirty="0"/>
              <a:t> dan </a:t>
            </a:r>
            <a:r>
              <a:rPr lang="en-GB" sz="2400" dirty="0" err="1"/>
              <a:t>artikel</a:t>
            </a:r>
            <a:r>
              <a:rPr lang="en-GB" sz="2400" dirty="0"/>
              <a:t> web yang </a:t>
            </a:r>
            <a:r>
              <a:rPr lang="en-GB" sz="2400" dirty="0" err="1"/>
              <a:t>memperlihatkan</a:t>
            </a:r>
            <a:r>
              <a:rPr lang="en-GB" sz="2400" dirty="0"/>
              <a:t> factor-factor yang </a:t>
            </a:r>
            <a:r>
              <a:rPr lang="en-GB" sz="2400" dirty="0" err="1"/>
              <a:t>mempengaruhi</a:t>
            </a:r>
            <a:r>
              <a:rPr lang="en-GB" sz="2400" dirty="0"/>
              <a:t> </a:t>
            </a:r>
            <a:r>
              <a:rPr lang="en-GB" sz="2400" dirty="0" err="1"/>
              <a:t>sebuah</a:t>
            </a:r>
            <a:r>
              <a:rPr lang="en-GB" sz="2400" dirty="0"/>
              <a:t> </a:t>
            </a:r>
            <a:r>
              <a:rPr lang="en-GB" sz="2400" dirty="0" err="1"/>
              <a:t>tembakan</a:t>
            </a:r>
            <a:r>
              <a:rPr lang="en-GB" sz="2400" dirty="0"/>
              <a:t> </a:t>
            </a:r>
            <a:r>
              <a:rPr lang="en-GB" sz="2400" dirty="0" err="1"/>
              <a:t>dalam</a:t>
            </a:r>
            <a:r>
              <a:rPr lang="en-GB" sz="2400" dirty="0"/>
              <a:t> </a:t>
            </a:r>
            <a:r>
              <a:rPr lang="en-GB" sz="2400" dirty="0" err="1"/>
              <a:t>sepak</a:t>
            </a:r>
            <a:r>
              <a:rPr lang="en-GB" sz="2400" dirty="0"/>
              <a:t> bola </a:t>
            </a:r>
            <a:r>
              <a:rPr lang="en-GB" sz="2400" dirty="0" err="1"/>
              <a:t>didapatkan</a:t>
            </a:r>
            <a:r>
              <a:rPr lang="en-GB" sz="2400" dirty="0"/>
              <a:t> 17 </a:t>
            </a:r>
            <a:r>
              <a:rPr lang="en-GB" sz="2400" dirty="0" err="1"/>
              <a:t>kolom</a:t>
            </a:r>
            <a:r>
              <a:rPr lang="en-GB" sz="2400" dirty="0"/>
              <a:t> pada data </a:t>
            </a:r>
            <a:r>
              <a:rPr lang="en-GB" sz="2400" dirty="0" err="1"/>
              <a:t>Statsbomb</a:t>
            </a:r>
            <a:r>
              <a:rPr lang="en-GB" sz="2400" dirty="0"/>
              <a:t> Open-Data yang </a:t>
            </a:r>
            <a:r>
              <a:rPr lang="en-GB" sz="2400" dirty="0" err="1"/>
              <a:t>akan</a:t>
            </a:r>
            <a:r>
              <a:rPr lang="en-GB" sz="2400" dirty="0"/>
              <a:t> di </a:t>
            </a:r>
            <a:r>
              <a:rPr lang="en-GB" sz="2400" dirty="0" err="1"/>
              <a:t>gunakan</a:t>
            </a:r>
            <a:r>
              <a:rPr lang="en-GB" sz="2400" dirty="0"/>
              <a:t> </a:t>
            </a:r>
            <a:r>
              <a:rPr lang="en-GB" sz="2400" dirty="0" err="1"/>
              <a:t>sebagai</a:t>
            </a:r>
            <a:r>
              <a:rPr lang="en-GB" sz="2400" dirty="0"/>
              <a:t> </a:t>
            </a:r>
            <a:r>
              <a:rPr lang="en-GB" sz="2400" dirty="0" err="1"/>
              <a:t>faktor-faktor</a:t>
            </a:r>
            <a:r>
              <a:rPr lang="en-GB" sz="2400" dirty="0"/>
              <a:t> </a:t>
            </a:r>
            <a:r>
              <a:rPr lang="en-GB" sz="2400" dirty="0" err="1"/>
              <a:t>penentu</a:t>
            </a:r>
            <a:r>
              <a:rPr lang="en-GB" sz="2400" dirty="0"/>
              <a:t> </a:t>
            </a:r>
            <a:r>
              <a:rPr lang="en-GB" sz="2400" dirty="0" err="1"/>
              <a:t>terjadinya</a:t>
            </a:r>
            <a:r>
              <a:rPr lang="en-GB" sz="2400" dirty="0"/>
              <a:t> </a:t>
            </a:r>
            <a:r>
              <a:rPr lang="en-GB" sz="2400" dirty="0" err="1"/>
              <a:t>sebuah</a:t>
            </a:r>
            <a:r>
              <a:rPr lang="en-GB" sz="2400" dirty="0"/>
              <a:t> </a:t>
            </a:r>
            <a:r>
              <a:rPr lang="en-GB" sz="2400" dirty="0" err="1"/>
              <a:t>tembakan</a:t>
            </a:r>
            <a:r>
              <a:rPr lang="en-GB" sz="2400" dirty="0"/>
              <a:t>.</a:t>
            </a:r>
          </a:p>
          <a:p>
            <a:endParaRPr lang="en-GB" sz="2400" dirty="0"/>
          </a:p>
          <a:p>
            <a:r>
              <a:rPr lang="id-ID" sz="2400" dirty="0" err="1"/>
              <a:t>Lucey</a:t>
            </a:r>
            <a:r>
              <a:rPr lang="id-ID" sz="2400" i="1" dirty="0"/>
              <a:t> </a:t>
            </a:r>
            <a:r>
              <a:rPr lang="id-ID" sz="2400" i="1" dirty="0" err="1"/>
              <a:t>et</a:t>
            </a:r>
            <a:r>
              <a:rPr lang="id-ID" sz="2400" i="1" dirty="0"/>
              <a:t> </a:t>
            </a:r>
            <a:r>
              <a:rPr lang="id-ID" sz="2400" i="1" dirty="0" err="1"/>
              <a:t>al.</a:t>
            </a:r>
            <a:r>
              <a:rPr lang="id-ID" sz="2400" i="1" dirty="0"/>
              <a:t> </a:t>
            </a:r>
            <a:r>
              <a:rPr lang="id-ID" sz="2400" dirty="0"/>
              <a:t>(2015)</a:t>
            </a:r>
            <a:r>
              <a:rPr lang="en-GB" sz="2400" dirty="0"/>
              <a:t>, </a:t>
            </a:r>
            <a:r>
              <a:rPr lang="id-ID" sz="2400" dirty="0" err="1"/>
              <a:t>Ruiz</a:t>
            </a:r>
            <a:r>
              <a:rPr lang="id-ID" sz="2400" dirty="0"/>
              <a:t> </a:t>
            </a:r>
            <a:r>
              <a:rPr lang="id-ID" sz="2400" i="1" dirty="0" err="1"/>
              <a:t>et</a:t>
            </a:r>
            <a:r>
              <a:rPr lang="id-ID" sz="2400" i="1" dirty="0"/>
              <a:t> </a:t>
            </a:r>
            <a:r>
              <a:rPr lang="id-ID" sz="2400" i="1" dirty="0" err="1"/>
              <a:t>al</a:t>
            </a:r>
            <a:r>
              <a:rPr lang="id-ID" sz="2400" dirty="0" err="1"/>
              <a:t>.</a:t>
            </a:r>
            <a:r>
              <a:rPr lang="id-ID" sz="2400" dirty="0"/>
              <a:t> (2015)</a:t>
            </a:r>
            <a:r>
              <a:rPr lang="en-GB" sz="2400" dirty="0"/>
              <a:t>, </a:t>
            </a:r>
            <a:r>
              <a:rPr lang="id-ID" sz="2400" dirty="0" err="1"/>
              <a:t>Eggels</a:t>
            </a:r>
            <a:r>
              <a:rPr lang="id-ID" sz="2400" dirty="0"/>
              <a:t> </a:t>
            </a:r>
            <a:r>
              <a:rPr lang="id-ID" sz="2400" i="1" dirty="0" err="1"/>
              <a:t>et</a:t>
            </a:r>
            <a:r>
              <a:rPr lang="id-ID" sz="2400" i="1" dirty="0"/>
              <a:t> </a:t>
            </a:r>
            <a:r>
              <a:rPr lang="id-ID" sz="2400" i="1" dirty="0" err="1"/>
              <a:t>al.</a:t>
            </a:r>
            <a:r>
              <a:rPr lang="id-ID" sz="2400" dirty="0"/>
              <a:t> (2016)</a:t>
            </a:r>
            <a:r>
              <a:rPr lang="en-GB" sz="2400" dirty="0"/>
              <a:t>, </a:t>
            </a:r>
            <a:r>
              <a:rPr lang="id-ID" sz="2400" dirty="0" err="1"/>
              <a:t>Fairchild</a:t>
            </a:r>
            <a:r>
              <a:rPr lang="id-ID" sz="2400" i="1" dirty="0"/>
              <a:t> </a:t>
            </a:r>
            <a:r>
              <a:rPr lang="id-ID" sz="2400" i="1" dirty="0" err="1"/>
              <a:t>et</a:t>
            </a:r>
            <a:r>
              <a:rPr lang="id-ID" sz="2400" i="1" dirty="0"/>
              <a:t> </a:t>
            </a:r>
            <a:r>
              <a:rPr lang="id-ID" sz="2400" i="1" dirty="0" err="1"/>
              <a:t>al.</a:t>
            </a:r>
            <a:r>
              <a:rPr lang="id-ID" sz="2400" i="1" dirty="0"/>
              <a:t> </a:t>
            </a:r>
            <a:r>
              <a:rPr lang="id-ID" sz="2400" dirty="0"/>
              <a:t>(2018)</a:t>
            </a:r>
            <a:r>
              <a:rPr lang="en-GB" sz="2400" dirty="0"/>
              <a:t>,</a:t>
            </a:r>
            <a:r>
              <a:rPr lang="id-ID" sz="2400" dirty="0"/>
              <a:t> </a:t>
            </a:r>
            <a:r>
              <a:rPr lang="id-ID" sz="2400" dirty="0" err="1"/>
              <a:t>Méndez</a:t>
            </a:r>
            <a:r>
              <a:rPr lang="id-ID" sz="2400" dirty="0"/>
              <a:t> </a:t>
            </a:r>
            <a:r>
              <a:rPr lang="id-ID" sz="2400" i="1" dirty="0" err="1"/>
              <a:t>et</a:t>
            </a:r>
            <a:r>
              <a:rPr lang="id-ID" sz="2400" i="1" dirty="0"/>
              <a:t> </a:t>
            </a:r>
            <a:r>
              <a:rPr lang="id-ID" sz="2400" i="1" dirty="0" err="1"/>
              <a:t>al</a:t>
            </a:r>
            <a:r>
              <a:rPr lang="id-ID" sz="2400" dirty="0" err="1"/>
              <a:t>.</a:t>
            </a:r>
            <a:r>
              <a:rPr lang="id-ID" sz="2400" dirty="0"/>
              <a:t> (2023)</a:t>
            </a:r>
            <a:r>
              <a:rPr lang="en-GB" sz="2400" dirty="0"/>
              <a:t>, </a:t>
            </a:r>
            <a:r>
              <a:rPr lang="id-ID" sz="2400" dirty="0"/>
              <a:t>Bandara </a:t>
            </a:r>
            <a:r>
              <a:rPr lang="id-ID" sz="2400" i="1" dirty="0" err="1"/>
              <a:t>et</a:t>
            </a:r>
            <a:r>
              <a:rPr lang="id-ID" sz="2400" i="1" dirty="0"/>
              <a:t> </a:t>
            </a:r>
            <a:r>
              <a:rPr lang="id-ID" sz="2400" i="1" dirty="0" err="1"/>
              <a:t>al.</a:t>
            </a:r>
            <a:r>
              <a:rPr lang="id-ID" sz="2400" dirty="0"/>
              <a:t> (2024</a:t>
            </a:r>
            <a:r>
              <a:rPr lang="en-GB" sz="2400" dirty="0"/>
              <a:t>), </a:t>
            </a:r>
            <a:r>
              <a:rPr lang="id-ID" sz="2400" dirty="0" err="1"/>
              <a:t>Cefis</a:t>
            </a:r>
            <a:r>
              <a:rPr lang="id-ID" sz="2400" dirty="0"/>
              <a:t> &amp; </a:t>
            </a:r>
            <a:r>
              <a:rPr lang="id-ID" sz="2400" dirty="0" err="1"/>
              <a:t>Carpita</a:t>
            </a:r>
            <a:r>
              <a:rPr lang="id-ID" sz="2400" dirty="0"/>
              <a:t> (2024)</a:t>
            </a:r>
            <a:r>
              <a:rPr lang="en-GB" sz="2400" dirty="0"/>
              <a:t>, </a:t>
            </a:r>
            <a:r>
              <a:rPr lang="id-ID" sz="2400" dirty="0" err="1"/>
              <a:t>Xu</a:t>
            </a:r>
            <a:r>
              <a:rPr lang="id-ID" sz="2400" i="1" dirty="0"/>
              <a:t> </a:t>
            </a:r>
            <a:r>
              <a:rPr lang="id-ID" sz="2400" i="1" dirty="0" err="1"/>
              <a:t>et</a:t>
            </a:r>
            <a:r>
              <a:rPr lang="id-ID" sz="2400" i="1" dirty="0"/>
              <a:t> </a:t>
            </a:r>
            <a:r>
              <a:rPr lang="id-ID" sz="2400" i="1" dirty="0" err="1"/>
              <a:t>al.</a:t>
            </a:r>
            <a:r>
              <a:rPr lang="id-ID" sz="2400" i="1" dirty="0"/>
              <a:t> </a:t>
            </a:r>
            <a:r>
              <a:rPr lang="id-ID" sz="2400" dirty="0"/>
              <a:t>(2025)</a:t>
            </a:r>
            <a:endParaRPr lang="en-GB" sz="2400" dirty="0"/>
          </a:p>
          <a:p>
            <a:r>
              <a:rPr lang="id-ID" dirty="0">
                <a:hlinkClick r:id="rId3"/>
              </a:rPr>
              <a:t>https://www.hudl.com/blog/expected-goals-xg-explained</a:t>
            </a:r>
            <a:endParaRPr lang="en-GB" dirty="0"/>
          </a:p>
        </p:txBody>
      </p:sp>
      <p:sp>
        <p:nvSpPr>
          <p:cNvPr id="9" name="Tampungan Nomor Slide 8">
            <a:extLst>
              <a:ext uri="{FF2B5EF4-FFF2-40B4-BE49-F238E27FC236}">
                <a16:creationId xmlns:a16="http://schemas.microsoft.com/office/drawing/2014/main" id="{6EA24B7F-6A92-D00F-9046-D1EE24A9B0C2}"/>
              </a:ext>
            </a:extLst>
          </p:cNvPr>
          <p:cNvSpPr>
            <a:spLocks noGrp="1"/>
          </p:cNvSpPr>
          <p:nvPr>
            <p:ph type="sldNum" sz="quarter" idx="4"/>
          </p:nvPr>
        </p:nvSpPr>
        <p:spPr>
          <a:xfrm>
            <a:off x="10153276" y="6356350"/>
            <a:ext cx="1657723" cy="365125"/>
          </a:xfrm>
        </p:spPr>
        <p:txBody>
          <a:bodyPr rtlCol="0"/>
          <a:lstStyle/>
          <a:p>
            <a:pPr rtl="0"/>
            <a:fld id="{294A09A9-5501-47C1-A89A-A340965A2BE2}" type="slidenum">
              <a:rPr lang="id-ID" smtClean="0"/>
              <a:pPr rtl="0"/>
              <a:t>49</a:t>
            </a:fld>
            <a:endParaRPr lang="id-ID"/>
          </a:p>
        </p:txBody>
      </p:sp>
    </p:spTree>
    <p:extLst>
      <p:ext uri="{BB962C8B-B14F-4D97-AF65-F5344CB8AC3E}">
        <p14:creationId xmlns:p14="http://schemas.microsoft.com/office/powerpoint/2010/main" val="87225963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CB2FF8-F892-B4AA-AE51-8F35FBF1F54E}"/>
            </a:ext>
          </a:extLst>
        </p:cNvPr>
        <p:cNvGrpSpPr/>
        <p:nvPr/>
      </p:nvGrpSpPr>
      <p:grpSpPr>
        <a:xfrm>
          <a:off x="0" y="0"/>
          <a:ext cx="0" cy="0"/>
          <a:chOff x="0" y="0"/>
          <a:chExt cx="0" cy="0"/>
        </a:xfrm>
      </p:grpSpPr>
      <p:sp>
        <p:nvSpPr>
          <p:cNvPr id="2" name="Judul 1">
            <a:extLst>
              <a:ext uri="{FF2B5EF4-FFF2-40B4-BE49-F238E27FC236}">
                <a16:creationId xmlns:a16="http://schemas.microsoft.com/office/drawing/2014/main" id="{514E9DDC-D2CC-3C35-29CB-55DB3624961E}"/>
              </a:ext>
            </a:extLst>
          </p:cNvPr>
          <p:cNvSpPr>
            <a:spLocks noGrp="1"/>
          </p:cNvSpPr>
          <p:nvPr>
            <p:ph type="title"/>
          </p:nvPr>
        </p:nvSpPr>
        <p:spPr>
          <a:xfrm>
            <a:off x="1049505" y="-253181"/>
            <a:ext cx="9779183" cy="1325563"/>
          </a:xfrm>
        </p:spPr>
        <p:txBody>
          <a:bodyPr rtlCol="0"/>
          <a:lstStyle/>
          <a:p>
            <a:r>
              <a:rPr lang="id-ID" dirty="0" err="1"/>
              <a:t>Preprocessing</a:t>
            </a:r>
            <a:endParaRPr lang="id-ID" dirty="0"/>
          </a:p>
        </p:txBody>
      </p:sp>
      <p:sp>
        <p:nvSpPr>
          <p:cNvPr id="9" name="Tampungan Nomor Slide 8">
            <a:extLst>
              <a:ext uri="{FF2B5EF4-FFF2-40B4-BE49-F238E27FC236}">
                <a16:creationId xmlns:a16="http://schemas.microsoft.com/office/drawing/2014/main" id="{7497A0EB-6E6D-1190-AA46-94CC7FB4C2BB}"/>
              </a:ext>
            </a:extLst>
          </p:cNvPr>
          <p:cNvSpPr>
            <a:spLocks noGrp="1"/>
          </p:cNvSpPr>
          <p:nvPr>
            <p:ph type="sldNum" sz="quarter" idx="4"/>
          </p:nvPr>
        </p:nvSpPr>
        <p:spPr>
          <a:xfrm>
            <a:off x="10153276" y="6356350"/>
            <a:ext cx="1657723" cy="365125"/>
          </a:xfrm>
        </p:spPr>
        <p:txBody>
          <a:bodyPr rtlCol="0"/>
          <a:lstStyle/>
          <a:p>
            <a:pPr rtl="0"/>
            <a:fld id="{294A09A9-5501-47C1-A89A-A340965A2BE2}" type="slidenum">
              <a:rPr lang="id-ID" smtClean="0"/>
              <a:pPr rtl="0"/>
              <a:t>50</a:t>
            </a:fld>
            <a:endParaRPr lang="id-ID"/>
          </a:p>
        </p:txBody>
      </p:sp>
      <p:graphicFrame>
        <p:nvGraphicFramePr>
          <p:cNvPr id="7" name="Table 6">
            <a:extLst>
              <a:ext uri="{FF2B5EF4-FFF2-40B4-BE49-F238E27FC236}">
                <a16:creationId xmlns:a16="http://schemas.microsoft.com/office/drawing/2014/main" id="{E7111ABF-FC44-F419-69E4-2A997CA20A99}"/>
              </a:ext>
            </a:extLst>
          </p:cNvPr>
          <p:cNvGraphicFramePr>
            <a:graphicFrameLocks noGrp="1"/>
          </p:cNvGraphicFramePr>
          <p:nvPr>
            <p:extLst>
              <p:ext uri="{D42A27DB-BD31-4B8C-83A1-F6EECF244321}">
                <p14:modId xmlns:p14="http://schemas.microsoft.com/office/powerpoint/2010/main" val="1542767940"/>
              </p:ext>
            </p:extLst>
          </p:nvPr>
        </p:nvGraphicFramePr>
        <p:xfrm>
          <a:off x="715252" y="246949"/>
          <a:ext cx="10447688" cy="6364102"/>
        </p:xfrm>
        <a:graphic>
          <a:graphicData uri="http://schemas.openxmlformats.org/drawingml/2006/table">
            <a:tbl>
              <a:tblPr firstRow="1" firstCol="1" bandRow="1">
                <a:tableStyleId>{5C22544A-7EE6-4342-B048-85BDC9FD1C3A}</a:tableStyleId>
              </a:tblPr>
              <a:tblGrid>
                <a:gridCol w="2590577">
                  <a:extLst>
                    <a:ext uri="{9D8B030D-6E8A-4147-A177-3AD203B41FA5}">
                      <a16:colId xmlns:a16="http://schemas.microsoft.com/office/drawing/2014/main" val="3539816364"/>
                    </a:ext>
                  </a:extLst>
                </a:gridCol>
                <a:gridCol w="7857111">
                  <a:extLst>
                    <a:ext uri="{9D8B030D-6E8A-4147-A177-3AD203B41FA5}">
                      <a16:colId xmlns:a16="http://schemas.microsoft.com/office/drawing/2014/main" val="886879569"/>
                    </a:ext>
                  </a:extLst>
                </a:gridCol>
              </a:tblGrid>
              <a:tr h="332300">
                <a:tc>
                  <a:txBody>
                    <a:bodyPr/>
                    <a:lstStyle/>
                    <a:p>
                      <a:pPr algn="ctr">
                        <a:lnSpc>
                          <a:spcPct val="150000"/>
                        </a:lnSpc>
                        <a:buNone/>
                      </a:pPr>
                      <a:r>
                        <a:rPr lang="id-ID" sz="1600" kern="0">
                          <a:effectLst/>
                        </a:rPr>
                        <a:t>Nama Kolom</a:t>
                      </a:r>
                      <a:endParaRPr lang="id-ID" sz="24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tc>
                <a:tc>
                  <a:txBody>
                    <a:bodyPr/>
                    <a:lstStyle/>
                    <a:p>
                      <a:pPr algn="ctr">
                        <a:lnSpc>
                          <a:spcPct val="150000"/>
                        </a:lnSpc>
                        <a:buNone/>
                      </a:pPr>
                      <a:r>
                        <a:rPr lang="id-ID" sz="1600" kern="0">
                          <a:effectLst/>
                        </a:rPr>
                        <a:t>Deskripsi</a:t>
                      </a:r>
                      <a:endParaRPr lang="id-ID" sz="24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2196588790"/>
                  </a:ext>
                </a:extLst>
              </a:tr>
              <a:tr h="332300">
                <a:tc>
                  <a:txBody>
                    <a:bodyPr/>
                    <a:lstStyle/>
                    <a:p>
                      <a:pPr algn="l">
                        <a:lnSpc>
                          <a:spcPct val="150000"/>
                        </a:lnSpc>
                        <a:buNone/>
                      </a:pPr>
                      <a:r>
                        <a:rPr lang="id-ID" sz="1600" kern="0" dirty="0" err="1">
                          <a:effectLst/>
                        </a:rPr>
                        <a:t>period</a:t>
                      </a:r>
                      <a:endParaRPr lang="id-ID" sz="24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tc>
                <a:tc>
                  <a:txBody>
                    <a:bodyPr/>
                    <a:lstStyle/>
                    <a:p>
                      <a:pPr algn="l">
                        <a:lnSpc>
                          <a:spcPct val="150000"/>
                        </a:lnSpc>
                        <a:buNone/>
                      </a:pPr>
                      <a:r>
                        <a:rPr lang="id-ID" sz="1600" kern="0">
                          <a:effectLst/>
                        </a:rPr>
                        <a:t>Periode / babak pertandingan saat tembakan terjadi</a:t>
                      </a:r>
                      <a:endParaRPr lang="id-ID" sz="24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2867490963"/>
                  </a:ext>
                </a:extLst>
              </a:tr>
              <a:tr h="332300">
                <a:tc>
                  <a:txBody>
                    <a:bodyPr/>
                    <a:lstStyle/>
                    <a:p>
                      <a:pPr algn="l">
                        <a:lnSpc>
                          <a:spcPct val="150000"/>
                        </a:lnSpc>
                        <a:buNone/>
                      </a:pPr>
                      <a:r>
                        <a:rPr lang="id-ID" sz="1600" kern="0">
                          <a:effectLst/>
                        </a:rPr>
                        <a:t>minute</a:t>
                      </a:r>
                      <a:endParaRPr lang="id-ID" sz="24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tc>
                <a:tc>
                  <a:txBody>
                    <a:bodyPr/>
                    <a:lstStyle/>
                    <a:p>
                      <a:pPr algn="l">
                        <a:lnSpc>
                          <a:spcPct val="150000"/>
                        </a:lnSpc>
                        <a:buNone/>
                      </a:pPr>
                      <a:r>
                        <a:rPr lang="id-ID" sz="1600" kern="0">
                          <a:effectLst/>
                        </a:rPr>
                        <a:t>Menit pertandingan saat tembakan dilakukan</a:t>
                      </a:r>
                      <a:endParaRPr lang="id-ID" sz="24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270126199"/>
                  </a:ext>
                </a:extLst>
              </a:tr>
              <a:tr h="332300">
                <a:tc>
                  <a:txBody>
                    <a:bodyPr/>
                    <a:lstStyle/>
                    <a:p>
                      <a:pPr algn="l">
                        <a:lnSpc>
                          <a:spcPct val="150000"/>
                        </a:lnSpc>
                        <a:buNone/>
                      </a:pPr>
                      <a:r>
                        <a:rPr lang="id-ID" sz="1600" kern="0">
                          <a:effectLst/>
                        </a:rPr>
                        <a:t>second</a:t>
                      </a:r>
                      <a:endParaRPr lang="id-ID" sz="24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tc>
                <a:tc>
                  <a:txBody>
                    <a:bodyPr/>
                    <a:lstStyle/>
                    <a:p>
                      <a:pPr algn="l">
                        <a:lnSpc>
                          <a:spcPct val="150000"/>
                        </a:lnSpc>
                        <a:buNone/>
                      </a:pPr>
                      <a:r>
                        <a:rPr lang="id-ID" sz="1600" kern="0">
                          <a:effectLst/>
                        </a:rPr>
                        <a:t>Detik pertandingan saat tembakan dilakukan</a:t>
                      </a:r>
                      <a:endParaRPr lang="id-ID" sz="24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1838522776"/>
                  </a:ext>
                </a:extLst>
              </a:tr>
              <a:tr h="332300">
                <a:tc>
                  <a:txBody>
                    <a:bodyPr/>
                    <a:lstStyle/>
                    <a:p>
                      <a:pPr algn="l">
                        <a:lnSpc>
                          <a:spcPct val="150000"/>
                        </a:lnSpc>
                        <a:buNone/>
                      </a:pPr>
                      <a:r>
                        <a:rPr lang="id-ID" sz="1600" kern="0">
                          <a:effectLst/>
                        </a:rPr>
                        <a:t>Location (dipecah menjadi start_x dan start_y)</a:t>
                      </a:r>
                      <a:endParaRPr lang="id-ID" sz="24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tc>
                <a:tc>
                  <a:txBody>
                    <a:bodyPr/>
                    <a:lstStyle/>
                    <a:p>
                      <a:pPr algn="l">
                        <a:lnSpc>
                          <a:spcPct val="150000"/>
                        </a:lnSpc>
                        <a:buNone/>
                      </a:pPr>
                      <a:r>
                        <a:rPr lang="id-ID" sz="1600" kern="0">
                          <a:effectLst/>
                        </a:rPr>
                        <a:t>Koordinat awal tembakan (arah serangan selalu menuju gawang lawan di sisi kanan) </a:t>
                      </a:r>
                      <a:endParaRPr lang="id-ID" sz="24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1264695925"/>
                  </a:ext>
                </a:extLst>
              </a:tr>
              <a:tr h="332300">
                <a:tc>
                  <a:txBody>
                    <a:bodyPr/>
                    <a:lstStyle/>
                    <a:p>
                      <a:pPr algn="l">
                        <a:lnSpc>
                          <a:spcPct val="150000"/>
                        </a:lnSpc>
                        <a:buNone/>
                      </a:pPr>
                      <a:r>
                        <a:rPr lang="id-ID" sz="1600" kern="0">
                          <a:effectLst/>
                        </a:rPr>
                        <a:t>position</a:t>
                      </a:r>
                      <a:endParaRPr lang="id-ID" sz="24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tc>
                <a:tc>
                  <a:txBody>
                    <a:bodyPr/>
                    <a:lstStyle/>
                    <a:p>
                      <a:pPr algn="l">
                        <a:lnSpc>
                          <a:spcPct val="150000"/>
                        </a:lnSpc>
                        <a:buNone/>
                      </a:pPr>
                      <a:r>
                        <a:rPr lang="id-ID" sz="1600" kern="0" dirty="0">
                          <a:effectLst/>
                        </a:rPr>
                        <a:t>Posisi pemain di dalam tim (Bek, Gelandang, Penyerang)</a:t>
                      </a:r>
                      <a:endParaRPr lang="id-ID" sz="24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3534007141"/>
                  </a:ext>
                </a:extLst>
              </a:tr>
              <a:tr h="332300">
                <a:tc>
                  <a:txBody>
                    <a:bodyPr/>
                    <a:lstStyle/>
                    <a:p>
                      <a:pPr algn="l">
                        <a:lnSpc>
                          <a:spcPct val="150000"/>
                        </a:lnSpc>
                        <a:buNone/>
                      </a:pPr>
                      <a:r>
                        <a:rPr lang="id-ID" sz="1600" kern="0">
                          <a:effectLst/>
                        </a:rPr>
                        <a:t>shot_outcome</a:t>
                      </a:r>
                      <a:endParaRPr lang="id-ID" sz="24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tc>
                <a:tc>
                  <a:txBody>
                    <a:bodyPr/>
                    <a:lstStyle/>
                    <a:p>
                      <a:pPr algn="l">
                        <a:lnSpc>
                          <a:spcPct val="150000"/>
                        </a:lnSpc>
                        <a:buNone/>
                      </a:pPr>
                      <a:r>
                        <a:rPr lang="id-ID" sz="1600" kern="0" dirty="0">
                          <a:effectLst/>
                        </a:rPr>
                        <a:t>Hasil tembakan (0 = tidak gol, 1 = gol)</a:t>
                      </a:r>
                      <a:endParaRPr lang="id-ID" sz="24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3524800876"/>
                  </a:ext>
                </a:extLst>
              </a:tr>
              <a:tr h="332300">
                <a:tc>
                  <a:txBody>
                    <a:bodyPr/>
                    <a:lstStyle/>
                    <a:p>
                      <a:pPr algn="l">
                        <a:lnSpc>
                          <a:spcPct val="150000"/>
                        </a:lnSpc>
                        <a:buNone/>
                      </a:pPr>
                      <a:r>
                        <a:rPr lang="id-ID" sz="1600" kern="0">
                          <a:effectLst/>
                        </a:rPr>
                        <a:t>shot_body_part</a:t>
                      </a:r>
                      <a:endParaRPr lang="id-ID" sz="24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tc>
                <a:tc>
                  <a:txBody>
                    <a:bodyPr/>
                    <a:lstStyle/>
                    <a:p>
                      <a:pPr algn="l">
                        <a:lnSpc>
                          <a:spcPct val="150000"/>
                        </a:lnSpc>
                        <a:buNone/>
                      </a:pPr>
                      <a:r>
                        <a:rPr lang="id-ID" sz="1600" kern="0" dirty="0">
                          <a:effectLst/>
                        </a:rPr>
                        <a:t>Bagian tubuh yang digunakan dalam menembak</a:t>
                      </a:r>
                      <a:endParaRPr lang="id-ID" sz="24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1406699828"/>
                  </a:ext>
                </a:extLst>
              </a:tr>
              <a:tr h="332300">
                <a:tc>
                  <a:txBody>
                    <a:bodyPr/>
                    <a:lstStyle/>
                    <a:p>
                      <a:pPr algn="l">
                        <a:lnSpc>
                          <a:spcPct val="150000"/>
                        </a:lnSpc>
                        <a:buNone/>
                      </a:pPr>
                      <a:r>
                        <a:rPr lang="id-ID" sz="1600" kern="0">
                          <a:effectLst/>
                        </a:rPr>
                        <a:t>shot_first_time</a:t>
                      </a:r>
                      <a:endParaRPr lang="id-ID" sz="24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tc>
                <a:tc>
                  <a:txBody>
                    <a:bodyPr/>
                    <a:lstStyle/>
                    <a:p>
                      <a:pPr algn="l">
                        <a:lnSpc>
                          <a:spcPct val="150000"/>
                        </a:lnSpc>
                        <a:buNone/>
                      </a:pPr>
                      <a:r>
                        <a:rPr lang="id-ID" sz="1600" kern="0">
                          <a:effectLst/>
                        </a:rPr>
                        <a:t>Apakah tembakan dilakukan secara langsung tanpa kontrol bola</a:t>
                      </a:r>
                      <a:endParaRPr lang="id-ID" sz="24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3928350774"/>
                  </a:ext>
                </a:extLst>
              </a:tr>
              <a:tr h="332300">
                <a:tc>
                  <a:txBody>
                    <a:bodyPr/>
                    <a:lstStyle/>
                    <a:p>
                      <a:pPr algn="l">
                        <a:lnSpc>
                          <a:spcPct val="150000"/>
                        </a:lnSpc>
                        <a:buNone/>
                      </a:pPr>
                      <a:r>
                        <a:rPr lang="id-ID" sz="1600" kern="0">
                          <a:effectLst/>
                        </a:rPr>
                        <a:t>shot_one_on_one</a:t>
                      </a:r>
                      <a:endParaRPr lang="id-ID" sz="24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tc>
                <a:tc>
                  <a:txBody>
                    <a:bodyPr/>
                    <a:lstStyle/>
                    <a:p>
                      <a:pPr algn="l">
                        <a:lnSpc>
                          <a:spcPct val="150000"/>
                        </a:lnSpc>
                        <a:buNone/>
                      </a:pPr>
                      <a:r>
                        <a:rPr lang="id-ID" sz="1600" kern="0">
                          <a:effectLst/>
                        </a:rPr>
                        <a:t>Apakah tembakan dilakukan dalam situasi satu lawan satu dengan kiper</a:t>
                      </a:r>
                      <a:endParaRPr lang="id-ID" sz="24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2253791494"/>
                  </a:ext>
                </a:extLst>
              </a:tr>
              <a:tr h="332300">
                <a:tc>
                  <a:txBody>
                    <a:bodyPr/>
                    <a:lstStyle/>
                    <a:p>
                      <a:pPr algn="l">
                        <a:lnSpc>
                          <a:spcPct val="150000"/>
                        </a:lnSpc>
                        <a:buNone/>
                      </a:pPr>
                      <a:r>
                        <a:rPr lang="id-ID" sz="1600" kern="0">
                          <a:effectLst/>
                        </a:rPr>
                        <a:t>shot_open_goal</a:t>
                      </a:r>
                      <a:endParaRPr lang="id-ID" sz="24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tc>
                <a:tc>
                  <a:txBody>
                    <a:bodyPr/>
                    <a:lstStyle/>
                    <a:p>
                      <a:pPr algn="l">
                        <a:lnSpc>
                          <a:spcPct val="150000"/>
                        </a:lnSpc>
                        <a:buNone/>
                      </a:pPr>
                      <a:r>
                        <a:rPr lang="id-ID" sz="1600" kern="0">
                          <a:effectLst/>
                        </a:rPr>
                        <a:t>Apakah tembakan dilakukan ke gawang yang kosong</a:t>
                      </a:r>
                      <a:endParaRPr lang="id-ID" sz="24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2064286707"/>
                  </a:ext>
                </a:extLst>
              </a:tr>
              <a:tr h="332300">
                <a:tc>
                  <a:txBody>
                    <a:bodyPr/>
                    <a:lstStyle/>
                    <a:p>
                      <a:pPr algn="l">
                        <a:lnSpc>
                          <a:spcPct val="150000"/>
                        </a:lnSpc>
                        <a:buNone/>
                      </a:pPr>
                      <a:r>
                        <a:rPr lang="id-ID" sz="1600" kern="0">
                          <a:effectLst/>
                        </a:rPr>
                        <a:t>shot_aerial_won</a:t>
                      </a:r>
                      <a:endParaRPr lang="id-ID" sz="24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tc>
                <a:tc>
                  <a:txBody>
                    <a:bodyPr/>
                    <a:lstStyle/>
                    <a:p>
                      <a:pPr algn="l">
                        <a:lnSpc>
                          <a:spcPct val="150000"/>
                        </a:lnSpc>
                        <a:buNone/>
                      </a:pPr>
                      <a:r>
                        <a:rPr lang="id-ID" sz="1600" kern="0">
                          <a:effectLst/>
                        </a:rPr>
                        <a:t>Apakah pemain memenangkan duel udara sebelum tembakan</a:t>
                      </a:r>
                      <a:endParaRPr lang="id-ID" sz="24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214404232"/>
                  </a:ext>
                </a:extLst>
              </a:tr>
              <a:tr h="332300">
                <a:tc>
                  <a:txBody>
                    <a:bodyPr/>
                    <a:lstStyle/>
                    <a:p>
                      <a:pPr algn="l">
                        <a:lnSpc>
                          <a:spcPct val="150000"/>
                        </a:lnSpc>
                        <a:buNone/>
                      </a:pPr>
                      <a:r>
                        <a:rPr lang="id-ID" sz="1600" kern="0">
                          <a:effectLst/>
                        </a:rPr>
                        <a:t>shot_key_pass</a:t>
                      </a:r>
                      <a:endParaRPr lang="id-ID" sz="24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tc>
                <a:tc>
                  <a:txBody>
                    <a:bodyPr/>
                    <a:lstStyle/>
                    <a:p>
                      <a:pPr algn="l">
                        <a:lnSpc>
                          <a:spcPct val="150000"/>
                        </a:lnSpc>
                        <a:buNone/>
                      </a:pPr>
                      <a:r>
                        <a:rPr lang="id-ID" sz="1600" kern="0">
                          <a:effectLst/>
                        </a:rPr>
                        <a:t>Apakah tembakan didahului oleh umpan kunci</a:t>
                      </a:r>
                      <a:endParaRPr lang="id-ID" sz="24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128366095"/>
                  </a:ext>
                </a:extLst>
              </a:tr>
              <a:tr h="332300">
                <a:tc>
                  <a:txBody>
                    <a:bodyPr/>
                    <a:lstStyle/>
                    <a:p>
                      <a:pPr algn="l">
                        <a:lnSpc>
                          <a:spcPct val="150000"/>
                        </a:lnSpc>
                        <a:buNone/>
                      </a:pPr>
                      <a:r>
                        <a:rPr lang="id-ID" sz="1600" kern="0">
                          <a:effectLst/>
                        </a:rPr>
                        <a:t>possession</a:t>
                      </a:r>
                      <a:endParaRPr lang="id-ID" sz="24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tc>
                <a:tc>
                  <a:txBody>
                    <a:bodyPr/>
                    <a:lstStyle/>
                    <a:p>
                      <a:pPr algn="l">
                        <a:lnSpc>
                          <a:spcPct val="150000"/>
                        </a:lnSpc>
                        <a:buNone/>
                      </a:pPr>
                      <a:r>
                        <a:rPr lang="id-ID" sz="1600" kern="0">
                          <a:effectLst/>
                        </a:rPr>
                        <a:t>Nomor penguasaan bola dari tim pada pertandingan</a:t>
                      </a:r>
                      <a:endParaRPr lang="id-ID" sz="24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3468376901"/>
                  </a:ext>
                </a:extLst>
              </a:tr>
              <a:tr h="332300">
                <a:tc>
                  <a:txBody>
                    <a:bodyPr/>
                    <a:lstStyle/>
                    <a:p>
                      <a:pPr algn="l">
                        <a:lnSpc>
                          <a:spcPct val="150000"/>
                        </a:lnSpc>
                        <a:buNone/>
                      </a:pPr>
                      <a:r>
                        <a:rPr lang="id-ID" sz="1600" kern="0">
                          <a:effectLst/>
                        </a:rPr>
                        <a:t>play_pattern</a:t>
                      </a:r>
                      <a:endParaRPr lang="id-ID" sz="24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tc>
                <a:tc>
                  <a:txBody>
                    <a:bodyPr/>
                    <a:lstStyle/>
                    <a:p>
                      <a:pPr algn="l">
                        <a:lnSpc>
                          <a:spcPct val="150000"/>
                        </a:lnSpc>
                        <a:buNone/>
                      </a:pPr>
                      <a:r>
                        <a:rPr lang="id-ID" sz="1600" kern="0">
                          <a:effectLst/>
                        </a:rPr>
                        <a:t>Pola permainan yang terjadi sebelum tembakan (Regular Play, From Corner, From Free Kick)</a:t>
                      </a:r>
                      <a:endParaRPr lang="id-ID" sz="24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1456214127"/>
                  </a:ext>
                </a:extLst>
              </a:tr>
              <a:tr h="332300">
                <a:tc>
                  <a:txBody>
                    <a:bodyPr/>
                    <a:lstStyle/>
                    <a:p>
                      <a:pPr algn="l">
                        <a:lnSpc>
                          <a:spcPct val="150000"/>
                        </a:lnSpc>
                        <a:buNone/>
                      </a:pPr>
                      <a:r>
                        <a:rPr lang="id-ID" sz="1600" kern="0">
                          <a:effectLst/>
                        </a:rPr>
                        <a:t>under_pressure</a:t>
                      </a:r>
                      <a:endParaRPr lang="id-ID" sz="24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tc>
                <a:tc>
                  <a:txBody>
                    <a:bodyPr/>
                    <a:lstStyle/>
                    <a:p>
                      <a:pPr algn="l">
                        <a:lnSpc>
                          <a:spcPct val="150000"/>
                        </a:lnSpc>
                        <a:buNone/>
                      </a:pPr>
                      <a:r>
                        <a:rPr lang="id-ID" sz="1600" kern="0">
                          <a:effectLst/>
                        </a:rPr>
                        <a:t>Apakah pemain berada dalam tekanan saat melakukan tembakan</a:t>
                      </a:r>
                      <a:endParaRPr lang="id-ID" sz="24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936655458"/>
                  </a:ext>
                </a:extLst>
              </a:tr>
              <a:tr h="332300">
                <a:tc>
                  <a:txBody>
                    <a:bodyPr/>
                    <a:lstStyle/>
                    <a:p>
                      <a:pPr algn="l">
                        <a:lnSpc>
                          <a:spcPct val="150000"/>
                        </a:lnSpc>
                        <a:buNone/>
                      </a:pPr>
                      <a:r>
                        <a:rPr lang="id-ID" sz="1600" kern="0">
                          <a:effectLst/>
                        </a:rPr>
                        <a:t>shot_technique</a:t>
                      </a:r>
                      <a:endParaRPr lang="id-ID" sz="24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tc>
                <a:tc>
                  <a:txBody>
                    <a:bodyPr/>
                    <a:lstStyle/>
                    <a:p>
                      <a:pPr algn="l">
                        <a:lnSpc>
                          <a:spcPct val="150000"/>
                        </a:lnSpc>
                        <a:buNone/>
                      </a:pPr>
                      <a:r>
                        <a:rPr lang="id-ID" sz="1600" kern="0" dirty="0">
                          <a:effectLst/>
                        </a:rPr>
                        <a:t>Teknik tembakan yang digunakan (Normal, </a:t>
                      </a:r>
                      <a:r>
                        <a:rPr lang="id-ID" sz="1600" kern="0" dirty="0" err="1">
                          <a:effectLst/>
                        </a:rPr>
                        <a:t>Volley</a:t>
                      </a:r>
                      <a:r>
                        <a:rPr lang="id-ID" sz="1600" kern="0" dirty="0">
                          <a:effectLst/>
                        </a:rPr>
                        <a:t>, </a:t>
                      </a:r>
                      <a:r>
                        <a:rPr lang="id-ID" sz="1600" kern="0" dirty="0" err="1">
                          <a:effectLst/>
                        </a:rPr>
                        <a:t>Half</a:t>
                      </a:r>
                      <a:r>
                        <a:rPr lang="id-ID" sz="1600" kern="0" dirty="0">
                          <a:effectLst/>
                        </a:rPr>
                        <a:t> </a:t>
                      </a:r>
                      <a:r>
                        <a:rPr lang="id-ID" sz="1600" kern="0" dirty="0" err="1">
                          <a:effectLst/>
                        </a:rPr>
                        <a:t>Volley</a:t>
                      </a:r>
                      <a:r>
                        <a:rPr lang="id-ID" sz="1600" kern="0" dirty="0">
                          <a:effectLst/>
                        </a:rPr>
                        <a:t>, Lob, </a:t>
                      </a:r>
                      <a:r>
                        <a:rPr lang="id-ID" sz="1600" kern="0" dirty="0" err="1">
                          <a:effectLst/>
                        </a:rPr>
                        <a:t>Bicycle</a:t>
                      </a:r>
                      <a:r>
                        <a:rPr lang="id-ID" sz="1600" kern="0" dirty="0">
                          <a:effectLst/>
                        </a:rPr>
                        <a:t> </a:t>
                      </a:r>
                      <a:r>
                        <a:rPr lang="id-ID" sz="1600" kern="0" dirty="0" err="1">
                          <a:effectLst/>
                        </a:rPr>
                        <a:t>Kick</a:t>
                      </a:r>
                      <a:r>
                        <a:rPr lang="id-ID" sz="1600" kern="0" dirty="0">
                          <a:effectLst/>
                        </a:rPr>
                        <a:t>)</a:t>
                      </a:r>
                      <a:endParaRPr lang="id-ID" sz="24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1879934971"/>
                  </a:ext>
                </a:extLst>
              </a:tr>
            </a:tbl>
          </a:graphicData>
        </a:graphic>
      </p:graphicFrame>
    </p:spTree>
    <p:extLst>
      <p:ext uri="{BB962C8B-B14F-4D97-AF65-F5344CB8AC3E}">
        <p14:creationId xmlns:p14="http://schemas.microsoft.com/office/powerpoint/2010/main" val="18798050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16AC7F-B03D-28FE-C379-D973A464B55A}"/>
            </a:ext>
          </a:extLst>
        </p:cNvPr>
        <p:cNvGrpSpPr/>
        <p:nvPr/>
      </p:nvGrpSpPr>
      <p:grpSpPr>
        <a:xfrm>
          <a:off x="0" y="0"/>
          <a:ext cx="0" cy="0"/>
          <a:chOff x="0" y="0"/>
          <a:chExt cx="0" cy="0"/>
        </a:xfrm>
      </p:grpSpPr>
      <p:sp>
        <p:nvSpPr>
          <p:cNvPr id="2" name="Judul 1">
            <a:extLst>
              <a:ext uri="{FF2B5EF4-FFF2-40B4-BE49-F238E27FC236}">
                <a16:creationId xmlns:a16="http://schemas.microsoft.com/office/drawing/2014/main" id="{7440B9E4-FE90-87B4-96CE-D5C896BCC3D4}"/>
              </a:ext>
            </a:extLst>
          </p:cNvPr>
          <p:cNvSpPr>
            <a:spLocks noGrp="1"/>
          </p:cNvSpPr>
          <p:nvPr>
            <p:ph type="title"/>
          </p:nvPr>
        </p:nvSpPr>
        <p:spPr>
          <a:xfrm>
            <a:off x="1002392" y="241300"/>
            <a:ext cx="9779183" cy="665163"/>
          </a:xfrm>
        </p:spPr>
        <p:txBody>
          <a:bodyPr rtlCol="0"/>
          <a:lstStyle/>
          <a:p>
            <a:r>
              <a:rPr lang="en-GB" i="1" dirty="0"/>
              <a:t>Event Data Filtering</a:t>
            </a:r>
            <a:endParaRPr lang="id-ID" dirty="0"/>
          </a:p>
        </p:txBody>
      </p:sp>
      <p:sp>
        <p:nvSpPr>
          <p:cNvPr id="9" name="Tampungan Nomor Slide 8">
            <a:extLst>
              <a:ext uri="{FF2B5EF4-FFF2-40B4-BE49-F238E27FC236}">
                <a16:creationId xmlns:a16="http://schemas.microsoft.com/office/drawing/2014/main" id="{F4986F52-2B13-4229-B3A1-79CE103B0708}"/>
              </a:ext>
            </a:extLst>
          </p:cNvPr>
          <p:cNvSpPr>
            <a:spLocks noGrp="1"/>
          </p:cNvSpPr>
          <p:nvPr>
            <p:ph type="sldNum" sz="quarter" idx="4"/>
          </p:nvPr>
        </p:nvSpPr>
        <p:spPr>
          <a:xfrm>
            <a:off x="10153276" y="6356350"/>
            <a:ext cx="1657723" cy="365125"/>
          </a:xfrm>
        </p:spPr>
        <p:txBody>
          <a:bodyPr rtlCol="0"/>
          <a:lstStyle/>
          <a:p>
            <a:pPr rtl="0"/>
            <a:fld id="{294A09A9-5501-47C1-A89A-A340965A2BE2}" type="slidenum">
              <a:rPr lang="id-ID" smtClean="0"/>
              <a:pPr rtl="0"/>
              <a:t>51</a:t>
            </a:fld>
            <a:endParaRPr lang="id-ID"/>
          </a:p>
        </p:txBody>
      </p:sp>
      <p:graphicFrame>
        <p:nvGraphicFramePr>
          <p:cNvPr id="7" name="Table 6">
            <a:extLst>
              <a:ext uri="{FF2B5EF4-FFF2-40B4-BE49-F238E27FC236}">
                <a16:creationId xmlns:a16="http://schemas.microsoft.com/office/drawing/2014/main" id="{04A2A6C3-C89C-ED2C-440F-935885D86522}"/>
              </a:ext>
            </a:extLst>
          </p:cNvPr>
          <p:cNvGraphicFramePr>
            <a:graphicFrameLocks noGrp="1"/>
          </p:cNvGraphicFramePr>
          <p:nvPr>
            <p:extLst>
              <p:ext uri="{D42A27DB-BD31-4B8C-83A1-F6EECF244321}">
                <p14:modId xmlns:p14="http://schemas.microsoft.com/office/powerpoint/2010/main" val="3251910370"/>
              </p:ext>
            </p:extLst>
          </p:nvPr>
        </p:nvGraphicFramePr>
        <p:xfrm>
          <a:off x="292100" y="1129203"/>
          <a:ext cx="11684000" cy="4674312"/>
        </p:xfrm>
        <a:graphic>
          <a:graphicData uri="http://schemas.openxmlformats.org/drawingml/2006/table">
            <a:tbl>
              <a:tblPr/>
              <a:tblGrid>
                <a:gridCol w="730250">
                  <a:extLst>
                    <a:ext uri="{9D8B030D-6E8A-4147-A177-3AD203B41FA5}">
                      <a16:colId xmlns:a16="http://schemas.microsoft.com/office/drawing/2014/main" val="2719621720"/>
                    </a:ext>
                  </a:extLst>
                </a:gridCol>
                <a:gridCol w="730250">
                  <a:extLst>
                    <a:ext uri="{9D8B030D-6E8A-4147-A177-3AD203B41FA5}">
                      <a16:colId xmlns:a16="http://schemas.microsoft.com/office/drawing/2014/main" val="166257965"/>
                    </a:ext>
                  </a:extLst>
                </a:gridCol>
                <a:gridCol w="730250">
                  <a:extLst>
                    <a:ext uri="{9D8B030D-6E8A-4147-A177-3AD203B41FA5}">
                      <a16:colId xmlns:a16="http://schemas.microsoft.com/office/drawing/2014/main" val="948716326"/>
                    </a:ext>
                  </a:extLst>
                </a:gridCol>
                <a:gridCol w="730250">
                  <a:extLst>
                    <a:ext uri="{9D8B030D-6E8A-4147-A177-3AD203B41FA5}">
                      <a16:colId xmlns:a16="http://schemas.microsoft.com/office/drawing/2014/main" val="1750440033"/>
                    </a:ext>
                  </a:extLst>
                </a:gridCol>
                <a:gridCol w="730250">
                  <a:extLst>
                    <a:ext uri="{9D8B030D-6E8A-4147-A177-3AD203B41FA5}">
                      <a16:colId xmlns:a16="http://schemas.microsoft.com/office/drawing/2014/main" val="314674447"/>
                    </a:ext>
                  </a:extLst>
                </a:gridCol>
                <a:gridCol w="730250">
                  <a:extLst>
                    <a:ext uri="{9D8B030D-6E8A-4147-A177-3AD203B41FA5}">
                      <a16:colId xmlns:a16="http://schemas.microsoft.com/office/drawing/2014/main" val="2668934852"/>
                    </a:ext>
                  </a:extLst>
                </a:gridCol>
                <a:gridCol w="730250">
                  <a:extLst>
                    <a:ext uri="{9D8B030D-6E8A-4147-A177-3AD203B41FA5}">
                      <a16:colId xmlns:a16="http://schemas.microsoft.com/office/drawing/2014/main" val="618433314"/>
                    </a:ext>
                  </a:extLst>
                </a:gridCol>
                <a:gridCol w="730250">
                  <a:extLst>
                    <a:ext uri="{9D8B030D-6E8A-4147-A177-3AD203B41FA5}">
                      <a16:colId xmlns:a16="http://schemas.microsoft.com/office/drawing/2014/main" val="22344406"/>
                    </a:ext>
                  </a:extLst>
                </a:gridCol>
                <a:gridCol w="730250">
                  <a:extLst>
                    <a:ext uri="{9D8B030D-6E8A-4147-A177-3AD203B41FA5}">
                      <a16:colId xmlns:a16="http://schemas.microsoft.com/office/drawing/2014/main" val="2223711823"/>
                    </a:ext>
                  </a:extLst>
                </a:gridCol>
                <a:gridCol w="730250">
                  <a:extLst>
                    <a:ext uri="{9D8B030D-6E8A-4147-A177-3AD203B41FA5}">
                      <a16:colId xmlns:a16="http://schemas.microsoft.com/office/drawing/2014/main" val="578418936"/>
                    </a:ext>
                  </a:extLst>
                </a:gridCol>
                <a:gridCol w="730250">
                  <a:extLst>
                    <a:ext uri="{9D8B030D-6E8A-4147-A177-3AD203B41FA5}">
                      <a16:colId xmlns:a16="http://schemas.microsoft.com/office/drawing/2014/main" val="1015198956"/>
                    </a:ext>
                  </a:extLst>
                </a:gridCol>
                <a:gridCol w="730250">
                  <a:extLst>
                    <a:ext uri="{9D8B030D-6E8A-4147-A177-3AD203B41FA5}">
                      <a16:colId xmlns:a16="http://schemas.microsoft.com/office/drawing/2014/main" val="329968207"/>
                    </a:ext>
                  </a:extLst>
                </a:gridCol>
                <a:gridCol w="730250">
                  <a:extLst>
                    <a:ext uri="{9D8B030D-6E8A-4147-A177-3AD203B41FA5}">
                      <a16:colId xmlns:a16="http://schemas.microsoft.com/office/drawing/2014/main" val="2597232853"/>
                    </a:ext>
                  </a:extLst>
                </a:gridCol>
                <a:gridCol w="730250">
                  <a:extLst>
                    <a:ext uri="{9D8B030D-6E8A-4147-A177-3AD203B41FA5}">
                      <a16:colId xmlns:a16="http://schemas.microsoft.com/office/drawing/2014/main" val="58912381"/>
                    </a:ext>
                  </a:extLst>
                </a:gridCol>
                <a:gridCol w="730250">
                  <a:extLst>
                    <a:ext uri="{9D8B030D-6E8A-4147-A177-3AD203B41FA5}">
                      <a16:colId xmlns:a16="http://schemas.microsoft.com/office/drawing/2014/main" val="3670658664"/>
                    </a:ext>
                  </a:extLst>
                </a:gridCol>
                <a:gridCol w="730250">
                  <a:extLst>
                    <a:ext uri="{9D8B030D-6E8A-4147-A177-3AD203B41FA5}">
                      <a16:colId xmlns:a16="http://schemas.microsoft.com/office/drawing/2014/main" val="88464592"/>
                    </a:ext>
                  </a:extLst>
                </a:gridCol>
              </a:tblGrid>
              <a:tr h="779052">
                <a:tc>
                  <a:txBody>
                    <a:bodyPr/>
                    <a:lstStyle/>
                    <a:p>
                      <a:pPr algn="ctr">
                        <a:buNone/>
                      </a:pPr>
                      <a:r>
                        <a:rPr lang="id-ID" sz="1400" b="1" dirty="0" err="1">
                          <a:effectLst/>
                        </a:rPr>
                        <a:t>minute</a:t>
                      </a:r>
                      <a:endParaRPr lang="id-ID" sz="1400" b="1" dirty="0">
                        <a:effectLst/>
                      </a:endParaRPr>
                    </a:p>
                  </a:txBody>
                  <a:tcPr marL="55786" marR="55786" marT="27893" marB="278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buNone/>
                      </a:pPr>
                      <a:r>
                        <a:rPr lang="id-ID" sz="1400" b="1">
                          <a:effectLst/>
                        </a:rPr>
                        <a:t>second</a:t>
                      </a:r>
                    </a:p>
                  </a:txBody>
                  <a:tcPr marL="55786" marR="55786" marT="27893" marB="278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buNone/>
                      </a:pPr>
                      <a:r>
                        <a:rPr lang="id-ID" sz="1400" b="1">
                          <a:effectLst/>
                        </a:rPr>
                        <a:t>play_pattern</a:t>
                      </a:r>
                    </a:p>
                  </a:txBody>
                  <a:tcPr marL="55786" marR="55786" marT="27893" marB="278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buNone/>
                      </a:pPr>
                      <a:r>
                        <a:rPr lang="id-ID" sz="1400" b="1">
                          <a:effectLst/>
                        </a:rPr>
                        <a:t>position</a:t>
                      </a:r>
                    </a:p>
                  </a:txBody>
                  <a:tcPr marL="55786" marR="55786" marT="27893" marB="278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buNone/>
                      </a:pPr>
                      <a:r>
                        <a:rPr lang="id-ID" sz="1400" b="1">
                          <a:effectLst/>
                        </a:rPr>
                        <a:t>shot_technique</a:t>
                      </a:r>
                    </a:p>
                  </a:txBody>
                  <a:tcPr marL="55786" marR="55786" marT="27893" marB="278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buNone/>
                      </a:pPr>
                      <a:r>
                        <a:rPr lang="id-ID" sz="1400" b="1">
                          <a:effectLst/>
                        </a:rPr>
                        <a:t>shot_body_part</a:t>
                      </a:r>
                    </a:p>
                  </a:txBody>
                  <a:tcPr marL="55786" marR="55786" marT="27893" marB="278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buNone/>
                      </a:pPr>
                      <a:r>
                        <a:rPr lang="id-ID" sz="1400" b="1">
                          <a:effectLst/>
                        </a:rPr>
                        <a:t>shot_type</a:t>
                      </a:r>
                    </a:p>
                  </a:txBody>
                  <a:tcPr marL="55786" marR="55786" marT="27893" marB="278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buNone/>
                      </a:pPr>
                      <a:r>
                        <a:rPr lang="id-ID" sz="1400" b="1">
                          <a:effectLst/>
                        </a:rPr>
                        <a:t>shot_open_goal</a:t>
                      </a:r>
                    </a:p>
                  </a:txBody>
                  <a:tcPr marL="55786" marR="55786" marT="27893" marB="278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buNone/>
                      </a:pPr>
                      <a:r>
                        <a:rPr lang="id-ID" sz="1400" b="1">
                          <a:effectLst/>
                        </a:rPr>
                        <a:t>shot_one_on_one</a:t>
                      </a:r>
                    </a:p>
                  </a:txBody>
                  <a:tcPr marL="55786" marR="55786" marT="27893" marB="278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buNone/>
                      </a:pPr>
                      <a:r>
                        <a:rPr lang="id-ID" sz="1400" b="1">
                          <a:effectLst/>
                        </a:rPr>
                        <a:t>shot_aerial_won</a:t>
                      </a:r>
                    </a:p>
                  </a:txBody>
                  <a:tcPr marL="55786" marR="55786" marT="27893" marB="278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buNone/>
                      </a:pPr>
                      <a:r>
                        <a:rPr lang="id-ID" sz="1400" b="1">
                          <a:effectLst/>
                        </a:rPr>
                        <a:t>under_pressure</a:t>
                      </a:r>
                    </a:p>
                  </a:txBody>
                  <a:tcPr marL="55786" marR="55786" marT="27893" marB="278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buNone/>
                      </a:pPr>
                      <a:r>
                        <a:rPr lang="id-ID" sz="1400" b="1" dirty="0" err="1">
                          <a:effectLst/>
                        </a:rPr>
                        <a:t>start_x</a:t>
                      </a:r>
                      <a:endParaRPr lang="id-ID" sz="1400" b="1" dirty="0">
                        <a:effectLst/>
                      </a:endParaRPr>
                    </a:p>
                  </a:txBody>
                  <a:tcPr marL="55786" marR="55786" marT="27893" marB="278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buNone/>
                      </a:pPr>
                      <a:r>
                        <a:rPr lang="id-ID" sz="1400" b="1">
                          <a:effectLst/>
                        </a:rPr>
                        <a:t>start_y</a:t>
                      </a:r>
                    </a:p>
                  </a:txBody>
                  <a:tcPr marL="55786" marR="55786" marT="27893" marB="278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buNone/>
                      </a:pPr>
                      <a:r>
                        <a:rPr lang="id-ID" sz="1400" b="1">
                          <a:effectLst/>
                        </a:rPr>
                        <a:t>distance_to_goal</a:t>
                      </a:r>
                    </a:p>
                  </a:txBody>
                  <a:tcPr marL="55786" marR="55786" marT="27893" marB="278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buNone/>
                      </a:pPr>
                      <a:r>
                        <a:rPr lang="id-ID" sz="1400" b="1">
                          <a:effectLst/>
                        </a:rPr>
                        <a:t>angle_to_goal</a:t>
                      </a:r>
                    </a:p>
                  </a:txBody>
                  <a:tcPr marL="55786" marR="55786" marT="27893" marB="278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buNone/>
                      </a:pPr>
                      <a:r>
                        <a:rPr lang="id-ID" sz="1400" b="1" dirty="0" err="1">
                          <a:effectLst/>
                        </a:rPr>
                        <a:t>shot_outcome</a:t>
                      </a:r>
                      <a:endParaRPr lang="id-ID" sz="1400" b="1" dirty="0">
                        <a:effectLst/>
                      </a:endParaRPr>
                    </a:p>
                  </a:txBody>
                  <a:tcPr marL="55786" marR="55786" marT="27893" marB="278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112170437"/>
                  </a:ext>
                </a:extLst>
              </a:tr>
              <a:tr h="779052">
                <a:tc>
                  <a:txBody>
                    <a:bodyPr/>
                    <a:lstStyle/>
                    <a:p>
                      <a:pPr algn="ctr">
                        <a:buNone/>
                      </a:pPr>
                      <a:r>
                        <a:rPr lang="id-ID" sz="1400">
                          <a:effectLst/>
                        </a:rPr>
                        <a:t>30.0</a:t>
                      </a:r>
                    </a:p>
                  </a:txBody>
                  <a:tcPr marL="55786" marR="55786" marT="27893" marB="278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buNone/>
                      </a:pPr>
                      <a:r>
                        <a:rPr lang="id-ID" sz="1400">
                          <a:effectLst/>
                        </a:rPr>
                        <a:t>50.0</a:t>
                      </a:r>
                    </a:p>
                  </a:txBody>
                  <a:tcPr marL="55786" marR="55786" marT="27893" marB="278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buNone/>
                      </a:pPr>
                      <a:r>
                        <a:rPr lang="id-ID" sz="1400">
                          <a:effectLst/>
                        </a:rPr>
                        <a:t>7</a:t>
                      </a:r>
                    </a:p>
                  </a:txBody>
                  <a:tcPr marL="55786" marR="55786" marT="27893" marB="278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buNone/>
                      </a:pPr>
                      <a:r>
                        <a:rPr lang="id-ID" sz="1400">
                          <a:effectLst/>
                        </a:rPr>
                        <a:t>21.0</a:t>
                      </a:r>
                    </a:p>
                  </a:txBody>
                  <a:tcPr marL="55786" marR="55786" marT="27893" marB="278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buNone/>
                      </a:pPr>
                      <a:r>
                        <a:rPr lang="id-ID" sz="1400">
                          <a:effectLst/>
                        </a:rPr>
                        <a:t>91</a:t>
                      </a:r>
                    </a:p>
                  </a:txBody>
                  <a:tcPr marL="55786" marR="55786" marT="27893" marB="278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buNone/>
                      </a:pPr>
                      <a:r>
                        <a:rPr lang="id-ID" sz="1400">
                          <a:effectLst/>
                        </a:rPr>
                        <a:t>40</a:t>
                      </a:r>
                    </a:p>
                  </a:txBody>
                  <a:tcPr marL="55786" marR="55786" marT="27893" marB="278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buNone/>
                      </a:pPr>
                      <a:r>
                        <a:rPr lang="id-ID" sz="1400">
                          <a:effectLst/>
                        </a:rPr>
                        <a:t>87</a:t>
                      </a:r>
                    </a:p>
                  </a:txBody>
                  <a:tcPr marL="55786" marR="55786" marT="27893" marB="278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buNone/>
                      </a:pPr>
                      <a:r>
                        <a:rPr lang="id-ID" sz="1400">
                          <a:effectLst/>
                        </a:rPr>
                        <a:t>0</a:t>
                      </a:r>
                    </a:p>
                  </a:txBody>
                  <a:tcPr marL="55786" marR="55786" marT="27893" marB="278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buNone/>
                      </a:pPr>
                      <a:r>
                        <a:rPr lang="id-ID" sz="1400">
                          <a:effectLst/>
                        </a:rPr>
                        <a:t>0</a:t>
                      </a:r>
                    </a:p>
                  </a:txBody>
                  <a:tcPr marL="55786" marR="55786" marT="27893" marB="278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buNone/>
                      </a:pPr>
                      <a:r>
                        <a:rPr lang="id-ID" sz="1400">
                          <a:effectLst/>
                        </a:rPr>
                        <a:t>0</a:t>
                      </a:r>
                    </a:p>
                  </a:txBody>
                  <a:tcPr marL="55786" marR="55786" marT="27893" marB="278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buNone/>
                      </a:pPr>
                      <a:r>
                        <a:rPr lang="id-ID" sz="1400" dirty="0">
                          <a:effectLst/>
                        </a:rPr>
                        <a:t>0</a:t>
                      </a:r>
                    </a:p>
                  </a:txBody>
                  <a:tcPr marL="55786" marR="55786" marT="27893" marB="278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buNone/>
                      </a:pPr>
                      <a:r>
                        <a:rPr lang="id-ID" sz="1400">
                          <a:effectLst/>
                        </a:rPr>
                        <a:t>111.699997</a:t>
                      </a:r>
                    </a:p>
                  </a:txBody>
                  <a:tcPr marL="55786" marR="55786" marT="27893" marB="278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buNone/>
                      </a:pPr>
                      <a:r>
                        <a:rPr lang="id-ID" sz="1400">
                          <a:effectLst/>
                        </a:rPr>
                        <a:t>54.400002</a:t>
                      </a:r>
                    </a:p>
                  </a:txBody>
                  <a:tcPr marL="55786" marR="55786" marT="27893" marB="278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buNone/>
                      </a:pPr>
                      <a:r>
                        <a:rPr lang="id-ID" sz="1400">
                          <a:effectLst/>
                        </a:rPr>
                        <a:t>112.624374</a:t>
                      </a:r>
                    </a:p>
                  </a:txBody>
                  <a:tcPr marL="55786" marR="55786" marT="27893" marB="278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buNone/>
                      </a:pPr>
                      <a:r>
                        <a:rPr lang="id-ID" sz="1400">
                          <a:effectLst/>
                        </a:rPr>
                        <a:t>0.128210</a:t>
                      </a:r>
                    </a:p>
                  </a:txBody>
                  <a:tcPr marL="55786" marR="55786" marT="27893" marB="278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buNone/>
                      </a:pPr>
                      <a:r>
                        <a:rPr lang="id-ID" sz="1400" dirty="0">
                          <a:effectLst/>
                        </a:rPr>
                        <a:t>0</a:t>
                      </a:r>
                    </a:p>
                  </a:txBody>
                  <a:tcPr marL="55786" marR="55786" marT="27893" marB="278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094421890"/>
                  </a:ext>
                </a:extLst>
              </a:tr>
              <a:tr h="779052">
                <a:tc>
                  <a:txBody>
                    <a:bodyPr/>
                    <a:lstStyle/>
                    <a:p>
                      <a:pPr algn="ctr">
                        <a:buNone/>
                      </a:pPr>
                      <a:r>
                        <a:rPr lang="id-ID" sz="1400">
                          <a:effectLst/>
                        </a:rPr>
                        <a:t>57.0</a:t>
                      </a:r>
                    </a:p>
                  </a:txBody>
                  <a:tcPr marL="55786" marR="55786" marT="27893" marB="278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buNone/>
                      </a:pPr>
                      <a:r>
                        <a:rPr lang="id-ID" sz="1400">
                          <a:effectLst/>
                        </a:rPr>
                        <a:t>8.0</a:t>
                      </a:r>
                    </a:p>
                  </a:txBody>
                  <a:tcPr marL="55786" marR="55786" marT="27893" marB="278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buNone/>
                      </a:pPr>
                      <a:r>
                        <a:rPr lang="id-ID" sz="1400">
                          <a:effectLst/>
                        </a:rPr>
                        <a:t>3</a:t>
                      </a:r>
                    </a:p>
                  </a:txBody>
                  <a:tcPr marL="55786" marR="55786" marT="27893" marB="278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buNone/>
                      </a:pPr>
                      <a:r>
                        <a:rPr lang="id-ID" sz="1400">
                          <a:effectLst/>
                        </a:rPr>
                        <a:t>13.0</a:t>
                      </a:r>
                    </a:p>
                  </a:txBody>
                  <a:tcPr marL="55786" marR="55786" marT="27893" marB="278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buNone/>
                      </a:pPr>
                      <a:r>
                        <a:rPr lang="id-ID" sz="1400">
                          <a:effectLst/>
                        </a:rPr>
                        <a:t>93</a:t>
                      </a:r>
                    </a:p>
                  </a:txBody>
                  <a:tcPr marL="55786" marR="55786" marT="27893" marB="278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buNone/>
                      </a:pPr>
                      <a:r>
                        <a:rPr lang="id-ID" sz="1400">
                          <a:effectLst/>
                        </a:rPr>
                        <a:t>40</a:t>
                      </a:r>
                    </a:p>
                  </a:txBody>
                  <a:tcPr marL="55786" marR="55786" marT="27893" marB="278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buNone/>
                      </a:pPr>
                      <a:r>
                        <a:rPr lang="id-ID" sz="1400">
                          <a:effectLst/>
                        </a:rPr>
                        <a:t>87</a:t>
                      </a:r>
                    </a:p>
                  </a:txBody>
                  <a:tcPr marL="55786" marR="55786" marT="27893" marB="278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buNone/>
                      </a:pPr>
                      <a:r>
                        <a:rPr lang="id-ID" sz="1400">
                          <a:effectLst/>
                        </a:rPr>
                        <a:t>0</a:t>
                      </a:r>
                    </a:p>
                  </a:txBody>
                  <a:tcPr marL="55786" marR="55786" marT="27893" marB="278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buNone/>
                      </a:pPr>
                      <a:r>
                        <a:rPr lang="id-ID" sz="1400">
                          <a:effectLst/>
                        </a:rPr>
                        <a:t>0</a:t>
                      </a:r>
                    </a:p>
                  </a:txBody>
                  <a:tcPr marL="55786" marR="55786" marT="27893" marB="278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buNone/>
                      </a:pPr>
                      <a:r>
                        <a:rPr lang="id-ID" sz="1400">
                          <a:effectLst/>
                        </a:rPr>
                        <a:t>0</a:t>
                      </a:r>
                    </a:p>
                  </a:txBody>
                  <a:tcPr marL="55786" marR="55786" marT="27893" marB="278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buNone/>
                      </a:pPr>
                      <a:r>
                        <a:rPr lang="id-ID" sz="1400">
                          <a:effectLst/>
                        </a:rPr>
                        <a:t>0</a:t>
                      </a:r>
                    </a:p>
                  </a:txBody>
                  <a:tcPr marL="55786" marR="55786" marT="27893" marB="278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buNone/>
                      </a:pPr>
                      <a:r>
                        <a:rPr lang="id-ID" sz="1400">
                          <a:effectLst/>
                        </a:rPr>
                        <a:t>97.599998</a:t>
                      </a:r>
                    </a:p>
                  </a:txBody>
                  <a:tcPr marL="55786" marR="55786" marT="27893" marB="278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buNone/>
                      </a:pPr>
                      <a:r>
                        <a:rPr lang="id-ID" sz="1400">
                          <a:effectLst/>
                        </a:rPr>
                        <a:t>34.799999</a:t>
                      </a:r>
                    </a:p>
                  </a:txBody>
                  <a:tcPr marL="55786" marR="55786" marT="27893" marB="278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buNone/>
                      </a:pPr>
                      <a:r>
                        <a:rPr lang="id-ID" sz="1400" dirty="0">
                          <a:effectLst/>
                        </a:rPr>
                        <a:t>22.995651</a:t>
                      </a:r>
                    </a:p>
                  </a:txBody>
                  <a:tcPr marL="55786" marR="55786" marT="27893" marB="278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buNone/>
                      </a:pPr>
                      <a:r>
                        <a:rPr lang="id-ID" sz="1400">
                          <a:effectLst/>
                        </a:rPr>
                        <a:t>-2.913490</a:t>
                      </a:r>
                    </a:p>
                  </a:txBody>
                  <a:tcPr marL="55786" marR="55786" marT="27893" marB="278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buNone/>
                      </a:pPr>
                      <a:r>
                        <a:rPr lang="id-ID" sz="1400">
                          <a:effectLst/>
                        </a:rPr>
                        <a:t>0</a:t>
                      </a:r>
                    </a:p>
                  </a:txBody>
                  <a:tcPr marL="55786" marR="55786" marT="27893" marB="278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445246436"/>
                  </a:ext>
                </a:extLst>
              </a:tr>
              <a:tr h="779052">
                <a:tc>
                  <a:txBody>
                    <a:bodyPr/>
                    <a:lstStyle/>
                    <a:p>
                      <a:pPr algn="ctr">
                        <a:buNone/>
                      </a:pPr>
                      <a:r>
                        <a:rPr lang="id-ID" sz="1400">
                          <a:effectLst/>
                        </a:rPr>
                        <a:t>79.0</a:t>
                      </a:r>
                    </a:p>
                  </a:txBody>
                  <a:tcPr marL="55786" marR="55786" marT="27893" marB="278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buNone/>
                      </a:pPr>
                      <a:r>
                        <a:rPr lang="id-ID" sz="1400">
                          <a:effectLst/>
                        </a:rPr>
                        <a:t>22.0</a:t>
                      </a:r>
                    </a:p>
                  </a:txBody>
                  <a:tcPr marL="55786" marR="55786" marT="27893" marB="278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buNone/>
                      </a:pPr>
                      <a:r>
                        <a:rPr lang="id-ID" sz="1400">
                          <a:effectLst/>
                        </a:rPr>
                        <a:t>4</a:t>
                      </a:r>
                    </a:p>
                  </a:txBody>
                  <a:tcPr marL="55786" marR="55786" marT="27893" marB="278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buNone/>
                      </a:pPr>
                      <a:r>
                        <a:rPr lang="id-ID" sz="1400">
                          <a:effectLst/>
                        </a:rPr>
                        <a:t>17.0</a:t>
                      </a:r>
                    </a:p>
                  </a:txBody>
                  <a:tcPr marL="55786" marR="55786" marT="27893" marB="278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buNone/>
                      </a:pPr>
                      <a:r>
                        <a:rPr lang="id-ID" sz="1400">
                          <a:effectLst/>
                        </a:rPr>
                        <a:t>93</a:t>
                      </a:r>
                    </a:p>
                  </a:txBody>
                  <a:tcPr marL="55786" marR="55786" marT="27893" marB="278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buNone/>
                      </a:pPr>
                      <a:r>
                        <a:rPr lang="id-ID" sz="1400">
                          <a:effectLst/>
                        </a:rPr>
                        <a:t>37</a:t>
                      </a:r>
                    </a:p>
                  </a:txBody>
                  <a:tcPr marL="55786" marR="55786" marT="27893" marB="278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buNone/>
                      </a:pPr>
                      <a:r>
                        <a:rPr lang="id-ID" sz="1400">
                          <a:effectLst/>
                        </a:rPr>
                        <a:t>87</a:t>
                      </a:r>
                    </a:p>
                  </a:txBody>
                  <a:tcPr marL="55786" marR="55786" marT="27893" marB="278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buNone/>
                      </a:pPr>
                      <a:r>
                        <a:rPr lang="id-ID" sz="1400">
                          <a:effectLst/>
                        </a:rPr>
                        <a:t>0</a:t>
                      </a:r>
                    </a:p>
                  </a:txBody>
                  <a:tcPr marL="55786" marR="55786" marT="27893" marB="278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buNone/>
                      </a:pPr>
                      <a:r>
                        <a:rPr lang="id-ID" sz="1400">
                          <a:effectLst/>
                        </a:rPr>
                        <a:t>1</a:t>
                      </a:r>
                    </a:p>
                  </a:txBody>
                  <a:tcPr marL="55786" marR="55786" marT="27893" marB="278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buNone/>
                      </a:pPr>
                      <a:r>
                        <a:rPr lang="id-ID" sz="1400">
                          <a:effectLst/>
                        </a:rPr>
                        <a:t>1</a:t>
                      </a:r>
                    </a:p>
                  </a:txBody>
                  <a:tcPr marL="55786" marR="55786" marT="27893" marB="278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buNone/>
                      </a:pPr>
                      <a:r>
                        <a:rPr lang="id-ID" sz="1400">
                          <a:effectLst/>
                        </a:rPr>
                        <a:t>1</a:t>
                      </a:r>
                    </a:p>
                  </a:txBody>
                  <a:tcPr marL="55786" marR="55786" marT="27893" marB="278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buNone/>
                      </a:pPr>
                      <a:r>
                        <a:rPr lang="id-ID" sz="1400">
                          <a:effectLst/>
                        </a:rPr>
                        <a:t>114.300003</a:t>
                      </a:r>
                    </a:p>
                  </a:txBody>
                  <a:tcPr marL="55786" marR="55786" marT="27893" marB="278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buNone/>
                      </a:pPr>
                      <a:r>
                        <a:rPr lang="id-ID" sz="1400" dirty="0">
                          <a:effectLst/>
                        </a:rPr>
                        <a:t>31.299999</a:t>
                      </a:r>
                    </a:p>
                  </a:txBody>
                  <a:tcPr marL="55786" marR="55786" marT="27893" marB="278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buNone/>
                      </a:pPr>
                      <a:r>
                        <a:rPr lang="id-ID" sz="1400" dirty="0">
                          <a:effectLst/>
                        </a:rPr>
                        <a:t>10.400962</a:t>
                      </a:r>
                    </a:p>
                  </a:txBody>
                  <a:tcPr marL="55786" marR="55786" marT="27893" marB="278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buNone/>
                      </a:pPr>
                      <a:r>
                        <a:rPr lang="id-ID" sz="1400">
                          <a:effectLst/>
                        </a:rPr>
                        <a:t>-2.150799</a:t>
                      </a:r>
                    </a:p>
                  </a:txBody>
                  <a:tcPr marL="55786" marR="55786" marT="27893" marB="278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buNone/>
                      </a:pPr>
                      <a:r>
                        <a:rPr lang="id-ID" sz="1400">
                          <a:effectLst/>
                        </a:rPr>
                        <a:t>0</a:t>
                      </a:r>
                    </a:p>
                  </a:txBody>
                  <a:tcPr marL="55786" marR="55786" marT="27893" marB="278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88219818"/>
                  </a:ext>
                </a:extLst>
              </a:tr>
              <a:tr h="779052">
                <a:tc>
                  <a:txBody>
                    <a:bodyPr/>
                    <a:lstStyle/>
                    <a:p>
                      <a:pPr algn="ctr">
                        <a:buNone/>
                      </a:pPr>
                      <a:r>
                        <a:rPr lang="id-ID" sz="1400">
                          <a:effectLst/>
                        </a:rPr>
                        <a:t>39.0</a:t>
                      </a:r>
                    </a:p>
                  </a:txBody>
                  <a:tcPr marL="55786" marR="55786" marT="27893" marB="278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buNone/>
                      </a:pPr>
                      <a:r>
                        <a:rPr lang="id-ID" sz="1400">
                          <a:effectLst/>
                        </a:rPr>
                        <a:t>36.0</a:t>
                      </a:r>
                    </a:p>
                  </a:txBody>
                  <a:tcPr marL="55786" marR="55786" marT="27893" marB="278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buNone/>
                      </a:pPr>
                      <a:r>
                        <a:rPr lang="id-ID" sz="1400">
                          <a:effectLst/>
                        </a:rPr>
                        <a:t>1</a:t>
                      </a:r>
                    </a:p>
                  </a:txBody>
                  <a:tcPr marL="55786" marR="55786" marT="27893" marB="278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buNone/>
                      </a:pPr>
                      <a:r>
                        <a:rPr lang="id-ID" sz="1400">
                          <a:effectLst/>
                        </a:rPr>
                        <a:t>21.0</a:t>
                      </a:r>
                    </a:p>
                  </a:txBody>
                  <a:tcPr marL="55786" marR="55786" marT="27893" marB="278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buNone/>
                      </a:pPr>
                      <a:r>
                        <a:rPr lang="id-ID" sz="1400">
                          <a:effectLst/>
                        </a:rPr>
                        <a:t>93</a:t>
                      </a:r>
                    </a:p>
                  </a:txBody>
                  <a:tcPr marL="55786" marR="55786" marT="27893" marB="278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buNone/>
                      </a:pPr>
                      <a:r>
                        <a:rPr lang="id-ID" sz="1400">
                          <a:effectLst/>
                        </a:rPr>
                        <a:t>38</a:t>
                      </a:r>
                    </a:p>
                  </a:txBody>
                  <a:tcPr marL="55786" marR="55786" marT="27893" marB="278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buNone/>
                      </a:pPr>
                      <a:r>
                        <a:rPr lang="id-ID" sz="1400">
                          <a:effectLst/>
                        </a:rPr>
                        <a:t>87</a:t>
                      </a:r>
                    </a:p>
                  </a:txBody>
                  <a:tcPr marL="55786" marR="55786" marT="27893" marB="278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buNone/>
                      </a:pPr>
                      <a:r>
                        <a:rPr lang="id-ID" sz="1400">
                          <a:effectLst/>
                        </a:rPr>
                        <a:t>0</a:t>
                      </a:r>
                    </a:p>
                  </a:txBody>
                  <a:tcPr marL="55786" marR="55786" marT="27893" marB="278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buNone/>
                      </a:pPr>
                      <a:r>
                        <a:rPr lang="id-ID" sz="1400">
                          <a:effectLst/>
                        </a:rPr>
                        <a:t>0</a:t>
                      </a:r>
                    </a:p>
                  </a:txBody>
                  <a:tcPr marL="55786" marR="55786" marT="27893" marB="278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buNone/>
                      </a:pPr>
                      <a:r>
                        <a:rPr lang="id-ID" sz="1400">
                          <a:effectLst/>
                        </a:rPr>
                        <a:t>0</a:t>
                      </a:r>
                    </a:p>
                  </a:txBody>
                  <a:tcPr marL="55786" marR="55786" marT="27893" marB="278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buNone/>
                      </a:pPr>
                      <a:r>
                        <a:rPr lang="id-ID" sz="1400">
                          <a:effectLst/>
                        </a:rPr>
                        <a:t>0</a:t>
                      </a:r>
                    </a:p>
                  </a:txBody>
                  <a:tcPr marL="55786" marR="55786" marT="27893" marB="278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buNone/>
                      </a:pPr>
                      <a:r>
                        <a:rPr lang="id-ID" sz="1400">
                          <a:effectLst/>
                        </a:rPr>
                        <a:t>114.800003</a:t>
                      </a:r>
                    </a:p>
                  </a:txBody>
                  <a:tcPr marL="55786" marR="55786" marT="27893" marB="278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buNone/>
                      </a:pPr>
                      <a:r>
                        <a:rPr lang="id-ID" sz="1400">
                          <a:effectLst/>
                        </a:rPr>
                        <a:t>33.200001</a:t>
                      </a:r>
                    </a:p>
                  </a:txBody>
                  <a:tcPr marL="55786" marR="55786" marT="27893" marB="278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buNone/>
                      </a:pPr>
                      <a:r>
                        <a:rPr lang="id-ID" sz="1400">
                          <a:effectLst/>
                        </a:rPr>
                        <a:t>8.560374</a:t>
                      </a:r>
                    </a:p>
                  </a:txBody>
                  <a:tcPr marL="55786" marR="55786" marT="27893" marB="278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buNone/>
                      </a:pPr>
                      <a:r>
                        <a:rPr lang="id-ID" sz="1400">
                          <a:effectLst/>
                        </a:rPr>
                        <a:t>-2.223643</a:t>
                      </a:r>
                    </a:p>
                  </a:txBody>
                  <a:tcPr marL="55786" marR="55786" marT="27893" marB="278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buNone/>
                      </a:pPr>
                      <a:r>
                        <a:rPr lang="id-ID" sz="1400">
                          <a:effectLst/>
                        </a:rPr>
                        <a:t>1</a:t>
                      </a:r>
                    </a:p>
                  </a:txBody>
                  <a:tcPr marL="55786" marR="55786" marT="27893" marB="278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662351923"/>
                  </a:ext>
                </a:extLst>
              </a:tr>
              <a:tr h="779052">
                <a:tc>
                  <a:txBody>
                    <a:bodyPr/>
                    <a:lstStyle/>
                    <a:p>
                      <a:pPr algn="ctr">
                        <a:buNone/>
                      </a:pPr>
                      <a:r>
                        <a:rPr lang="id-ID" sz="1400" dirty="0">
                          <a:effectLst/>
                        </a:rPr>
                        <a:t>12.0</a:t>
                      </a:r>
                    </a:p>
                  </a:txBody>
                  <a:tcPr marL="55786" marR="55786" marT="27893" marB="278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buNone/>
                      </a:pPr>
                      <a:r>
                        <a:rPr lang="id-ID" sz="1400">
                          <a:effectLst/>
                        </a:rPr>
                        <a:t>42.0</a:t>
                      </a:r>
                    </a:p>
                  </a:txBody>
                  <a:tcPr marL="55786" marR="55786" marT="27893" marB="278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buNone/>
                      </a:pPr>
                      <a:r>
                        <a:rPr lang="id-ID" sz="1400">
                          <a:effectLst/>
                        </a:rPr>
                        <a:t>1</a:t>
                      </a:r>
                    </a:p>
                  </a:txBody>
                  <a:tcPr marL="55786" marR="55786" marT="27893" marB="278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buNone/>
                      </a:pPr>
                      <a:r>
                        <a:rPr lang="id-ID" sz="1400">
                          <a:effectLst/>
                        </a:rPr>
                        <a:t>23.0</a:t>
                      </a:r>
                    </a:p>
                  </a:txBody>
                  <a:tcPr marL="55786" marR="55786" marT="27893" marB="278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buNone/>
                      </a:pPr>
                      <a:r>
                        <a:rPr lang="id-ID" sz="1400">
                          <a:effectLst/>
                        </a:rPr>
                        <a:t>93</a:t>
                      </a:r>
                    </a:p>
                  </a:txBody>
                  <a:tcPr marL="55786" marR="55786" marT="27893" marB="278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buNone/>
                      </a:pPr>
                      <a:r>
                        <a:rPr lang="id-ID" sz="1400">
                          <a:effectLst/>
                        </a:rPr>
                        <a:t>40</a:t>
                      </a:r>
                    </a:p>
                  </a:txBody>
                  <a:tcPr marL="55786" marR="55786" marT="27893" marB="278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buNone/>
                      </a:pPr>
                      <a:r>
                        <a:rPr lang="id-ID" sz="1400">
                          <a:effectLst/>
                        </a:rPr>
                        <a:t>87</a:t>
                      </a:r>
                    </a:p>
                  </a:txBody>
                  <a:tcPr marL="55786" marR="55786" marT="27893" marB="278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buNone/>
                      </a:pPr>
                      <a:r>
                        <a:rPr lang="id-ID" sz="1400">
                          <a:effectLst/>
                        </a:rPr>
                        <a:t>0</a:t>
                      </a:r>
                    </a:p>
                  </a:txBody>
                  <a:tcPr marL="55786" marR="55786" marT="27893" marB="278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buNone/>
                      </a:pPr>
                      <a:r>
                        <a:rPr lang="id-ID" sz="1400">
                          <a:effectLst/>
                        </a:rPr>
                        <a:t>0</a:t>
                      </a:r>
                    </a:p>
                  </a:txBody>
                  <a:tcPr marL="55786" marR="55786" marT="27893" marB="278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buNone/>
                      </a:pPr>
                      <a:r>
                        <a:rPr lang="id-ID" sz="1400">
                          <a:effectLst/>
                        </a:rPr>
                        <a:t>0</a:t>
                      </a:r>
                    </a:p>
                  </a:txBody>
                  <a:tcPr marL="55786" marR="55786" marT="27893" marB="278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buNone/>
                      </a:pPr>
                      <a:r>
                        <a:rPr lang="id-ID" sz="1400">
                          <a:effectLst/>
                        </a:rPr>
                        <a:t>0</a:t>
                      </a:r>
                    </a:p>
                  </a:txBody>
                  <a:tcPr marL="55786" marR="55786" marT="27893" marB="278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buNone/>
                      </a:pPr>
                      <a:r>
                        <a:rPr lang="id-ID" sz="1400">
                          <a:effectLst/>
                        </a:rPr>
                        <a:t>102.400002</a:t>
                      </a:r>
                    </a:p>
                  </a:txBody>
                  <a:tcPr marL="55786" marR="55786" marT="27893" marB="278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buNone/>
                      </a:pPr>
                      <a:r>
                        <a:rPr lang="id-ID" sz="1400">
                          <a:effectLst/>
                        </a:rPr>
                        <a:t>54.900002</a:t>
                      </a:r>
                    </a:p>
                  </a:txBody>
                  <a:tcPr marL="55786" marR="55786" marT="27893" marB="278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buNone/>
                      </a:pPr>
                      <a:r>
                        <a:rPr lang="id-ID" sz="1400">
                          <a:effectLst/>
                        </a:rPr>
                        <a:t>23.060139</a:t>
                      </a:r>
                    </a:p>
                  </a:txBody>
                  <a:tcPr marL="55786" marR="55786" marT="27893" marB="278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buNone/>
                      </a:pPr>
                      <a:r>
                        <a:rPr lang="id-ID" sz="1400">
                          <a:effectLst/>
                        </a:rPr>
                        <a:t>2.439081</a:t>
                      </a:r>
                    </a:p>
                  </a:txBody>
                  <a:tcPr marL="55786" marR="55786" marT="27893" marB="278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buNone/>
                      </a:pPr>
                      <a:r>
                        <a:rPr lang="id-ID" sz="1400" dirty="0">
                          <a:effectLst/>
                        </a:rPr>
                        <a:t>0</a:t>
                      </a:r>
                    </a:p>
                  </a:txBody>
                  <a:tcPr marL="55786" marR="55786" marT="27893" marB="278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718860514"/>
                  </a:ext>
                </a:extLst>
              </a:tr>
            </a:tbl>
          </a:graphicData>
        </a:graphic>
      </p:graphicFrame>
      <p:sp>
        <p:nvSpPr>
          <p:cNvPr id="8" name="Rectangle 1">
            <a:extLst>
              <a:ext uri="{FF2B5EF4-FFF2-40B4-BE49-F238E27FC236}">
                <a16:creationId xmlns:a16="http://schemas.microsoft.com/office/drawing/2014/main" id="{9BA6C5B7-E9F3-B02D-0179-805FBF599C56}"/>
              </a:ext>
            </a:extLst>
          </p:cNvPr>
          <p:cNvSpPr>
            <a:spLocks noChangeArrowheads="1"/>
          </p:cNvSpPr>
          <p:nvPr/>
        </p:nvSpPr>
        <p:spPr bwMode="auto">
          <a:xfrm>
            <a:off x="1002887" y="1129203"/>
            <a:ext cx="15554252"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id-ID" altLang="id-ID" sz="1800" b="0" i="0" u="none" strike="noStrike" cap="none" normalizeH="0" baseline="0">
                <a:ln>
                  <a:noFill/>
                </a:ln>
                <a:solidFill>
                  <a:schemeClr val="tx1"/>
                </a:solidFill>
                <a:effectLst/>
                <a:latin typeface="Arial" panose="020B0604020202020204" pitchFamily="34" charset="0"/>
              </a:rPr>
            </a:br>
            <a:endParaRPr kumimoji="0" lang="id-ID" altLang="id-ID"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81598457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310CA4-7513-7E06-61F3-D2EC15A4971E}"/>
            </a:ext>
          </a:extLst>
        </p:cNvPr>
        <p:cNvGrpSpPr/>
        <p:nvPr/>
      </p:nvGrpSpPr>
      <p:grpSpPr>
        <a:xfrm>
          <a:off x="0" y="0"/>
          <a:ext cx="0" cy="0"/>
          <a:chOff x="0" y="0"/>
          <a:chExt cx="0" cy="0"/>
        </a:xfrm>
      </p:grpSpPr>
      <p:sp>
        <p:nvSpPr>
          <p:cNvPr id="2" name="Judul 1">
            <a:extLst>
              <a:ext uri="{FF2B5EF4-FFF2-40B4-BE49-F238E27FC236}">
                <a16:creationId xmlns:a16="http://schemas.microsoft.com/office/drawing/2014/main" id="{37C74815-80B7-81B4-6E38-E900FE8650FA}"/>
              </a:ext>
            </a:extLst>
          </p:cNvPr>
          <p:cNvSpPr>
            <a:spLocks noGrp="1"/>
          </p:cNvSpPr>
          <p:nvPr>
            <p:ph type="title"/>
          </p:nvPr>
        </p:nvSpPr>
        <p:spPr>
          <a:xfrm>
            <a:off x="1102638" y="1341437"/>
            <a:ext cx="1392297" cy="1325563"/>
          </a:xfrm>
        </p:spPr>
        <p:txBody>
          <a:bodyPr rtlCol="0"/>
          <a:lstStyle/>
          <a:p>
            <a:r>
              <a:rPr lang="en-GB" dirty="0"/>
              <a:t>EDA</a:t>
            </a:r>
            <a:endParaRPr lang="id-ID" dirty="0"/>
          </a:p>
        </p:txBody>
      </p:sp>
      <p:sp>
        <p:nvSpPr>
          <p:cNvPr id="4" name="Tampungan Konten 3">
            <a:extLst>
              <a:ext uri="{FF2B5EF4-FFF2-40B4-BE49-F238E27FC236}">
                <a16:creationId xmlns:a16="http://schemas.microsoft.com/office/drawing/2014/main" id="{EFAEEACF-2652-25E2-D709-75AAF79FC2CE}"/>
              </a:ext>
            </a:extLst>
          </p:cNvPr>
          <p:cNvSpPr>
            <a:spLocks noGrp="1"/>
          </p:cNvSpPr>
          <p:nvPr>
            <p:ph idx="1"/>
          </p:nvPr>
        </p:nvSpPr>
        <p:spPr>
          <a:xfrm>
            <a:off x="1102638" y="3035838"/>
            <a:ext cx="6682462" cy="1167324"/>
          </a:xfrm>
        </p:spPr>
        <p:txBody>
          <a:bodyPr vert="horz" lIns="91440" tIns="45720" rIns="91440" bIns="45720" rtlCol="0" anchor="t">
            <a:normAutofit/>
          </a:bodyPr>
          <a:lstStyle/>
          <a:p>
            <a:pPr marL="342900" indent="-342900">
              <a:buFont typeface="Arial" panose="020B0604020202020204" pitchFamily="34" charset="0"/>
              <a:buChar char="•"/>
            </a:pPr>
            <a:r>
              <a:rPr lang="id-ID" sz="2400" dirty="0"/>
              <a:t>Eksplorasi Fitur</a:t>
            </a:r>
            <a:endParaRPr lang="en-GB" sz="2400" dirty="0"/>
          </a:p>
          <a:p>
            <a:pPr marL="342900" indent="-342900">
              <a:buFont typeface="Arial" panose="020B0604020202020204" pitchFamily="34" charset="0"/>
              <a:buChar char="•"/>
            </a:pPr>
            <a:r>
              <a:rPr lang="id-ID" sz="2400" dirty="0"/>
              <a:t>Validasi Domain </a:t>
            </a:r>
            <a:r>
              <a:rPr lang="id-ID" sz="2400" dirty="0" err="1"/>
              <a:t>Knowledge</a:t>
            </a:r>
            <a:r>
              <a:rPr lang="en-GB" sz="2400" dirty="0"/>
              <a:t> (Sanity Check)</a:t>
            </a:r>
            <a:endParaRPr lang="id-ID" sz="2400" dirty="0"/>
          </a:p>
        </p:txBody>
      </p:sp>
      <p:sp>
        <p:nvSpPr>
          <p:cNvPr id="9" name="Tampungan Nomor Slide 8">
            <a:extLst>
              <a:ext uri="{FF2B5EF4-FFF2-40B4-BE49-F238E27FC236}">
                <a16:creationId xmlns:a16="http://schemas.microsoft.com/office/drawing/2014/main" id="{CBF11382-005C-F8EA-C28D-BD9246FE783B}"/>
              </a:ext>
            </a:extLst>
          </p:cNvPr>
          <p:cNvSpPr>
            <a:spLocks noGrp="1"/>
          </p:cNvSpPr>
          <p:nvPr>
            <p:ph type="sldNum" sz="quarter" idx="4"/>
          </p:nvPr>
        </p:nvSpPr>
        <p:spPr>
          <a:xfrm>
            <a:off x="10153276" y="6356350"/>
            <a:ext cx="1657723" cy="365125"/>
          </a:xfrm>
        </p:spPr>
        <p:txBody>
          <a:bodyPr rtlCol="0"/>
          <a:lstStyle/>
          <a:p>
            <a:pPr rtl="0"/>
            <a:fld id="{294A09A9-5501-47C1-A89A-A340965A2BE2}" type="slidenum">
              <a:rPr lang="id-ID" smtClean="0"/>
              <a:pPr rtl="0"/>
              <a:t>52</a:t>
            </a:fld>
            <a:endParaRPr lang="id-ID"/>
          </a:p>
        </p:txBody>
      </p:sp>
      <p:pic>
        <p:nvPicPr>
          <p:cNvPr id="5" name="Picture 4">
            <a:extLst>
              <a:ext uri="{FF2B5EF4-FFF2-40B4-BE49-F238E27FC236}">
                <a16:creationId xmlns:a16="http://schemas.microsoft.com/office/drawing/2014/main" id="{73598764-66B5-F43F-FD31-718E765C51AF}"/>
              </a:ext>
            </a:extLst>
          </p:cNvPr>
          <p:cNvPicPr>
            <a:picLocks noChangeAspect="1"/>
          </p:cNvPicPr>
          <p:nvPr/>
        </p:nvPicPr>
        <p:blipFill>
          <a:blip r:embed="rId3" cstate="print">
            <a:extLst>
              <a:ext uri="{28A0092B-C50C-407E-A947-70E740481C1C}">
                <a14:useLocalDpi xmlns:a14="http://schemas.microsoft.com/office/drawing/2010/main" val="0"/>
              </a:ext>
            </a:extLst>
          </a:blip>
          <a:srcRect l="-1000" t="41932" r="1000" b="41932"/>
          <a:stretch>
            <a:fillRect/>
          </a:stretch>
        </p:blipFill>
        <p:spPr bwMode="auto">
          <a:xfrm>
            <a:off x="7785100" y="2667000"/>
            <a:ext cx="2951406" cy="1905000"/>
          </a:xfrm>
          <a:prstGeom prst="rect">
            <a:avLst/>
          </a:prstGeom>
          <a:noFill/>
          <a:ln>
            <a:noFill/>
          </a:ln>
        </p:spPr>
      </p:pic>
    </p:spTree>
    <p:extLst>
      <p:ext uri="{BB962C8B-B14F-4D97-AF65-F5344CB8AC3E}">
        <p14:creationId xmlns:p14="http://schemas.microsoft.com/office/powerpoint/2010/main" val="424924329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71DC9A-B0F3-7608-2A46-21D4A8DC6F40}"/>
            </a:ext>
          </a:extLst>
        </p:cNvPr>
        <p:cNvGrpSpPr/>
        <p:nvPr/>
      </p:nvGrpSpPr>
      <p:grpSpPr>
        <a:xfrm>
          <a:off x="0" y="0"/>
          <a:ext cx="0" cy="0"/>
          <a:chOff x="0" y="0"/>
          <a:chExt cx="0" cy="0"/>
        </a:xfrm>
      </p:grpSpPr>
      <p:sp>
        <p:nvSpPr>
          <p:cNvPr id="2" name="Judul 1">
            <a:extLst>
              <a:ext uri="{FF2B5EF4-FFF2-40B4-BE49-F238E27FC236}">
                <a16:creationId xmlns:a16="http://schemas.microsoft.com/office/drawing/2014/main" id="{95FEB45E-AE53-DF35-CA91-045E26FB04B6}"/>
              </a:ext>
            </a:extLst>
          </p:cNvPr>
          <p:cNvSpPr>
            <a:spLocks noGrp="1"/>
          </p:cNvSpPr>
          <p:nvPr>
            <p:ph type="title"/>
          </p:nvPr>
        </p:nvSpPr>
        <p:spPr>
          <a:xfrm>
            <a:off x="929148" y="381000"/>
            <a:ext cx="10017527" cy="1325563"/>
          </a:xfrm>
        </p:spPr>
        <p:txBody>
          <a:bodyPr rtlCol="0"/>
          <a:lstStyle/>
          <a:p>
            <a:r>
              <a:rPr lang="it-IT" dirty="0"/>
              <a:t>Analisis Distribusi Variabel Tunggal (Univariat)</a:t>
            </a:r>
            <a:endParaRPr lang="id-ID" dirty="0"/>
          </a:p>
        </p:txBody>
      </p:sp>
      <p:sp>
        <p:nvSpPr>
          <p:cNvPr id="9" name="Tampungan Nomor Slide 8">
            <a:extLst>
              <a:ext uri="{FF2B5EF4-FFF2-40B4-BE49-F238E27FC236}">
                <a16:creationId xmlns:a16="http://schemas.microsoft.com/office/drawing/2014/main" id="{53A19FF0-AA75-8512-730C-3D752162DD6F}"/>
              </a:ext>
            </a:extLst>
          </p:cNvPr>
          <p:cNvSpPr>
            <a:spLocks noGrp="1"/>
          </p:cNvSpPr>
          <p:nvPr>
            <p:ph type="sldNum" sz="quarter" idx="4"/>
          </p:nvPr>
        </p:nvSpPr>
        <p:spPr>
          <a:xfrm>
            <a:off x="10153276" y="6356350"/>
            <a:ext cx="1657723" cy="365125"/>
          </a:xfrm>
        </p:spPr>
        <p:txBody>
          <a:bodyPr rtlCol="0"/>
          <a:lstStyle/>
          <a:p>
            <a:pPr rtl="0"/>
            <a:fld id="{294A09A9-5501-47C1-A89A-A340965A2BE2}" type="slidenum">
              <a:rPr lang="id-ID" smtClean="0"/>
              <a:pPr rtl="0"/>
              <a:t>53</a:t>
            </a:fld>
            <a:endParaRPr lang="id-ID"/>
          </a:p>
        </p:txBody>
      </p:sp>
      <p:pic>
        <p:nvPicPr>
          <p:cNvPr id="7" name="Picture 6">
            <a:extLst>
              <a:ext uri="{FF2B5EF4-FFF2-40B4-BE49-F238E27FC236}">
                <a16:creationId xmlns:a16="http://schemas.microsoft.com/office/drawing/2014/main" id="{82417C76-6FB5-FAD8-4278-63C09DD56BBA}"/>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122781" y="1755934"/>
            <a:ext cx="7630259" cy="4551045"/>
          </a:xfrm>
          <a:prstGeom prst="rect">
            <a:avLst/>
          </a:prstGeom>
          <a:noFill/>
          <a:ln>
            <a:noFill/>
          </a:ln>
        </p:spPr>
      </p:pic>
    </p:spTree>
    <p:extLst>
      <p:ext uri="{BB962C8B-B14F-4D97-AF65-F5344CB8AC3E}">
        <p14:creationId xmlns:p14="http://schemas.microsoft.com/office/powerpoint/2010/main" val="407619979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2F08C3-68E6-E91F-032E-04C0D9489D33}"/>
            </a:ext>
          </a:extLst>
        </p:cNvPr>
        <p:cNvGrpSpPr/>
        <p:nvPr/>
      </p:nvGrpSpPr>
      <p:grpSpPr>
        <a:xfrm>
          <a:off x="0" y="0"/>
          <a:ext cx="0" cy="0"/>
          <a:chOff x="0" y="0"/>
          <a:chExt cx="0" cy="0"/>
        </a:xfrm>
      </p:grpSpPr>
      <p:sp>
        <p:nvSpPr>
          <p:cNvPr id="2" name="Judul 1">
            <a:extLst>
              <a:ext uri="{FF2B5EF4-FFF2-40B4-BE49-F238E27FC236}">
                <a16:creationId xmlns:a16="http://schemas.microsoft.com/office/drawing/2014/main" id="{202C22AB-642A-8A53-6D53-8B2A9259F08C}"/>
              </a:ext>
            </a:extLst>
          </p:cNvPr>
          <p:cNvSpPr>
            <a:spLocks noGrp="1"/>
          </p:cNvSpPr>
          <p:nvPr>
            <p:ph type="title"/>
          </p:nvPr>
        </p:nvSpPr>
        <p:spPr>
          <a:xfrm>
            <a:off x="929148" y="381000"/>
            <a:ext cx="10017527" cy="1325563"/>
          </a:xfrm>
        </p:spPr>
        <p:txBody>
          <a:bodyPr rtlCol="0"/>
          <a:lstStyle/>
          <a:p>
            <a:r>
              <a:rPr lang="it-IT" dirty="0"/>
              <a:t>Analisis Distribusi Variabel Tunggal (Univariat)</a:t>
            </a:r>
            <a:endParaRPr lang="id-ID" dirty="0"/>
          </a:p>
        </p:txBody>
      </p:sp>
      <p:sp>
        <p:nvSpPr>
          <p:cNvPr id="9" name="Tampungan Nomor Slide 8">
            <a:extLst>
              <a:ext uri="{FF2B5EF4-FFF2-40B4-BE49-F238E27FC236}">
                <a16:creationId xmlns:a16="http://schemas.microsoft.com/office/drawing/2014/main" id="{277817FC-F079-2DFB-04B8-F65BC32CFC42}"/>
              </a:ext>
            </a:extLst>
          </p:cNvPr>
          <p:cNvSpPr>
            <a:spLocks noGrp="1"/>
          </p:cNvSpPr>
          <p:nvPr>
            <p:ph type="sldNum" sz="quarter" idx="4"/>
          </p:nvPr>
        </p:nvSpPr>
        <p:spPr>
          <a:xfrm>
            <a:off x="10153276" y="6356350"/>
            <a:ext cx="1657723" cy="365125"/>
          </a:xfrm>
        </p:spPr>
        <p:txBody>
          <a:bodyPr rtlCol="0"/>
          <a:lstStyle/>
          <a:p>
            <a:pPr rtl="0"/>
            <a:fld id="{294A09A9-5501-47C1-A89A-A340965A2BE2}" type="slidenum">
              <a:rPr lang="id-ID" smtClean="0"/>
              <a:pPr rtl="0"/>
              <a:t>54</a:t>
            </a:fld>
            <a:endParaRPr lang="id-ID"/>
          </a:p>
        </p:txBody>
      </p:sp>
      <p:pic>
        <p:nvPicPr>
          <p:cNvPr id="3" name="Picture 2">
            <a:extLst>
              <a:ext uri="{FF2B5EF4-FFF2-40B4-BE49-F238E27FC236}">
                <a16:creationId xmlns:a16="http://schemas.microsoft.com/office/drawing/2014/main" id="{B58AD5E1-D6A7-1E89-7A2C-61FC0A9E8752}"/>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376519" y="1919287"/>
            <a:ext cx="7438962" cy="4437063"/>
          </a:xfrm>
          <a:prstGeom prst="rect">
            <a:avLst/>
          </a:prstGeom>
          <a:noFill/>
          <a:ln>
            <a:noFill/>
          </a:ln>
        </p:spPr>
      </p:pic>
    </p:spTree>
    <p:extLst>
      <p:ext uri="{BB962C8B-B14F-4D97-AF65-F5344CB8AC3E}">
        <p14:creationId xmlns:p14="http://schemas.microsoft.com/office/powerpoint/2010/main" val="408739334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7C72A6-46CA-2BA4-05D1-F2C1F0140F49}"/>
            </a:ext>
          </a:extLst>
        </p:cNvPr>
        <p:cNvGrpSpPr/>
        <p:nvPr/>
      </p:nvGrpSpPr>
      <p:grpSpPr>
        <a:xfrm>
          <a:off x="0" y="0"/>
          <a:ext cx="0" cy="0"/>
          <a:chOff x="0" y="0"/>
          <a:chExt cx="0" cy="0"/>
        </a:xfrm>
      </p:grpSpPr>
      <p:sp>
        <p:nvSpPr>
          <p:cNvPr id="2" name="Judul 1">
            <a:extLst>
              <a:ext uri="{FF2B5EF4-FFF2-40B4-BE49-F238E27FC236}">
                <a16:creationId xmlns:a16="http://schemas.microsoft.com/office/drawing/2014/main" id="{3E6E04D2-0A5C-E301-0099-5589D05A9415}"/>
              </a:ext>
            </a:extLst>
          </p:cNvPr>
          <p:cNvSpPr>
            <a:spLocks noGrp="1"/>
          </p:cNvSpPr>
          <p:nvPr>
            <p:ph type="title"/>
          </p:nvPr>
        </p:nvSpPr>
        <p:spPr>
          <a:xfrm>
            <a:off x="929148" y="381000"/>
            <a:ext cx="10017527" cy="1325563"/>
          </a:xfrm>
        </p:spPr>
        <p:txBody>
          <a:bodyPr rtlCol="0"/>
          <a:lstStyle/>
          <a:p>
            <a:r>
              <a:rPr lang="it-IT" dirty="0"/>
              <a:t>Analisis Distribusi Variabel Tunggal (Univariat)</a:t>
            </a:r>
            <a:endParaRPr lang="id-ID" dirty="0"/>
          </a:p>
        </p:txBody>
      </p:sp>
      <p:sp>
        <p:nvSpPr>
          <p:cNvPr id="9" name="Tampungan Nomor Slide 8">
            <a:extLst>
              <a:ext uri="{FF2B5EF4-FFF2-40B4-BE49-F238E27FC236}">
                <a16:creationId xmlns:a16="http://schemas.microsoft.com/office/drawing/2014/main" id="{2CA499D3-DCAD-0434-FD1A-2170C0168205}"/>
              </a:ext>
            </a:extLst>
          </p:cNvPr>
          <p:cNvSpPr>
            <a:spLocks noGrp="1"/>
          </p:cNvSpPr>
          <p:nvPr>
            <p:ph type="sldNum" sz="quarter" idx="4"/>
          </p:nvPr>
        </p:nvSpPr>
        <p:spPr>
          <a:xfrm>
            <a:off x="10153276" y="6356350"/>
            <a:ext cx="1657723" cy="365125"/>
          </a:xfrm>
        </p:spPr>
        <p:txBody>
          <a:bodyPr rtlCol="0"/>
          <a:lstStyle/>
          <a:p>
            <a:pPr rtl="0"/>
            <a:fld id="{294A09A9-5501-47C1-A89A-A340965A2BE2}" type="slidenum">
              <a:rPr lang="id-ID" smtClean="0"/>
              <a:pPr rtl="0"/>
              <a:t>55</a:t>
            </a:fld>
            <a:endParaRPr lang="id-ID"/>
          </a:p>
        </p:txBody>
      </p:sp>
      <p:pic>
        <p:nvPicPr>
          <p:cNvPr id="4" name="Picture 3">
            <a:extLst>
              <a:ext uri="{FF2B5EF4-FFF2-40B4-BE49-F238E27FC236}">
                <a16:creationId xmlns:a16="http://schemas.microsoft.com/office/drawing/2014/main" id="{98C63AC9-12B5-AEEE-2A03-9FFD6BD905EC}"/>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271253" y="1859893"/>
            <a:ext cx="7538736" cy="4496457"/>
          </a:xfrm>
          <a:prstGeom prst="rect">
            <a:avLst/>
          </a:prstGeom>
          <a:noFill/>
          <a:ln>
            <a:noFill/>
          </a:ln>
        </p:spPr>
      </p:pic>
    </p:spTree>
    <p:extLst>
      <p:ext uri="{BB962C8B-B14F-4D97-AF65-F5344CB8AC3E}">
        <p14:creationId xmlns:p14="http://schemas.microsoft.com/office/powerpoint/2010/main" val="293225157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86D004-2032-2E57-89A7-45A7E5202394}"/>
            </a:ext>
          </a:extLst>
        </p:cNvPr>
        <p:cNvGrpSpPr/>
        <p:nvPr/>
      </p:nvGrpSpPr>
      <p:grpSpPr>
        <a:xfrm>
          <a:off x="0" y="0"/>
          <a:ext cx="0" cy="0"/>
          <a:chOff x="0" y="0"/>
          <a:chExt cx="0" cy="0"/>
        </a:xfrm>
      </p:grpSpPr>
      <p:sp>
        <p:nvSpPr>
          <p:cNvPr id="2" name="Judul 1">
            <a:extLst>
              <a:ext uri="{FF2B5EF4-FFF2-40B4-BE49-F238E27FC236}">
                <a16:creationId xmlns:a16="http://schemas.microsoft.com/office/drawing/2014/main" id="{61908D5C-7769-8079-DB9A-612305F5059E}"/>
              </a:ext>
            </a:extLst>
          </p:cNvPr>
          <p:cNvSpPr>
            <a:spLocks noGrp="1"/>
          </p:cNvSpPr>
          <p:nvPr>
            <p:ph type="title"/>
          </p:nvPr>
        </p:nvSpPr>
        <p:spPr>
          <a:xfrm>
            <a:off x="929148" y="381000"/>
            <a:ext cx="10017527" cy="1325563"/>
          </a:xfrm>
        </p:spPr>
        <p:txBody>
          <a:bodyPr rtlCol="0"/>
          <a:lstStyle/>
          <a:p>
            <a:r>
              <a:rPr lang="it-IT" dirty="0"/>
              <a:t>Analisis Distribusi Variabel Tunggal (Univariat)</a:t>
            </a:r>
            <a:endParaRPr lang="id-ID" dirty="0"/>
          </a:p>
        </p:txBody>
      </p:sp>
      <p:sp>
        <p:nvSpPr>
          <p:cNvPr id="9" name="Tampungan Nomor Slide 8">
            <a:extLst>
              <a:ext uri="{FF2B5EF4-FFF2-40B4-BE49-F238E27FC236}">
                <a16:creationId xmlns:a16="http://schemas.microsoft.com/office/drawing/2014/main" id="{65506A25-4E90-21B2-D097-D38D655822DD}"/>
              </a:ext>
            </a:extLst>
          </p:cNvPr>
          <p:cNvSpPr>
            <a:spLocks noGrp="1"/>
          </p:cNvSpPr>
          <p:nvPr>
            <p:ph type="sldNum" sz="quarter" idx="4"/>
          </p:nvPr>
        </p:nvSpPr>
        <p:spPr>
          <a:xfrm>
            <a:off x="10153276" y="6356350"/>
            <a:ext cx="1657723" cy="365125"/>
          </a:xfrm>
        </p:spPr>
        <p:txBody>
          <a:bodyPr rtlCol="0"/>
          <a:lstStyle/>
          <a:p>
            <a:pPr rtl="0"/>
            <a:fld id="{294A09A9-5501-47C1-A89A-A340965A2BE2}" type="slidenum">
              <a:rPr lang="id-ID" smtClean="0"/>
              <a:pPr rtl="0"/>
              <a:t>56</a:t>
            </a:fld>
            <a:endParaRPr lang="id-ID"/>
          </a:p>
        </p:txBody>
      </p:sp>
      <p:pic>
        <p:nvPicPr>
          <p:cNvPr id="3" name="Picture 2">
            <a:extLst>
              <a:ext uri="{FF2B5EF4-FFF2-40B4-BE49-F238E27FC236}">
                <a16:creationId xmlns:a16="http://schemas.microsoft.com/office/drawing/2014/main" id="{6A91595F-3E15-E2FA-2F48-0C0D34FC75EB}"/>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382011" y="1925955"/>
            <a:ext cx="7427977" cy="4430395"/>
          </a:xfrm>
          <a:prstGeom prst="rect">
            <a:avLst/>
          </a:prstGeom>
          <a:noFill/>
          <a:ln>
            <a:noFill/>
          </a:ln>
        </p:spPr>
      </p:pic>
    </p:spTree>
    <p:extLst>
      <p:ext uri="{BB962C8B-B14F-4D97-AF65-F5344CB8AC3E}">
        <p14:creationId xmlns:p14="http://schemas.microsoft.com/office/powerpoint/2010/main" val="384003503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C868EB-E077-0349-6359-275D3C0CE202}"/>
            </a:ext>
          </a:extLst>
        </p:cNvPr>
        <p:cNvGrpSpPr/>
        <p:nvPr/>
      </p:nvGrpSpPr>
      <p:grpSpPr>
        <a:xfrm>
          <a:off x="0" y="0"/>
          <a:ext cx="0" cy="0"/>
          <a:chOff x="0" y="0"/>
          <a:chExt cx="0" cy="0"/>
        </a:xfrm>
      </p:grpSpPr>
      <p:sp>
        <p:nvSpPr>
          <p:cNvPr id="2" name="Judul 1">
            <a:extLst>
              <a:ext uri="{FF2B5EF4-FFF2-40B4-BE49-F238E27FC236}">
                <a16:creationId xmlns:a16="http://schemas.microsoft.com/office/drawing/2014/main" id="{74D7E399-A20F-0152-CA23-73E97DB59D93}"/>
              </a:ext>
            </a:extLst>
          </p:cNvPr>
          <p:cNvSpPr>
            <a:spLocks noGrp="1"/>
          </p:cNvSpPr>
          <p:nvPr>
            <p:ph type="title"/>
          </p:nvPr>
        </p:nvSpPr>
        <p:spPr>
          <a:xfrm>
            <a:off x="929148" y="381000"/>
            <a:ext cx="10017527" cy="1325563"/>
          </a:xfrm>
        </p:spPr>
        <p:txBody>
          <a:bodyPr rtlCol="0"/>
          <a:lstStyle/>
          <a:p>
            <a:r>
              <a:rPr lang="it-IT" dirty="0"/>
              <a:t>Analisis Distribusi Variabel Tunggal (Univariat)</a:t>
            </a:r>
            <a:endParaRPr lang="id-ID" dirty="0"/>
          </a:p>
        </p:txBody>
      </p:sp>
      <p:sp>
        <p:nvSpPr>
          <p:cNvPr id="9" name="Tampungan Nomor Slide 8">
            <a:extLst>
              <a:ext uri="{FF2B5EF4-FFF2-40B4-BE49-F238E27FC236}">
                <a16:creationId xmlns:a16="http://schemas.microsoft.com/office/drawing/2014/main" id="{39B703C9-F684-CBC3-1BD5-2EA29E1E0849}"/>
              </a:ext>
            </a:extLst>
          </p:cNvPr>
          <p:cNvSpPr>
            <a:spLocks noGrp="1"/>
          </p:cNvSpPr>
          <p:nvPr>
            <p:ph type="sldNum" sz="quarter" idx="4"/>
          </p:nvPr>
        </p:nvSpPr>
        <p:spPr>
          <a:xfrm>
            <a:off x="10153276" y="6356350"/>
            <a:ext cx="1657723" cy="365125"/>
          </a:xfrm>
        </p:spPr>
        <p:txBody>
          <a:bodyPr rtlCol="0"/>
          <a:lstStyle/>
          <a:p>
            <a:pPr rtl="0"/>
            <a:fld id="{294A09A9-5501-47C1-A89A-A340965A2BE2}" type="slidenum">
              <a:rPr lang="id-ID" smtClean="0"/>
              <a:pPr rtl="0"/>
              <a:t>57</a:t>
            </a:fld>
            <a:endParaRPr lang="id-ID"/>
          </a:p>
        </p:txBody>
      </p:sp>
      <p:pic>
        <p:nvPicPr>
          <p:cNvPr id="4" name="Picture 3">
            <a:extLst>
              <a:ext uri="{FF2B5EF4-FFF2-40B4-BE49-F238E27FC236}">
                <a16:creationId xmlns:a16="http://schemas.microsoft.com/office/drawing/2014/main" id="{88F13D12-7AFA-D250-3A9B-FCDDDB10F98B}"/>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094828" y="1706563"/>
            <a:ext cx="7288642" cy="4347289"/>
          </a:xfrm>
          <a:prstGeom prst="rect">
            <a:avLst/>
          </a:prstGeom>
          <a:noFill/>
          <a:ln>
            <a:noFill/>
          </a:ln>
        </p:spPr>
      </p:pic>
      <p:sp>
        <p:nvSpPr>
          <p:cNvPr id="5" name="Rectangle 1">
            <a:extLst>
              <a:ext uri="{FF2B5EF4-FFF2-40B4-BE49-F238E27FC236}">
                <a16:creationId xmlns:a16="http://schemas.microsoft.com/office/drawing/2014/main" id="{95338CD3-5BF9-8EDB-D12A-2E0A321C2F0A}"/>
              </a:ext>
            </a:extLst>
          </p:cNvPr>
          <p:cNvSpPr>
            <a:spLocks noChangeArrowheads="1"/>
          </p:cNvSpPr>
          <p:nvPr/>
        </p:nvSpPr>
        <p:spPr bwMode="auto">
          <a:xfrm>
            <a:off x="8383470" y="2413337"/>
            <a:ext cx="3636465" cy="2031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l" defTabSz="914400" rtl="0" eaLnBrk="0" fontAlgn="base" latinLnBrk="0" hangingPunct="0">
              <a:lnSpc>
                <a:spcPct val="100000"/>
              </a:lnSpc>
              <a:spcBef>
                <a:spcPct val="0"/>
              </a:spcBef>
              <a:spcAft>
                <a:spcPct val="0"/>
              </a:spcAft>
              <a:buClrTx/>
              <a:buSzTx/>
              <a:tabLst/>
            </a:pPr>
            <a:r>
              <a:rPr kumimoji="0" lang="id-ID" altLang="id-ID" sz="1400" b="1" i="0" u="none" strike="noStrike" cap="none" normalizeH="0" baseline="0" dirty="0">
                <a:ln>
                  <a:noFill/>
                </a:ln>
                <a:solidFill>
                  <a:schemeClr val="tx1"/>
                </a:solidFill>
                <a:effectLst/>
              </a:rPr>
              <a:t>1: </a:t>
            </a:r>
            <a:r>
              <a:rPr kumimoji="0" lang="id-ID" altLang="id-ID" sz="1400" b="1" i="0" u="none" strike="noStrike" cap="none" normalizeH="0" baseline="0" dirty="0" err="1">
                <a:ln>
                  <a:noFill/>
                </a:ln>
                <a:solidFill>
                  <a:schemeClr val="tx1"/>
                </a:solidFill>
                <a:effectLst/>
              </a:rPr>
              <a:t>Regular</a:t>
            </a:r>
            <a:r>
              <a:rPr kumimoji="0" lang="id-ID" altLang="id-ID" sz="1400" b="1" i="0" u="none" strike="noStrike" cap="none" normalizeH="0" baseline="0" dirty="0">
                <a:ln>
                  <a:noFill/>
                </a:ln>
                <a:solidFill>
                  <a:schemeClr val="tx1"/>
                </a:solidFill>
                <a:effectLst/>
              </a:rPr>
              <a:t> </a:t>
            </a:r>
            <a:r>
              <a:rPr kumimoji="0" lang="id-ID" altLang="id-ID" sz="1400" b="1" i="0" u="none" strike="noStrike" cap="none" normalizeH="0" baseline="0" dirty="0" err="1">
                <a:ln>
                  <a:noFill/>
                </a:ln>
                <a:solidFill>
                  <a:schemeClr val="tx1"/>
                </a:solidFill>
                <a:effectLst/>
              </a:rPr>
              <a:t>Play</a:t>
            </a:r>
            <a:endParaRPr kumimoji="0" lang="id-ID" altLang="id-ID" sz="1400" b="0" i="0" u="none" strike="noStrike" cap="none" normalizeH="0" baseline="0" dirty="0">
              <a:ln>
                <a:noFill/>
              </a:ln>
              <a:solidFill>
                <a:schemeClr val="tx1"/>
              </a:solidFill>
              <a:effectLst/>
            </a:endParaRPr>
          </a:p>
          <a:p>
            <a:pPr marR="0" lvl="0" algn="l" defTabSz="914400" rtl="0" eaLnBrk="0" fontAlgn="base" latinLnBrk="0" hangingPunct="0">
              <a:lnSpc>
                <a:spcPct val="100000"/>
              </a:lnSpc>
              <a:spcBef>
                <a:spcPct val="0"/>
              </a:spcBef>
              <a:spcAft>
                <a:spcPct val="0"/>
              </a:spcAft>
              <a:buClrTx/>
              <a:buSzTx/>
              <a:tabLst/>
            </a:pPr>
            <a:r>
              <a:rPr kumimoji="0" lang="id-ID" altLang="id-ID" sz="1400" b="1" i="0" u="none" strike="noStrike" cap="none" normalizeH="0" baseline="0" dirty="0">
                <a:ln>
                  <a:noFill/>
                </a:ln>
                <a:solidFill>
                  <a:schemeClr val="tx1"/>
                </a:solidFill>
                <a:effectLst/>
              </a:rPr>
              <a:t>2: </a:t>
            </a:r>
            <a:r>
              <a:rPr kumimoji="0" lang="id-ID" altLang="id-ID" sz="1400" b="1" i="0" u="none" strike="noStrike" cap="none" normalizeH="0" baseline="0" dirty="0" err="1">
                <a:ln>
                  <a:noFill/>
                </a:ln>
                <a:solidFill>
                  <a:schemeClr val="tx1"/>
                </a:solidFill>
                <a:effectLst/>
              </a:rPr>
              <a:t>From</a:t>
            </a:r>
            <a:r>
              <a:rPr kumimoji="0" lang="id-ID" altLang="id-ID" sz="1400" b="1" i="0" u="none" strike="noStrike" cap="none" normalizeH="0" baseline="0" dirty="0">
                <a:ln>
                  <a:noFill/>
                </a:ln>
                <a:solidFill>
                  <a:schemeClr val="tx1"/>
                </a:solidFill>
                <a:effectLst/>
              </a:rPr>
              <a:t> </a:t>
            </a:r>
            <a:r>
              <a:rPr kumimoji="0" lang="id-ID" altLang="id-ID" sz="1400" b="1" i="0" u="none" strike="noStrike" cap="none" normalizeH="0" baseline="0" dirty="0" err="1">
                <a:ln>
                  <a:noFill/>
                </a:ln>
                <a:solidFill>
                  <a:schemeClr val="tx1"/>
                </a:solidFill>
                <a:effectLst/>
              </a:rPr>
              <a:t>Corner</a:t>
            </a:r>
            <a:endParaRPr kumimoji="0" lang="id-ID" altLang="id-ID" sz="1400" b="0" i="0" u="none" strike="noStrike" cap="none" normalizeH="0" baseline="0" dirty="0">
              <a:ln>
                <a:noFill/>
              </a:ln>
              <a:solidFill>
                <a:schemeClr val="tx1"/>
              </a:solidFill>
              <a:effectLst/>
            </a:endParaRPr>
          </a:p>
          <a:p>
            <a:pPr marR="0" lvl="0" algn="l" defTabSz="914400" rtl="0" eaLnBrk="0" fontAlgn="base" latinLnBrk="0" hangingPunct="0">
              <a:lnSpc>
                <a:spcPct val="100000"/>
              </a:lnSpc>
              <a:spcBef>
                <a:spcPct val="0"/>
              </a:spcBef>
              <a:spcAft>
                <a:spcPct val="0"/>
              </a:spcAft>
              <a:buClrTx/>
              <a:buSzTx/>
              <a:tabLst/>
            </a:pPr>
            <a:r>
              <a:rPr kumimoji="0" lang="id-ID" altLang="id-ID" sz="1400" b="1" i="0" u="none" strike="noStrike" cap="none" normalizeH="0" baseline="0" dirty="0">
                <a:ln>
                  <a:noFill/>
                </a:ln>
                <a:solidFill>
                  <a:schemeClr val="tx1"/>
                </a:solidFill>
                <a:effectLst/>
              </a:rPr>
              <a:t>3: </a:t>
            </a:r>
            <a:r>
              <a:rPr kumimoji="0" lang="id-ID" altLang="id-ID" sz="1400" b="1" i="0" u="none" strike="noStrike" cap="none" normalizeH="0" baseline="0" dirty="0" err="1">
                <a:ln>
                  <a:noFill/>
                </a:ln>
                <a:solidFill>
                  <a:schemeClr val="tx1"/>
                </a:solidFill>
                <a:effectLst/>
              </a:rPr>
              <a:t>From</a:t>
            </a:r>
            <a:r>
              <a:rPr kumimoji="0" lang="id-ID" altLang="id-ID" sz="1400" b="1" i="0" u="none" strike="noStrike" cap="none" normalizeH="0" baseline="0" dirty="0">
                <a:ln>
                  <a:noFill/>
                </a:ln>
                <a:solidFill>
                  <a:schemeClr val="tx1"/>
                </a:solidFill>
                <a:effectLst/>
              </a:rPr>
              <a:t> </a:t>
            </a:r>
            <a:r>
              <a:rPr kumimoji="0" lang="id-ID" altLang="id-ID" sz="1400" b="1" i="0" u="none" strike="noStrike" cap="none" normalizeH="0" baseline="0" dirty="0" err="1">
                <a:ln>
                  <a:noFill/>
                </a:ln>
                <a:solidFill>
                  <a:schemeClr val="tx1"/>
                </a:solidFill>
                <a:effectLst/>
              </a:rPr>
              <a:t>Free</a:t>
            </a:r>
            <a:r>
              <a:rPr kumimoji="0" lang="id-ID" altLang="id-ID" sz="1400" b="1" i="0" u="none" strike="noStrike" cap="none" normalizeH="0" baseline="0" dirty="0">
                <a:ln>
                  <a:noFill/>
                </a:ln>
                <a:solidFill>
                  <a:schemeClr val="tx1"/>
                </a:solidFill>
                <a:effectLst/>
              </a:rPr>
              <a:t> </a:t>
            </a:r>
            <a:r>
              <a:rPr kumimoji="0" lang="id-ID" altLang="id-ID" sz="1400" b="1" i="0" u="none" strike="noStrike" cap="none" normalizeH="0" baseline="0" dirty="0" err="1">
                <a:ln>
                  <a:noFill/>
                </a:ln>
                <a:solidFill>
                  <a:schemeClr val="tx1"/>
                </a:solidFill>
                <a:effectLst/>
              </a:rPr>
              <a:t>Kick</a:t>
            </a:r>
            <a:endParaRPr kumimoji="0" lang="id-ID" altLang="id-ID" sz="1400" b="0" i="0" u="none" strike="noStrike" cap="none" normalizeH="0" baseline="0" dirty="0">
              <a:ln>
                <a:noFill/>
              </a:ln>
              <a:solidFill>
                <a:schemeClr val="tx1"/>
              </a:solidFill>
              <a:effectLst/>
            </a:endParaRPr>
          </a:p>
          <a:p>
            <a:pPr marR="0" lvl="0" algn="l" defTabSz="914400" rtl="0" eaLnBrk="0" fontAlgn="base" latinLnBrk="0" hangingPunct="0">
              <a:lnSpc>
                <a:spcPct val="100000"/>
              </a:lnSpc>
              <a:spcBef>
                <a:spcPct val="0"/>
              </a:spcBef>
              <a:spcAft>
                <a:spcPct val="0"/>
              </a:spcAft>
              <a:buClrTx/>
              <a:buSzTx/>
              <a:tabLst/>
            </a:pPr>
            <a:r>
              <a:rPr kumimoji="0" lang="id-ID" altLang="id-ID" sz="1400" b="1" i="0" u="none" strike="noStrike" cap="none" normalizeH="0" baseline="0" dirty="0">
                <a:ln>
                  <a:noFill/>
                </a:ln>
                <a:solidFill>
                  <a:schemeClr val="tx1"/>
                </a:solidFill>
                <a:effectLst/>
              </a:rPr>
              <a:t>4: </a:t>
            </a:r>
            <a:r>
              <a:rPr kumimoji="0" lang="id-ID" altLang="id-ID" sz="1400" b="1" i="0" u="none" strike="noStrike" cap="none" normalizeH="0" baseline="0" dirty="0" err="1">
                <a:ln>
                  <a:noFill/>
                </a:ln>
                <a:solidFill>
                  <a:schemeClr val="tx1"/>
                </a:solidFill>
                <a:effectLst/>
              </a:rPr>
              <a:t>From</a:t>
            </a:r>
            <a:r>
              <a:rPr kumimoji="0" lang="id-ID" altLang="id-ID" sz="1400" b="1" i="0" u="none" strike="noStrike" cap="none" normalizeH="0" baseline="0" dirty="0">
                <a:ln>
                  <a:noFill/>
                </a:ln>
                <a:solidFill>
                  <a:schemeClr val="tx1"/>
                </a:solidFill>
                <a:effectLst/>
              </a:rPr>
              <a:t> </a:t>
            </a:r>
            <a:r>
              <a:rPr kumimoji="0" lang="id-ID" altLang="id-ID" sz="1400" b="1" i="0" u="none" strike="noStrike" cap="none" normalizeH="0" baseline="0" dirty="0" err="1">
                <a:ln>
                  <a:noFill/>
                </a:ln>
                <a:solidFill>
                  <a:schemeClr val="tx1"/>
                </a:solidFill>
                <a:effectLst/>
              </a:rPr>
              <a:t>Throw</a:t>
            </a:r>
            <a:r>
              <a:rPr kumimoji="0" lang="id-ID" altLang="id-ID" sz="1400" b="1" i="0" u="none" strike="noStrike" cap="none" normalizeH="0" baseline="0" dirty="0">
                <a:ln>
                  <a:noFill/>
                </a:ln>
                <a:solidFill>
                  <a:schemeClr val="tx1"/>
                </a:solidFill>
                <a:effectLst/>
              </a:rPr>
              <a:t>-in</a:t>
            </a:r>
            <a:endParaRPr kumimoji="0" lang="id-ID" altLang="id-ID" sz="1400" b="0" i="0" u="none" strike="noStrike" cap="none" normalizeH="0" baseline="0" dirty="0">
              <a:ln>
                <a:noFill/>
              </a:ln>
              <a:solidFill>
                <a:schemeClr val="tx1"/>
              </a:solidFill>
              <a:effectLst/>
            </a:endParaRPr>
          </a:p>
          <a:p>
            <a:pPr marR="0" lvl="0" algn="l" defTabSz="914400" rtl="0" eaLnBrk="0" fontAlgn="base" latinLnBrk="0" hangingPunct="0">
              <a:lnSpc>
                <a:spcPct val="100000"/>
              </a:lnSpc>
              <a:spcBef>
                <a:spcPct val="0"/>
              </a:spcBef>
              <a:spcAft>
                <a:spcPct val="0"/>
              </a:spcAft>
              <a:buClrTx/>
              <a:buSzTx/>
              <a:tabLst/>
            </a:pPr>
            <a:r>
              <a:rPr kumimoji="0" lang="id-ID" altLang="id-ID" sz="1400" b="1" i="0" u="none" strike="noStrike" cap="none" normalizeH="0" baseline="0" dirty="0">
                <a:ln>
                  <a:noFill/>
                </a:ln>
                <a:solidFill>
                  <a:schemeClr val="tx1"/>
                </a:solidFill>
                <a:effectLst/>
              </a:rPr>
              <a:t>5: </a:t>
            </a:r>
            <a:r>
              <a:rPr kumimoji="0" lang="id-ID" altLang="id-ID" sz="1400" b="1" i="0" u="none" strike="noStrike" cap="none" normalizeH="0" baseline="0" dirty="0" err="1">
                <a:ln>
                  <a:noFill/>
                </a:ln>
                <a:solidFill>
                  <a:schemeClr val="tx1"/>
                </a:solidFill>
                <a:effectLst/>
              </a:rPr>
              <a:t>From</a:t>
            </a:r>
            <a:r>
              <a:rPr kumimoji="0" lang="id-ID" altLang="id-ID" sz="1400" b="1" i="0" u="none" strike="noStrike" cap="none" normalizeH="0" baseline="0" dirty="0">
                <a:ln>
                  <a:noFill/>
                </a:ln>
                <a:solidFill>
                  <a:schemeClr val="tx1"/>
                </a:solidFill>
                <a:effectLst/>
              </a:rPr>
              <a:t> </a:t>
            </a:r>
            <a:r>
              <a:rPr kumimoji="0" lang="id-ID" altLang="id-ID" sz="1400" b="1" i="0" u="none" strike="noStrike" cap="none" normalizeH="0" baseline="0" dirty="0" err="1">
                <a:ln>
                  <a:noFill/>
                </a:ln>
                <a:solidFill>
                  <a:schemeClr val="tx1"/>
                </a:solidFill>
                <a:effectLst/>
              </a:rPr>
              <a:t>Goal</a:t>
            </a:r>
            <a:r>
              <a:rPr kumimoji="0" lang="id-ID" altLang="id-ID" sz="1400" b="1" i="0" u="none" strike="noStrike" cap="none" normalizeH="0" baseline="0" dirty="0">
                <a:ln>
                  <a:noFill/>
                </a:ln>
                <a:solidFill>
                  <a:schemeClr val="tx1"/>
                </a:solidFill>
                <a:effectLst/>
              </a:rPr>
              <a:t> </a:t>
            </a:r>
            <a:r>
              <a:rPr kumimoji="0" lang="id-ID" altLang="id-ID" sz="1400" b="1" i="0" u="none" strike="noStrike" cap="none" normalizeH="0" baseline="0" dirty="0" err="1">
                <a:ln>
                  <a:noFill/>
                </a:ln>
                <a:solidFill>
                  <a:schemeClr val="tx1"/>
                </a:solidFill>
                <a:effectLst/>
              </a:rPr>
              <a:t>Kick</a:t>
            </a:r>
            <a:endParaRPr kumimoji="0" lang="id-ID" altLang="id-ID" sz="1400" b="0" i="0" u="none" strike="noStrike" cap="none" normalizeH="0" baseline="0" dirty="0">
              <a:ln>
                <a:noFill/>
              </a:ln>
              <a:solidFill>
                <a:schemeClr val="tx1"/>
              </a:solidFill>
              <a:effectLst/>
            </a:endParaRPr>
          </a:p>
          <a:p>
            <a:pPr marR="0" lvl="0" algn="l" defTabSz="914400" rtl="0" eaLnBrk="0" fontAlgn="base" latinLnBrk="0" hangingPunct="0">
              <a:lnSpc>
                <a:spcPct val="100000"/>
              </a:lnSpc>
              <a:spcBef>
                <a:spcPct val="0"/>
              </a:spcBef>
              <a:spcAft>
                <a:spcPct val="0"/>
              </a:spcAft>
              <a:buClrTx/>
              <a:buSzTx/>
              <a:tabLst/>
            </a:pPr>
            <a:r>
              <a:rPr kumimoji="0" lang="id-ID" altLang="id-ID" sz="1400" b="1" i="0" u="none" strike="noStrike" cap="none" normalizeH="0" baseline="0" dirty="0">
                <a:ln>
                  <a:noFill/>
                </a:ln>
                <a:solidFill>
                  <a:schemeClr val="tx1"/>
                </a:solidFill>
                <a:effectLst/>
              </a:rPr>
              <a:t>6: </a:t>
            </a:r>
            <a:r>
              <a:rPr kumimoji="0" lang="id-ID" altLang="id-ID" sz="1400" b="1" i="0" u="none" strike="noStrike" cap="none" normalizeH="0" baseline="0" dirty="0" err="1">
                <a:ln>
                  <a:noFill/>
                </a:ln>
                <a:solidFill>
                  <a:schemeClr val="tx1"/>
                </a:solidFill>
                <a:effectLst/>
              </a:rPr>
              <a:t>From</a:t>
            </a:r>
            <a:r>
              <a:rPr kumimoji="0" lang="id-ID" altLang="id-ID" sz="1400" b="1" i="0" u="none" strike="noStrike" cap="none" normalizeH="0" baseline="0" dirty="0">
                <a:ln>
                  <a:noFill/>
                </a:ln>
                <a:solidFill>
                  <a:schemeClr val="tx1"/>
                </a:solidFill>
                <a:effectLst/>
              </a:rPr>
              <a:t> </a:t>
            </a:r>
            <a:r>
              <a:rPr kumimoji="0" lang="id-ID" altLang="id-ID" sz="1400" b="1" i="0" u="none" strike="noStrike" cap="none" normalizeH="0" baseline="0" dirty="0" err="1">
                <a:ln>
                  <a:noFill/>
                </a:ln>
                <a:solidFill>
                  <a:schemeClr val="tx1"/>
                </a:solidFill>
                <a:effectLst/>
              </a:rPr>
              <a:t>Kick</a:t>
            </a:r>
            <a:r>
              <a:rPr kumimoji="0" lang="id-ID" altLang="id-ID" sz="1400" b="1" i="0" u="none" strike="noStrike" cap="none" normalizeH="0" baseline="0" dirty="0">
                <a:ln>
                  <a:noFill/>
                </a:ln>
                <a:solidFill>
                  <a:schemeClr val="tx1"/>
                </a:solidFill>
                <a:effectLst/>
              </a:rPr>
              <a:t> </a:t>
            </a:r>
            <a:r>
              <a:rPr kumimoji="0" lang="id-ID" altLang="id-ID" sz="1400" b="1" i="0" u="none" strike="noStrike" cap="none" normalizeH="0" baseline="0" dirty="0" err="1">
                <a:ln>
                  <a:noFill/>
                </a:ln>
                <a:solidFill>
                  <a:schemeClr val="tx1"/>
                </a:solidFill>
                <a:effectLst/>
              </a:rPr>
              <a:t>Off</a:t>
            </a:r>
            <a:endParaRPr kumimoji="0" lang="id-ID" altLang="id-ID" sz="1400" b="0" i="0" u="none" strike="noStrike" cap="none" normalizeH="0" baseline="0" dirty="0">
              <a:ln>
                <a:noFill/>
              </a:ln>
              <a:solidFill>
                <a:schemeClr val="tx1"/>
              </a:solidFill>
              <a:effectLst/>
            </a:endParaRPr>
          </a:p>
          <a:p>
            <a:pPr marR="0" lvl="0" algn="l" defTabSz="914400" rtl="0" eaLnBrk="0" fontAlgn="base" latinLnBrk="0" hangingPunct="0">
              <a:lnSpc>
                <a:spcPct val="100000"/>
              </a:lnSpc>
              <a:spcBef>
                <a:spcPct val="0"/>
              </a:spcBef>
              <a:spcAft>
                <a:spcPct val="0"/>
              </a:spcAft>
              <a:buClrTx/>
              <a:buSzTx/>
              <a:tabLst/>
            </a:pPr>
            <a:r>
              <a:rPr kumimoji="0" lang="id-ID" altLang="id-ID" sz="1400" b="1" i="0" u="none" strike="noStrike" cap="none" normalizeH="0" baseline="0" dirty="0">
                <a:ln>
                  <a:noFill/>
                </a:ln>
                <a:solidFill>
                  <a:schemeClr val="tx1"/>
                </a:solidFill>
                <a:effectLst/>
              </a:rPr>
              <a:t>7: </a:t>
            </a:r>
            <a:r>
              <a:rPr kumimoji="0" lang="id-ID" altLang="id-ID" sz="1400" b="1" i="0" u="none" strike="noStrike" cap="none" normalizeH="0" baseline="0" dirty="0" err="1">
                <a:ln>
                  <a:noFill/>
                </a:ln>
                <a:solidFill>
                  <a:schemeClr val="tx1"/>
                </a:solidFill>
                <a:effectLst/>
              </a:rPr>
              <a:t>From</a:t>
            </a:r>
            <a:r>
              <a:rPr kumimoji="0" lang="id-ID" altLang="id-ID" sz="1400" b="1" i="0" u="none" strike="noStrike" cap="none" normalizeH="0" baseline="0" dirty="0">
                <a:ln>
                  <a:noFill/>
                </a:ln>
                <a:solidFill>
                  <a:schemeClr val="tx1"/>
                </a:solidFill>
                <a:effectLst/>
              </a:rPr>
              <a:t> </a:t>
            </a:r>
            <a:r>
              <a:rPr kumimoji="0" lang="id-ID" altLang="id-ID" sz="1400" b="1" i="0" u="none" strike="noStrike" cap="none" normalizeH="0" baseline="0" dirty="0" err="1">
                <a:ln>
                  <a:noFill/>
                </a:ln>
                <a:solidFill>
                  <a:schemeClr val="tx1"/>
                </a:solidFill>
                <a:effectLst/>
              </a:rPr>
              <a:t>Keeper</a:t>
            </a:r>
            <a:endParaRPr kumimoji="0" lang="id-ID" altLang="id-ID" sz="1400" b="0" i="0" u="none" strike="noStrike" cap="none" normalizeH="0" baseline="0" dirty="0">
              <a:ln>
                <a:noFill/>
              </a:ln>
              <a:solidFill>
                <a:schemeClr val="tx1"/>
              </a:solidFill>
              <a:effectLst/>
            </a:endParaRPr>
          </a:p>
          <a:p>
            <a:pPr marR="0" lvl="0" algn="l" defTabSz="914400" rtl="0" eaLnBrk="0" fontAlgn="base" latinLnBrk="0" hangingPunct="0">
              <a:lnSpc>
                <a:spcPct val="100000"/>
              </a:lnSpc>
              <a:spcBef>
                <a:spcPct val="0"/>
              </a:spcBef>
              <a:spcAft>
                <a:spcPct val="0"/>
              </a:spcAft>
              <a:buClrTx/>
              <a:buSzTx/>
              <a:tabLst/>
            </a:pPr>
            <a:r>
              <a:rPr kumimoji="0" lang="id-ID" altLang="id-ID" sz="1400" b="1" i="0" u="none" strike="noStrike" cap="none" normalizeH="0" baseline="0" dirty="0">
                <a:ln>
                  <a:noFill/>
                </a:ln>
                <a:solidFill>
                  <a:schemeClr val="tx1"/>
                </a:solidFill>
                <a:effectLst/>
              </a:rPr>
              <a:t>8: </a:t>
            </a:r>
            <a:r>
              <a:rPr kumimoji="0" lang="id-ID" altLang="id-ID" sz="1400" b="1" i="0" u="none" strike="noStrike" cap="none" normalizeH="0" baseline="0" dirty="0" err="1">
                <a:ln>
                  <a:noFill/>
                </a:ln>
                <a:solidFill>
                  <a:schemeClr val="tx1"/>
                </a:solidFill>
                <a:effectLst/>
              </a:rPr>
              <a:t>From</a:t>
            </a:r>
            <a:r>
              <a:rPr kumimoji="0" lang="id-ID" altLang="id-ID" sz="1400" b="1" i="0" u="none" strike="noStrike" cap="none" normalizeH="0" baseline="0" dirty="0">
                <a:ln>
                  <a:noFill/>
                </a:ln>
                <a:solidFill>
                  <a:schemeClr val="tx1"/>
                </a:solidFill>
                <a:effectLst/>
              </a:rPr>
              <a:t> </a:t>
            </a:r>
            <a:r>
              <a:rPr kumimoji="0" lang="id-ID" altLang="id-ID" sz="1400" b="1" i="0" u="none" strike="noStrike" cap="none" normalizeH="0" baseline="0" dirty="0" err="1">
                <a:ln>
                  <a:noFill/>
                </a:ln>
                <a:solidFill>
                  <a:schemeClr val="tx1"/>
                </a:solidFill>
                <a:effectLst/>
              </a:rPr>
              <a:t>Key</a:t>
            </a:r>
            <a:r>
              <a:rPr kumimoji="0" lang="id-ID" altLang="id-ID" sz="1400" b="1" i="0" u="none" strike="noStrike" cap="none" normalizeH="0" baseline="0" dirty="0">
                <a:ln>
                  <a:noFill/>
                </a:ln>
                <a:solidFill>
                  <a:schemeClr val="tx1"/>
                </a:solidFill>
                <a:effectLst/>
              </a:rPr>
              <a:t> Pass</a:t>
            </a:r>
            <a:endParaRPr kumimoji="0" lang="id-ID" altLang="id-ID" sz="1400" b="0" i="0" u="none" strike="noStrike" cap="none" normalizeH="0" baseline="0" dirty="0">
              <a:ln>
                <a:noFill/>
              </a:ln>
              <a:solidFill>
                <a:schemeClr val="tx1"/>
              </a:solidFill>
              <a:effectLst/>
            </a:endParaRPr>
          </a:p>
          <a:p>
            <a:pPr marR="0" lvl="0" algn="l" defTabSz="914400" rtl="0" eaLnBrk="0" fontAlgn="base" latinLnBrk="0" hangingPunct="0">
              <a:lnSpc>
                <a:spcPct val="100000"/>
              </a:lnSpc>
              <a:spcBef>
                <a:spcPct val="0"/>
              </a:spcBef>
              <a:spcAft>
                <a:spcPct val="0"/>
              </a:spcAft>
              <a:buClrTx/>
              <a:buSzTx/>
              <a:tabLst/>
            </a:pPr>
            <a:r>
              <a:rPr kumimoji="0" lang="id-ID" altLang="id-ID" sz="1400" b="1" i="0" u="none" strike="noStrike" cap="none" normalizeH="0" baseline="0" dirty="0">
                <a:ln>
                  <a:noFill/>
                </a:ln>
                <a:solidFill>
                  <a:schemeClr val="tx1"/>
                </a:solidFill>
                <a:effectLst/>
              </a:rPr>
              <a:t>9: </a:t>
            </a:r>
            <a:r>
              <a:rPr kumimoji="0" lang="id-ID" altLang="id-ID" sz="1400" b="1" i="0" u="none" strike="noStrike" cap="none" normalizeH="0" baseline="0" dirty="0" err="1">
                <a:ln>
                  <a:noFill/>
                </a:ln>
                <a:solidFill>
                  <a:schemeClr val="tx1"/>
                </a:solidFill>
                <a:effectLst/>
              </a:rPr>
              <a:t>Other</a:t>
            </a:r>
            <a:endParaRPr kumimoji="0" lang="id-ID" altLang="id-ID" sz="1400" b="0" i="0" u="none" strike="noStrike" cap="none" normalizeH="0" baseline="0" dirty="0">
              <a:ln>
                <a:noFill/>
              </a:ln>
              <a:solidFill>
                <a:schemeClr val="tx1"/>
              </a:solidFill>
              <a:effectLst/>
            </a:endParaRPr>
          </a:p>
        </p:txBody>
      </p:sp>
    </p:spTree>
    <p:extLst>
      <p:ext uri="{BB962C8B-B14F-4D97-AF65-F5344CB8AC3E}">
        <p14:creationId xmlns:p14="http://schemas.microsoft.com/office/powerpoint/2010/main" val="37192264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CB9C6A-61B4-75CC-4615-9ED053E509F1}"/>
            </a:ext>
          </a:extLst>
        </p:cNvPr>
        <p:cNvGrpSpPr/>
        <p:nvPr/>
      </p:nvGrpSpPr>
      <p:grpSpPr>
        <a:xfrm>
          <a:off x="0" y="0"/>
          <a:ext cx="0" cy="0"/>
          <a:chOff x="0" y="0"/>
          <a:chExt cx="0" cy="0"/>
        </a:xfrm>
      </p:grpSpPr>
      <p:sp>
        <p:nvSpPr>
          <p:cNvPr id="2" name="Judul 1">
            <a:extLst>
              <a:ext uri="{FF2B5EF4-FFF2-40B4-BE49-F238E27FC236}">
                <a16:creationId xmlns:a16="http://schemas.microsoft.com/office/drawing/2014/main" id="{435A3FE3-47CF-FA1E-5D93-A152994155BA}"/>
              </a:ext>
            </a:extLst>
          </p:cNvPr>
          <p:cNvSpPr>
            <a:spLocks noGrp="1"/>
          </p:cNvSpPr>
          <p:nvPr>
            <p:ph type="title"/>
          </p:nvPr>
        </p:nvSpPr>
        <p:spPr>
          <a:xfrm>
            <a:off x="929148" y="381000"/>
            <a:ext cx="10017527" cy="1325563"/>
          </a:xfrm>
        </p:spPr>
        <p:txBody>
          <a:bodyPr rtlCol="0"/>
          <a:lstStyle/>
          <a:p>
            <a:r>
              <a:rPr lang="it-IT" dirty="0"/>
              <a:t>Analisis Distribusi Variabel Tunggal (Univariat)</a:t>
            </a:r>
            <a:endParaRPr lang="id-ID" dirty="0"/>
          </a:p>
        </p:txBody>
      </p:sp>
      <p:sp>
        <p:nvSpPr>
          <p:cNvPr id="9" name="Tampungan Nomor Slide 8">
            <a:extLst>
              <a:ext uri="{FF2B5EF4-FFF2-40B4-BE49-F238E27FC236}">
                <a16:creationId xmlns:a16="http://schemas.microsoft.com/office/drawing/2014/main" id="{74EB34CD-2D15-F700-E126-2853B8C1788A}"/>
              </a:ext>
            </a:extLst>
          </p:cNvPr>
          <p:cNvSpPr>
            <a:spLocks noGrp="1"/>
          </p:cNvSpPr>
          <p:nvPr>
            <p:ph type="sldNum" sz="quarter" idx="4"/>
          </p:nvPr>
        </p:nvSpPr>
        <p:spPr>
          <a:xfrm>
            <a:off x="10153276" y="6356350"/>
            <a:ext cx="1657723" cy="365125"/>
          </a:xfrm>
        </p:spPr>
        <p:txBody>
          <a:bodyPr rtlCol="0"/>
          <a:lstStyle/>
          <a:p>
            <a:pPr rtl="0"/>
            <a:fld id="{294A09A9-5501-47C1-A89A-A340965A2BE2}" type="slidenum">
              <a:rPr lang="id-ID" smtClean="0"/>
              <a:pPr rtl="0"/>
              <a:t>58</a:t>
            </a:fld>
            <a:endParaRPr lang="id-ID"/>
          </a:p>
        </p:txBody>
      </p:sp>
      <p:sp>
        <p:nvSpPr>
          <p:cNvPr id="6" name="Rectangle 2">
            <a:extLst>
              <a:ext uri="{FF2B5EF4-FFF2-40B4-BE49-F238E27FC236}">
                <a16:creationId xmlns:a16="http://schemas.microsoft.com/office/drawing/2014/main" id="{0AA0A76C-3C3A-D0E3-C0AA-AA5B90B241CA}"/>
              </a:ext>
            </a:extLst>
          </p:cNvPr>
          <p:cNvSpPr>
            <a:spLocks noChangeArrowheads="1"/>
          </p:cNvSpPr>
          <p:nvPr/>
        </p:nvSpPr>
        <p:spPr bwMode="auto">
          <a:xfrm>
            <a:off x="381002" y="1768019"/>
            <a:ext cx="2625492" cy="47089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28600" marR="0" lvl="0" indent="-228600" defTabSz="914400" rtl="0" eaLnBrk="0" fontAlgn="base" latinLnBrk="0" hangingPunct="0">
              <a:lnSpc>
                <a:spcPct val="100000"/>
              </a:lnSpc>
              <a:spcBef>
                <a:spcPct val="0"/>
              </a:spcBef>
              <a:spcAft>
                <a:spcPct val="0"/>
              </a:spcAft>
              <a:buClrTx/>
              <a:buSzTx/>
              <a:buFont typeface="+mj-lt"/>
              <a:buAutoNum type="arabicPeriod"/>
              <a:tabLst/>
            </a:pPr>
            <a:r>
              <a:rPr kumimoji="0" lang="id-ID" altLang="id-ID" sz="1200" b="1" i="0" u="none" strike="noStrike" cap="none" normalizeH="0" baseline="0" dirty="0" err="1">
                <a:ln>
                  <a:noFill/>
                </a:ln>
                <a:solidFill>
                  <a:schemeClr val="tx1"/>
                </a:solidFill>
                <a:effectLst/>
              </a:rPr>
              <a:t>Goalkeeper</a:t>
            </a:r>
            <a:endParaRPr kumimoji="0" lang="id-ID" altLang="id-ID" sz="1200" b="1" i="0" u="none" strike="noStrike" cap="none" normalizeH="0" baseline="0" dirty="0">
              <a:ln>
                <a:noFill/>
              </a:ln>
              <a:solidFill>
                <a:schemeClr val="tx1"/>
              </a:solidFill>
              <a:effectLst/>
            </a:endParaRPr>
          </a:p>
          <a:p>
            <a:pPr marL="228600" marR="0" lvl="0" indent="-228600" defTabSz="914400" rtl="0" eaLnBrk="0" fontAlgn="base" latinLnBrk="0" hangingPunct="0">
              <a:lnSpc>
                <a:spcPct val="100000"/>
              </a:lnSpc>
              <a:spcBef>
                <a:spcPct val="0"/>
              </a:spcBef>
              <a:spcAft>
                <a:spcPct val="0"/>
              </a:spcAft>
              <a:buClrTx/>
              <a:buSzTx/>
              <a:buFont typeface="+mj-lt"/>
              <a:buAutoNum type="arabicPeriod"/>
              <a:tabLst/>
            </a:pPr>
            <a:r>
              <a:rPr kumimoji="0" lang="id-ID" altLang="id-ID" sz="1200" b="1" i="0" u="none" strike="noStrike" cap="none" normalizeH="0" baseline="0" dirty="0" err="1">
                <a:ln>
                  <a:noFill/>
                </a:ln>
                <a:solidFill>
                  <a:schemeClr val="tx1"/>
                </a:solidFill>
                <a:effectLst/>
              </a:rPr>
              <a:t>Right</a:t>
            </a:r>
            <a:r>
              <a:rPr kumimoji="0" lang="id-ID" altLang="id-ID" sz="1200" b="1" i="0" u="none" strike="noStrike" cap="none" normalizeH="0" baseline="0" dirty="0">
                <a:ln>
                  <a:noFill/>
                </a:ln>
                <a:solidFill>
                  <a:schemeClr val="tx1"/>
                </a:solidFill>
                <a:effectLst/>
              </a:rPr>
              <a:t> </a:t>
            </a:r>
            <a:r>
              <a:rPr kumimoji="0" lang="id-ID" altLang="id-ID" sz="1200" b="1" i="0" u="none" strike="noStrike" cap="none" normalizeH="0" baseline="0" dirty="0" err="1">
                <a:ln>
                  <a:noFill/>
                </a:ln>
                <a:solidFill>
                  <a:schemeClr val="tx1"/>
                </a:solidFill>
                <a:effectLst/>
              </a:rPr>
              <a:t>Back</a:t>
            </a:r>
            <a:endParaRPr kumimoji="0" lang="id-ID" altLang="id-ID" sz="1200" b="1" i="0" u="none" strike="noStrike" cap="none" normalizeH="0" baseline="0" dirty="0">
              <a:ln>
                <a:noFill/>
              </a:ln>
              <a:solidFill>
                <a:schemeClr val="tx1"/>
              </a:solidFill>
              <a:effectLst/>
            </a:endParaRPr>
          </a:p>
          <a:p>
            <a:pPr marL="228600" marR="0" lvl="0" indent="-228600" defTabSz="914400" rtl="0" eaLnBrk="0" fontAlgn="base" latinLnBrk="0" hangingPunct="0">
              <a:lnSpc>
                <a:spcPct val="100000"/>
              </a:lnSpc>
              <a:spcBef>
                <a:spcPct val="0"/>
              </a:spcBef>
              <a:spcAft>
                <a:spcPct val="0"/>
              </a:spcAft>
              <a:buClrTx/>
              <a:buSzTx/>
              <a:buFont typeface="+mj-lt"/>
              <a:buAutoNum type="arabicPeriod"/>
              <a:tabLst/>
            </a:pPr>
            <a:r>
              <a:rPr kumimoji="0" lang="id-ID" altLang="id-ID" sz="1200" b="1" i="0" u="none" strike="noStrike" cap="none" normalizeH="0" baseline="0" dirty="0" err="1">
                <a:ln>
                  <a:noFill/>
                </a:ln>
                <a:solidFill>
                  <a:schemeClr val="tx1"/>
                </a:solidFill>
                <a:effectLst/>
              </a:rPr>
              <a:t>Right</a:t>
            </a:r>
            <a:r>
              <a:rPr kumimoji="0" lang="id-ID" altLang="id-ID" sz="1200" b="1" i="0" u="none" strike="noStrike" cap="none" normalizeH="0" baseline="0" dirty="0">
                <a:ln>
                  <a:noFill/>
                </a:ln>
                <a:solidFill>
                  <a:schemeClr val="tx1"/>
                </a:solidFill>
                <a:effectLst/>
              </a:rPr>
              <a:t> Centre </a:t>
            </a:r>
            <a:r>
              <a:rPr kumimoji="0" lang="id-ID" altLang="id-ID" sz="1200" b="1" i="0" u="none" strike="noStrike" cap="none" normalizeH="0" baseline="0" dirty="0" err="1">
                <a:ln>
                  <a:noFill/>
                </a:ln>
                <a:solidFill>
                  <a:schemeClr val="tx1"/>
                </a:solidFill>
                <a:effectLst/>
              </a:rPr>
              <a:t>Back</a:t>
            </a:r>
            <a:endParaRPr kumimoji="0" lang="id-ID" altLang="id-ID" sz="1200" b="1" i="0" u="none" strike="noStrike" cap="none" normalizeH="0" baseline="0" dirty="0">
              <a:ln>
                <a:noFill/>
              </a:ln>
              <a:solidFill>
                <a:schemeClr val="tx1"/>
              </a:solidFill>
              <a:effectLst/>
            </a:endParaRPr>
          </a:p>
          <a:p>
            <a:pPr marL="228600" marR="0" lvl="0" indent="-228600" defTabSz="914400" rtl="0" eaLnBrk="0" fontAlgn="base" latinLnBrk="0" hangingPunct="0">
              <a:lnSpc>
                <a:spcPct val="100000"/>
              </a:lnSpc>
              <a:spcBef>
                <a:spcPct val="0"/>
              </a:spcBef>
              <a:spcAft>
                <a:spcPct val="0"/>
              </a:spcAft>
              <a:buClrTx/>
              <a:buSzTx/>
              <a:buFont typeface="+mj-lt"/>
              <a:buAutoNum type="arabicPeriod"/>
              <a:tabLst/>
            </a:pPr>
            <a:r>
              <a:rPr kumimoji="0" lang="id-ID" altLang="id-ID" sz="1200" b="1" i="0" u="none" strike="noStrike" cap="none" normalizeH="0" baseline="0" dirty="0">
                <a:ln>
                  <a:noFill/>
                </a:ln>
                <a:solidFill>
                  <a:schemeClr val="tx1"/>
                </a:solidFill>
                <a:effectLst/>
              </a:rPr>
              <a:t>Centre </a:t>
            </a:r>
            <a:r>
              <a:rPr kumimoji="0" lang="id-ID" altLang="id-ID" sz="1200" b="1" i="0" u="none" strike="noStrike" cap="none" normalizeH="0" baseline="0" dirty="0" err="1">
                <a:ln>
                  <a:noFill/>
                </a:ln>
                <a:solidFill>
                  <a:schemeClr val="tx1"/>
                </a:solidFill>
                <a:effectLst/>
              </a:rPr>
              <a:t>Back</a:t>
            </a:r>
            <a:endParaRPr kumimoji="0" lang="id-ID" altLang="id-ID" sz="1200" b="1" i="0" u="none" strike="noStrike" cap="none" normalizeH="0" baseline="0" dirty="0">
              <a:ln>
                <a:noFill/>
              </a:ln>
              <a:solidFill>
                <a:schemeClr val="tx1"/>
              </a:solidFill>
              <a:effectLst/>
            </a:endParaRPr>
          </a:p>
          <a:p>
            <a:pPr marL="228600" marR="0" lvl="0" indent="-228600" defTabSz="914400" rtl="0" eaLnBrk="0" fontAlgn="base" latinLnBrk="0" hangingPunct="0">
              <a:lnSpc>
                <a:spcPct val="100000"/>
              </a:lnSpc>
              <a:spcBef>
                <a:spcPct val="0"/>
              </a:spcBef>
              <a:spcAft>
                <a:spcPct val="0"/>
              </a:spcAft>
              <a:buClrTx/>
              <a:buSzTx/>
              <a:buFont typeface="+mj-lt"/>
              <a:buAutoNum type="arabicPeriod"/>
              <a:tabLst/>
            </a:pPr>
            <a:r>
              <a:rPr kumimoji="0" lang="id-ID" altLang="id-ID" sz="1200" b="1" i="0" u="none" strike="noStrike" cap="none" normalizeH="0" baseline="0" dirty="0" err="1">
                <a:ln>
                  <a:noFill/>
                </a:ln>
                <a:solidFill>
                  <a:schemeClr val="tx1"/>
                </a:solidFill>
                <a:effectLst/>
              </a:rPr>
              <a:t>Left</a:t>
            </a:r>
            <a:r>
              <a:rPr kumimoji="0" lang="id-ID" altLang="id-ID" sz="1200" b="1" i="0" u="none" strike="noStrike" cap="none" normalizeH="0" baseline="0" dirty="0">
                <a:ln>
                  <a:noFill/>
                </a:ln>
                <a:solidFill>
                  <a:schemeClr val="tx1"/>
                </a:solidFill>
                <a:effectLst/>
              </a:rPr>
              <a:t> Centre </a:t>
            </a:r>
            <a:r>
              <a:rPr kumimoji="0" lang="id-ID" altLang="id-ID" sz="1200" b="1" i="0" u="none" strike="noStrike" cap="none" normalizeH="0" baseline="0" dirty="0" err="1">
                <a:ln>
                  <a:noFill/>
                </a:ln>
                <a:solidFill>
                  <a:schemeClr val="tx1"/>
                </a:solidFill>
                <a:effectLst/>
              </a:rPr>
              <a:t>Back</a:t>
            </a:r>
            <a:endParaRPr kumimoji="0" lang="id-ID" altLang="id-ID" sz="1200" b="1" i="0" u="none" strike="noStrike" cap="none" normalizeH="0" baseline="0" dirty="0">
              <a:ln>
                <a:noFill/>
              </a:ln>
              <a:solidFill>
                <a:schemeClr val="tx1"/>
              </a:solidFill>
              <a:effectLst/>
            </a:endParaRPr>
          </a:p>
          <a:p>
            <a:pPr marL="228600" marR="0" lvl="0" indent="-228600" defTabSz="914400" rtl="0" eaLnBrk="0" fontAlgn="base" latinLnBrk="0" hangingPunct="0">
              <a:lnSpc>
                <a:spcPct val="100000"/>
              </a:lnSpc>
              <a:spcBef>
                <a:spcPct val="0"/>
              </a:spcBef>
              <a:spcAft>
                <a:spcPct val="0"/>
              </a:spcAft>
              <a:buClrTx/>
              <a:buSzTx/>
              <a:buFont typeface="+mj-lt"/>
              <a:buAutoNum type="arabicPeriod"/>
              <a:tabLst/>
            </a:pPr>
            <a:r>
              <a:rPr kumimoji="0" lang="id-ID" altLang="id-ID" sz="1200" b="1" i="0" u="none" strike="noStrike" cap="none" normalizeH="0" baseline="0" dirty="0" err="1">
                <a:ln>
                  <a:noFill/>
                </a:ln>
                <a:solidFill>
                  <a:schemeClr val="tx1"/>
                </a:solidFill>
                <a:effectLst/>
              </a:rPr>
              <a:t>Left</a:t>
            </a:r>
            <a:r>
              <a:rPr kumimoji="0" lang="id-ID" altLang="id-ID" sz="1200" b="1" i="0" u="none" strike="noStrike" cap="none" normalizeH="0" baseline="0" dirty="0">
                <a:ln>
                  <a:noFill/>
                </a:ln>
                <a:solidFill>
                  <a:schemeClr val="tx1"/>
                </a:solidFill>
                <a:effectLst/>
              </a:rPr>
              <a:t> </a:t>
            </a:r>
            <a:r>
              <a:rPr kumimoji="0" lang="id-ID" altLang="id-ID" sz="1200" b="1" i="0" u="none" strike="noStrike" cap="none" normalizeH="0" baseline="0" dirty="0" err="1">
                <a:ln>
                  <a:noFill/>
                </a:ln>
                <a:solidFill>
                  <a:schemeClr val="tx1"/>
                </a:solidFill>
                <a:effectLst/>
              </a:rPr>
              <a:t>Back</a:t>
            </a:r>
            <a:endParaRPr kumimoji="0" lang="id-ID" altLang="id-ID" sz="1200" b="1" i="0" u="none" strike="noStrike" cap="none" normalizeH="0" baseline="0" dirty="0">
              <a:ln>
                <a:noFill/>
              </a:ln>
              <a:solidFill>
                <a:schemeClr val="tx1"/>
              </a:solidFill>
              <a:effectLst/>
            </a:endParaRPr>
          </a:p>
          <a:p>
            <a:pPr marL="228600" marR="0" lvl="0" indent="-228600" defTabSz="914400" rtl="0" eaLnBrk="0" fontAlgn="base" latinLnBrk="0" hangingPunct="0">
              <a:lnSpc>
                <a:spcPct val="100000"/>
              </a:lnSpc>
              <a:spcBef>
                <a:spcPct val="0"/>
              </a:spcBef>
              <a:spcAft>
                <a:spcPct val="0"/>
              </a:spcAft>
              <a:buClrTx/>
              <a:buSzTx/>
              <a:buFont typeface="+mj-lt"/>
              <a:buAutoNum type="arabicPeriod"/>
              <a:tabLst/>
            </a:pPr>
            <a:r>
              <a:rPr kumimoji="0" lang="id-ID" altLang="id-ID" sz="1200" b="1" i="0" u="none" strike="noStrike" cap="none" normalizeH="0" baseline="0" dirty="0" err="1">
                <a:ln>
                  <a:noFill/>
                </a:ln>
                <a:solidFill>
                  <a:schemeClr val="tx1"/>
                </a:solidFill>
                <a:effectLst/>
              </a:rPr>
              <a:t>Right</a:t>
            </a:r>
            <a:r>
              <a:rPr kumimoji="0" lang="id-ID" altLang="id-ID" sz="1200" b="1" i="0" u="none" strike="noStrike" cap="none" normalizeH="0" baseline="0" dirty="0">
                <a:ln>
                  <a:noFill/>
                </a:ln>
                <a:solidFill>
                  <a:schemeClr val="tx1"/>
                </a:solidFill>
                <a:effectLst/>
              </a:rPr>
              <a:t> Wing </a:t>
            </a:r>
            <a:r>
              <a:rPr kumimoji="0" lang="id-ID" altLang="id-ID" sz="1200" b="1" i="0" u="none" strike="noStrike" cap="none" normalizeH="0" baseline="0" dirty="0" err="1">
                <a:ln>
                  <a:noFill/>
                </a:ln>
                <a:solidFill>
                  <a:schemeClr val="tx1"/>
                </a:solidFill>
                <a:effectLst/>
              </a:rPr>
              <a:t>Back</a:t>
            </a:r>
            <a:endParaRPr kumimoji="0" lang="id-ID" altLang="id-ID" sz="1200" b="1" i="0" u="none" strike="noStrike" cap="none" normalizeH="0" baseline="0" dirty="0">
              <a:ln>
                <a:noFill/>
              </a:ln>
              <a:solidFill>
                <a:schemeClr val="tx1"/>
              </a:solidFill>
              <a:effectLst/>
            </a:endParaRPr>
          </a:p>
          <a:p>
            <a:pPr marL="228600" marR="0" lvl="0" indent="-228600" defTabSz="914400" rtl="0" eaLnBrk="0" fontAlgn="base" latinLnBrk="0" hangingPunct="0">
              <a:lnSpc>
                <a:spcPct val="100000"/>
              </a:lnSpc>
              <a:spcBef>
                <a:spcPct val="0"/>
              </a:spcBef>
              <a:spcAft>
                <a:spcPct val="0"/>
              </a:spcAft>
              <a:buClrTx/>
              <a:buSzTx/>
              <a:buFont typeface="+mj-lt"/>
              <a:buAutoNum type="arabicPeriod"/>
              <a:tabLst/>
            </a:pPr>
            <a:r>
              <a:rPr kumimoji="0" lang="id-ID" altLang="id-ID" sz="1200" b="1" i="0" u="none" strike="noStrike" cap="none" normalizeH="0" baseline="0" dirty="0" err="1">
                <a:ln>
                  <a:noFill/>
                </a:ln>
                <a:solidFill>
                  <a:schemeClr val="tx1"/>
                </a:solidFill>
                <a:effectLst/>
              </a:rPr>
              <a:t>Left</a:t>
            </a:r>
            <a:r>
              <a:rPr kumimoji="0" lang="id-ID" altLang="id-ID" sz="1200" b="1" i="0" u="none" strike="noStrike" cap="none" normalizeH="0" baseline="0" dirty="0">
                <a:ln>
                  <a:noFill/>
                </a:ln>
                <a:solidFill>
                  <a:schemeClr val="tx1"/>
                </a:solidFill>
                <a:effectLst/>
              </a:rPr>
              <a:t> Wing </a:t>
            </a:r>
            <a:r>
              <a:rPr kumimoji="0" lang="id-ID" altLang="id-ID" sz="1200" b="1" i="0" u="none" strike="noStrike" cap="none" normalizeH="0" baseline="0" dirty="0" err="1">
                <a:ln>
                  <a:noFill/>
                </a:ln>
                <a:solidFill>
                  <a:schemeClr val="tx1"/>
                </a:solidFill>
                <a:effectLst/>
              </a:rPr>
              <a:t>Back</a:t>
            </a:r>
            <a:endParaRPr kumimoji="0" lang="id-ID" altLang="id-ID" sz="1200" b="1" i="0" u="none" strike="noStrike" cap="none" normalizeH="0" baseline="0" dirty="0">
              <a:ln>
                <a:noFill/>
              </a:ln>
              <a:solidFill>
                <a:schemeClr val="tx1"/>
              </a:solidFill>
              <a:effectLst/>
            </a:endParaRPr>
          </a:p>
          <a:p>
            <a:pPr marL="228600" marR="0" lvl="0" indent="-228600" defTabSz="914400" rtl="0" eaLnBrk="0" fontAlgn="base" latinLnBrk="0" hangingPunct="0">
              <a:lnSpc>
                <a:spcPct val="100000"/>
              </a:lnSpc>
              <a:spcBef>
                <a:spcPct val="0"/>
              </a:spcBef>
              <a:spcAft>
                <a:spcPct val="0"/>
              </a:spcAft>
              <a:buClrTx/>
              <a:buSzTx/>
              <a:buFont typeface="+mj-lt"/>
              <a:buAutoNum type="arabicPeriod"/>
              <a:tabLst/>
            </a:pPr>
            <a:r>
              <a:rPr kumimoji="0" lang="id-ID" altLang="id-ID" sz="1200" b="1" i="0" u="none" strike="noStrike" cap="none" normalizeH="0" baseline="0" dirty="0" err="1">
                <a:ln>
                  <a:noFill/>
                </a:ln>
                <a:solidFill>
                  <a:schemeClr val="tx1"/>
                </a:solidFill>
                <a:effectLst/>
              </a:rPr>
              <a:t>Right</a:t>
            </a:r>
            <a:r>
              <a:rPr kumimoji="0" lang="id-ID" altLang="id-ID" sz="1200" b="1" i="0" u="none" strike="noStrike" cap="none" normalizeH="0" baseline="0" dirty="0">
                <a:ln>
                  <a:noFill/>
                </a:ln>
                <a:solidFill>
                  <a:schemeClr val="tx1"/>
                </a:solidFill>
                <a:effectLst/>
              </a:rPr>
              <a:t> </a:t>
            </a:r>
            <a:r>
              <a:rPr kumimoji="0" lang="id-ID" altLang="id-ID" sz="1200" b="1" i="0" u="none" strike="noStrike" cap="none" normalizeH="0" baseline="0" dirty="0" err="1">
                <a:ln>
                  <a:noFill/>
                </a:ln>
                <a:solidFill>
                  <a:schemeClr val="tx1"/>
                </a:solidFill>
                <a:effectLst/>
              </a:rPr>
              <a:t>Defensive</a:t>
            </a:r>
            <a:r>
              <a:rPr kumimoji="0" lang="id-ID" altLang="id-ID" sz="1200" b="1" i="0" u="none" strike="noStrike" cap="none" normalizeH="0" baseline="0" dirty="0">
                <a:ln>
                  <a:noFill/>
                </a:ln>
                <a:solidFill>
                  <a:schemeClr val="tx1"/>
                </a:solidFill>
                <a:effectLst/>
              </a:rPr>
              <a:t> </a:t>
            </a:r>
            <a:r>
              <a:rPr kumimoji="0" lang="id-ID" altLang="id-ID" sz="1200" b="1" i="0" u="none" strike="noStrike" cap="none" normalizeH="0" baseline="0" dirty="0" err="1">
                <a:ln>
                  <a:noFill/>
                </a:ln>
                <a:solidFill>
                  <a:schemeClr val="tx1"/>
                </a:solidFill>
                <a:effectLst/>
              </a:rPr>
              <a:t>Midfield</a:t>
            </a:r>
            <a:endParaRPr kumimoji="0" lang="id-ID" altLang="id-ID" sz="1200" b="1" i="0" u="none" strike="noStrike" cap="none" normalizeH="0" baseline="0" dirty="0">
              <a:ln>
                <a:noFill/>
              </a:ln>
              <a:solidFill>
                <a:schemeClr val="tx1"/>
              </a:solidFill>
              <a:effectLst/>
            </a:endParaRPr>
          </a:p>
          <a:p>
            <a:pPr marL="228600" marR="0" lvl="0" indent="-228600" defTabSz="914400" rtl="0" eaLnBrk="0" fontAlgn="base" latinLnBrk="0" hangingPunct="0">
              <a:lnSpc>
                <a:spcPct val="100000"/>
              </a:lnSpc>
              <a:spcBef>
                <a:spcPct val="0"/>
              </a:spcBef>
              <a:spcAft>
                <a:spcPct val="0"/>
              </a:spcAft>
              <a:buClrTx/>
              <a:buSzTx/>
              <a:buFont typeface="+mj-lt"/>
              <a:buAutoNum type="arabicPeriod"/>
              <a:tabLst/>
            </a:pPr>
            <a:r>
              <a:rPr kumimoji="0" lang="id-ID" altLang="id-ID" sz="1200" b="1" i="0" u="none" strike="noStrike" cap="none" normalizeH="0" baseline="0" dirty="0" err="1">
                <a:ln>
                  <a:noFill/>
                </a:ln>
                <a:solidFill>
                  <a:schemeClr val="tx1"/>
                </a:solidFill>
                <a:effectLst/>
              </a:rPr>
              <a:t>Central</a:t>
            </a:r>
            <a:r>
              <a:rPr kumimoji="0" lang="id-ID" altLang="id-ID" sz="1200" b="1" i="0" u="none" strike="noStrike" cap="none" normalizeH="0" baseline="0" dirty="0">
                <a:ln>
                  <a:noFill/>
                </a:ln>
                <a:solidFill>
                  <a:schemeClr val="tx1"/>
                </a:solidFill>
                <a:effectLst/>
              </a:rPr>
              <a:t> </a:t>
            </a:r>
            <a:r>
              <a:rPr kumimoji="0" lang="id-ID" altLang="id-ID" sz="1200" b="1" i="0" u="none" strike="noStrike" cap="none" normalizeH="0" baseline="0" dirty="0" err="1">
                <a:ln>
                  <a:noFill/>
                </a:ln>
                <a:solidFill>
                  <a:schemeClr val="tx1"/>
                </a:solidFill>
                <a:effectLst/>
              </a:rPr>
              <a:t>Defensive</a:t>
            </a:r>
            <a:r>
              <a:rPr kumimoji="0" lang="id-ID" altLang="id-ID" sz="1200" b="1" i="0" u="none" strike="noStrike" cap="none" normalizeH="0" baseline="0" dirty="0">
                <a:ln>
                  <a:noFill/>
                </a:ln>
                <a:solidFill>
                  <a:schemeClr val="tx1"/>
                </a:solidFill>
                <a:effectLst/>
              </a:rPr>
              <a:t> </a:t>
            </a:r>
            <a:r>
              <a:rPr kumimoji="0" lang="id-ID" altLang="id-ID" sz="1200" b="1" i="0" u="none" strike="noStrike" cap="none" normalizeH="0" baseline="0" dirty="0" err="1">
                <a:ln>
                  <a:noFill/>
                </a:ln>
                <a:solidFill>
                  <a:schemeClr val="tx1"/>
                </a:solidFill>
                <a:effectLst/>
              </a:rPr>
              <a:t>Midfield</a:t>
            </a:r>
            <a:endParaRPr kumimoji="0" lang="id-ID" altLang="id-ID" sz="1200" b="1" i="0" u="none" strike="noStrike" cap="none" normalizeH="0" baseline="0" dirty="0">
              <a:ln>
                <a:noFill/>
              </a:ln>
              <a:solidFill>
                <a:schemeClr val="tx1"/>
              </a:solidFill>
              <a:effectLst/>
            </a:endParaRPr>
          </a:p>
          <a:p>
            <a:pPr marL="228600" marR="0" lvl="0" indent="-228600" defTabSz="914400" rtl="0" eaLnBrk="0" fontAlgn="base" latinLnBrk="0" hangingPunct="0">
              <a:lnSpc>
                <a:spcPct val="100000"/>
              </a:lnSpc>
              <a:spcBef>
                <a:spcPct val="0"/>
              </a:spcBef>
              <a:spcAft>
                <a:spcPct val="0"/>
              </a:spcAft>
              <a:buClrTx/>
              <a:buSzTx/>
              <a:buFont typeface="+mj-lt"/>
              <a:buAutoNum type="arabicPeriod"/>
              <a:tabLst/>
            </a:pPr>
            <a:r>
              <a:rPr kumimoji="0" lang="id-ID" altLang="id-ID" sz="1200" b="1" i="0" u="none" strike="noStrike" cap="none" normalizeH="0" baseline="0" dirty="0" err="1">
                <a:ln>
                  <a:noFill/>
                </a:ln>
                <a:solidFill>
                  <a:schemeClr val="tx1"/>
                </a:solidFill>
                <a:effectLst/>
              </a:rPr>
              <a:t>Left</a:t>
            </a:r>
            <a:r>
              <a:rPr kumimoji="0" lang="id-ID" altLang="id-ID" sz="1200" b="1" i="0" u="none" strike="noStrike" cap="none" normalizeH="0" baseline="0" dirty="0">
                <a:ln>
                  <a:noFill/>
                </a:ln>
                <a:solidFill>
                  <a:schemeClr val="tx1"/>
                </a:solidFill>
                <a:effectLst/>
              </a:rPr>
              <a:t> </a:t>
            </a:r>
            <a:r>
              <a:rPr kumimoji="0" lang="id-ID" altLang="id-ID" sz="1200" b="1" i="0" u="none" strike="noStrike" cap="none" normalizeH="0" baseline="0" dirty="0" err="1">
                <a:ln>
                  <a:noFill/>
                </a:ln>
                <a:solidFill>
                  <a:schemeClr val="tx1"/>
                </a:solidFill>
                <a:effectLst/>
              </a:rPr>
              <a:t>Defensive</a:t>
            </a:r>
            <a:r>
              <a:rPr kumimoji="0" lang="id-ID" altLang="id-ID" sz="1200" b="1" i="0" u="none" strike="noStrike" cap="none" normalizeH="0" baseline="0" dirty="0">
                <a:ln>
                  <a:noFill/>
                </a:ln>
                <a:solidFill>
                  <a:schemeClr val="tx1"/>
                </a:solidFill>
                <a:effectLst/>
              </a:rPr>
              <a:t> </a:t>
            </a:r>
            <a:r>
              <a:rPr kumimoji="0" lang="id-ID" altLang="id-ID" sz="1200" b="1" i="0" u="none" strike="noStrike" cap="none" normalizeH="0" baseline="0" dirty="0" err="1">
                <a:ln>
                  <a:noFill/>
                </a:ln>
                <a:solidFill>
                  <a:schemeClr val="tx1"/>
                </a:solidFill>
                <a:effectLst/>
              </a:rPr>
              <a:t>Midfield</a:t>
            </a:r>
            <a:endParaRPr kumimoji="0" lang="id-ID" altLang="id-ID" sz="1200" b="1" i="0" u="none" strike="noStrike" cap="none" normalizeH="0" baseline="0" dirty="0">
              <a:ln>
                <a:noFill/>
              </a:ln>
              <a:solidFill>
                <a:schemeClr val="tx1"/>
              </a:solidFill>
              <a:effectLst/>
            </a:endParaRPr>
          </a:p>
          <a:p>
            <a:pPr marL="228600" marR="0" lvl="0" indent="-228600" defTabSz="914400" rtl="0" eaLnBrk="0" fontAlgn="base" latinLnBrk="0" hangingPunct="0">
              <a:lnSpc>
                <a:spcPct val="100000"/>
              </a:lnSpc>
              <a:spcBef>
                <a:spcPct val="0"/>
              </a:spcBef>
              <a:spcAft>
                <a:spcPct val="0"/>
              </a:spcAft>
              <a:buClrTx/>
              <a:buSzTx/>
              <a:buFont typeface="+mj-lt"/>
              <a:buAutoNum type="arabicPeriod"/>
              <a:tabLst/>
            </a:pPr>
            <a:r>
              <a:rPr kumimoji="0" lang="id-ID" altLang="id-ID" sz="1200" b="1" i="0" u="none" strike="noStrike" cap="none" normalizeH="0" baseline="0" dirty="0" err="1">
                <a:ln>
                  <a:noFill/>
                </a:ln>
                <a:solidFill>
                  <a:schemeClr val="tx1"/>
                </a:solidFill>
                <a:effectLst/>
              </a:rPr>
              <a:t>Right</a:t>
            </a:r>
            <a:r>
              <a:rPr kumimoji="0" lang="id-ID" altLang="id-ID" sz="1200" b="1" i="0" u="none" strike="noStrike" cap="none" normalizeH="0" baseline="0" dirty="0">
                <a:ln>
                  <a:noFill/>
                </a:ln>
                <a:solidFill>
                  <a:schemeClr val="tx1"/>
                </a:solidFill>
                <a:effectLst/>
              </a:rPr>
              <a:t> </a:t>
            </a:r>
            <a:r>
              <a:rPr kumimoji="0" lang="id-ID" altLang="id-ID" sz="1200" b="1" i="0" u="none" strike="noStrike" cap="none" normalizeH="0" baseline="0" dirty="0" err="1">
                <a:ln>
                  <a:noFill/>
                </a:ln>
                <a:solidFill>
                  <a:schemeClr val="tx1"/>
                </a:solidFill>
                <a:effectLst/>
              </a:rPr>
              <a:t>Midfield</a:t>
            </a:r>
            <a:endParaRPr kumimoji="0" lang="id-ID" altLang="id-ID" sz="1200" b="1" i="0" u="none" strike="noStrike" cap="none" normalizeH="0" baseline="0" dirty="0">
              <a:ln>
                <a:noFill/>
              </a:ln>
              <a:solidFill>
                <a:schemeClr val="tx1"/>
              </a:solidFill>
              <a:effectLst/>
            </a:endParaRPr>
          </a:p>
          <a:p>
            <a:pPr marL="228600" marR="0" lvl="0" indent="-228600" defTabSz="914400" rtl="0" eaLnBrk="0" fontAlgn="base" latinLnBrk="0" hangingPunct="0">
              <a:lnSpc>
                <a:spcPct val="100000"/>
              </a:lnSpc>
              <a:spcBef>
                <a:spcPct val="0"/>
              </a:spcBef>
              <a:spcAft>
                <a:spcPct val="0"/>
              </a:spcAft>
              <a:buClrTx/>
              <a:buSzTx/>
              <a:buFont typeface="+mj-lt"/>
              <a:buAutoNum type="arabicPeriod"/>
              <a:tabLst/>
            </a:pPr>
            <a:r>
              <a:rPr kumimoji="0" lang="id-ID" altLang="id-ID" sz="1200" b="1" i="0" u="none" strike="noStrike" cap="none" normalizeH="0" baseline="0" dirty="0" err="1">
                <a:ln>
                  <a:noFill/>
                </a:ln>
                <a:solidFill>
                  <a:schemeClr val="tx1"/>
                </a:solidFill>
                <a:effectLst/>
              </a:rPr>
              <a:t>Right</a:t>
            </a:r>
            <a:r>
              <a:rPr kumimoji="0" lang="id-ID" altLang="id-ID" sz="1200" b="1" i="0" u="none" strike="noStrike" cap="none" normalizeH="0" baseline="0" dirty="0">
                <a:ln>
                  <a:noFill/>
                </a:ln>
                <a:solidFill>
                  <a:schemeClr val="tx1"/>
                </a:solidFill>
                <a:effectLst/>
              </a:rPr>
              <a:t> Centre </a:t>
            </a:r>
            <a:r>
              <a:rPr kumimoji="0" lang="id-ID" altLang="id-ID" sz="1200" b="1" i="0" u="none" strike="noStrike" cap="none" normalizeH="0" baseline="0" dirty="0" err="1">
                <a:ln>
                  <a:noFill/>
                </a:ln>
                <a:solidFill>
                  <a:schemeClr val="tx1"/>
                </a:solidFill>
                <a:effectLst/>
              </a:rPr>
              <a:t>Midfield</a:t>
            </a:r>
            <a:endParaRPr kumimoji="0" lang="id-ID" altLang="id-ID" sz="1200" b="1" i="0" u="none" strike="noStrike" cap="none" normalizeH="0" baseline="0" dirty="0">
              <a:ln>
                <a:noFill/>
              </a:ln>
              <a:solidFill>
                <a:schemeClr val="tx1"/>
              </a:solidFill>
              <a:effectLst/>
            </a:endParaRPr>
          </a:p>
          <a:p>
            <a:pPr marL="228600" marR="0" lvl="0" indent="-228600" defTabSz="914400" rtl="0" eaLnBrk="0" fontAlgn="base" latinLnBrk="0" hangingPunct="0">
              <a:lnSpc>
                <a:spcPct val="100000"/>
              </a:lnSpc>
              <a:spcBef>
                <a:spcPct val="0"/>
              </a:spcBef>
              <a:spcAft>
                <a:spcPct val="0"/>
              </a:spcAft>
              <a:buClrTx/>
              <a:buSzTx/>
              <a:buFont typeface="+mj-lt"/>
              <a:buAutoNum type="arabicPeriod"/>
              <a:tabLst/>
            </a:pPr>
            <a:r>
              <a:rPr kumimoji="0" lang="id-ID" altLang="id-ID" sz="1200" b="1" i="0" u="none" strike="noStrike" cap="none" normalizeH="0" baseline="0" dirty="0">
                <a:ln>
                  <a:noFill/>
                </a:ln>
                <a:solidFill>
                  <a:schemeClr val="tx1"/>
                </a:solidFill>
                <a:effectLst/>
              </a:rPr>
              <a:t>Centre </a:t>
            </a:r>
            <a:r>
              <a:rPr kumimoji="0" lang="id-ID" altLang="id-ID" sz="1200" b="1" i="0" u="none" strike="noStrike" cap="none" normalizeH="0" baseline="0" dirty="0" err="1">
                <a:ln>
                  <a:noFill/>
                </a:ln>
                <a:solidFill>
                  <a:schemeClr val="tx1"/>
                </a:solidFill>
                <a:effectLst/>
              </a:rPr>
              <a:t>Midfield</a:t>
            </a:r>
            <a:endParaRPr kumimoji="0" lang="id-ID" altLang="id-ID" sz="1200" b="1" i="0" u="none" strike="noStrike" cap="none" normalizeH="0" baseline="0" dirty="0">
              <a:ln>
                <a:noFill/>
              </a:ln>
              <a:solidFill>
                <a:schemeClr val="tx1"/>
              </a:solidFill>
              <a:effectLst/>
            </a:endParaRPr>
          </a:p>
          <a:p>
            <a:pPr marL="228600" marR="0" lvl="0" indent="-228600" defTabSz="914400" rtl="0" eaLnBrk="0" fontAlgn="base" latinLnBrk="0" hangingPunct="0">
              <a:lnSpc>
                <a:spcPct val="100000"/>
              </a:lnSpc>
              <a:spcBef>
                <a:spcPct val="0"/>
              </a:spcBef>
              <a:spcAft>
                <a:spcPct val="0"/>
              </a:spcAft>
              <a:buClrTx/>
              <a:buSzTx/>
              <a:buFont typeface="+mj-lt"/>
              <a:buAutoNum type="arabicPeriod"/>
              <a:tabLst/>
            </a:pPr>
            <a:r>
              <a:rPr kumimoji="0" lang="id-ID" altLang="id-ID" sz="1200" b="1" i="0" u="none" strike="noStrike" cap="none" normalizeH="0" baseline="0" dirty="0" err="1">
                <a:ln>
                  <a:noFill/>
                </a:ln>
                <a:solidFill>
                  <a:schemeClr val="tx1"/>
                </a:solidFill>
                <a:effectLst/>
              </a:rPr>
              <a:t>Left</a:t>
            </a:r>
            <a:r>
              <a:rPr kumimoji="0" lang="id-ID" altLang="id-ID" sz="1200" b="1" i="0" u="none" strike="noStrike" cap="none" normalizeH="0" baseline="0" dirty="0">
                <a:ln>
                  <a:noFill/>
                </a:ln>
                <a:solidFill>
                  <a:schemeClr val="tx1"/>
                </a:solidFill>
                <a:effectLst/>
              </a:rPr>
              <a:t> Centre </a:t>
            </a:r>
            <a:r>
              <a:rPr kumimoji="0" lang="id-ID" altLang="id-ID" sz="1200" b="1" i="0" u="none" strike="noStrike" cap="none" normalizeH="0" baseline="0" dirty="0" err="1">
                <a:ln>
                  <a:noFill/>
                </a:ln>
                <a:solidFill>
                  <a:schemeClr val="tx1"/>
                </a:solidFill>
                <a:effectLst/>
              </a:rPr>
              <a:t>Midfield</a:t>
            </a:r>
            <a:endParaRPr kumimoji="0" lang="id-ID" altLang="id-ID" sz="1200" b="1" i="0" u="none" strike="noStrike" cap="none" normalizeH="0" baseline="0" dirty="0">
              <a:ln>
                <a:noFill/>
              </a:ln>
              <a:solidFill>
                <a:schemeClr val="tx1"/>
              </a:solidFill>
              <a:effectLst/>
            </a:endParaRPr>
          </a:p>
          <a:p>
            <a:pPr marL="228600" marR="0" lvl="0" indent="-228600" defTabSz="914400" rtl="0" eaLnBrk="0" fontAlgn="base" latinLnBrk="0" hangingPunct="0">
              <a:lnSpc>
                <a:spcPct val="100000"/>
              </a:lnSpc>
              <a:spcBef>
                <a:spcPct val="0"/>
              </a:spcBef>
              <a:spcAft>
                <a:spcPct val="0"/>
              </a:spcAft>
              <a:buClrTx/>
              <a:buSzTx/>
              <a:buFont typeface="+mj-lt"/>
              <a:buAutoNum type="arabicPeriod"/>
              <a:tabLst/>
            </a:pPr>
            <a:r>
              <a:rPr kumimoji="0" lang="id-ID" altLang="id-ID" sz="1200" b="1" i="0" u="none" strike="noStrike" cap="none" normalizeH="0" baseline="0" dirty="0" err="1">
                <a:ln>
                  <a:noFill/>
                </a:ln>
                <a:solidFill>
                  <a:schemeClr val="tx1"/>
                </a:solidFill>
                <a:effectLst/>
              </a:rPr>
              <a:t>Left</a:t>
            </a:r>
            <a:r>
              <a:rPr kumimoji="0" lang="id-ID" altLang="id-ID" sz="1200" b="1" i="0" u="none" strike="noStrike" cap="none" normalizeH="0" baseline="0" dirty="0">
                <a:ln>
                  <a:noFill/>
                </a:ln>
                <a:solidFill>
                  <a:schemeClr val="tx1"/>
                </a:solidFill>
                <a:effectLst/>
              </a:rPr>
              <a:t> </a:t>
            </a:r>
            <a:r>
              <a:rPr kumimoji="0" lang="id-ID" altLang="id-ID" sz="1200" b="1" i="0" u="none" strike="noStrike" cap="none" normalizeH="0" baseline="0" dirty="0" err="1">
                <a:ln>
                  <a:noFill/>
                </a:ln>
                <a:solidFill>
                  <a:schemeClr val="tx1"/>
                </a:solidFill>
                <a:effectLst/>
              </a:rPr>
              <a:t>Midfield</a:t>
            </a:r>
            <a:endParaRPr kumimoji="0" lang="id-ID" altLang="id-ID" sz="1200" b="1" i="0" u="none" strike="noStrike" cap="none" normalizeH="0" baseline="0" dirty="0">
              <a:ln>
                <a:noFill/>
              </a:ln>
              <a:solidFill>
                <a:schemeClr val="tx1"/>
              </a:solidFill>
              <a:effectLst/>
            </a:endParaRPr>
          </a:p>
          <a:p>
            <a:pPr marL="228600" marR="0" lvl="0" indent="-228600" defTabSz="914400" rtl="0" eaLnBrk="0" fontAlgn="base" latinLnBrk="0" hangingPunct="0">
              <a:lnSpc>
                <a:spcPct val="100000"/>
              </a:lnSpc>
              <a:spcBef>
                <a:spcPct val="0"/>
              </a:spcBef>
              <a:spcAft>
                <a:spcPct val="0"/>
              </a:spcAft>
              <a:buClrTx/>
              <a:buSzTx/>
              <a:buFont typeface="+mj-lt"/>
              <a:buAutoNum type="arabicPeriod"/>
              <a:tabLst/>
            </a:pPr>
            <a:r>
              <a:rPr kumimoji="0" lang="id-ID" altLang="id-ID" sz="1200" b="1" i="0" u="none" strike="noStrike" cap="none" normalizeH="0" baseline="0" dirty="0" err="1">
                <a:ln>
                  <a:noFill/>
                </a:ln>
                <a:solidFill>
                  <a:schemeClr val="tx1"/>
                </a:solidFill>
                <a:effectLst/>
              </a:rPr>
              <a:t>Right</a:t>
            </a:r>
            <a:r>
              <a:rPr kumimoji="0" lang="id-ID" altLang="id-ID" sz="1200" b="1" i="0" u="none" strike="noStrike" cap="none" normalizeH="0" baseline="0" dirty="0">
                <a:ln>
                  <a:noFill/>
                </a:ln>
                <a:solidFill>
                  <a:schemeClr val="tx1"/>
                </a:solidFill>
                <a:effectLst/>
              </a:rPr>
              <a:t> Wing</a:t>
            </a:r>
          </a:p>
          <a:p>
            <a:pPr marL="228600" marR="0" lvl="0" indent="-228600" defTabSz="914400" rtl="0" eaLnBrk="0" fontAlgn="base" latinLnBrk="0" hangingPunct="0">
              <a:lnSpc>
                <a:spcPct val="100000"/>
              </a:lnSpc>
              <a:spcBef>
                <a:spcPct val="0"/>
              </a:spcBef>
              <a:spcAft>
                <a:spcPct val="0"/>
              </a:spcAft>
              <a:buClrTx/>
              <a:buSzTx/>
              <a:buFont typeface="+mj-lt"/>
              <a:buAutoNum type="arabicPeriod"/>
              <a:tabLst/>
            </a:pPr>
            <a:r>
              <a:rPr kumimoji="0" lang="id-ID" altLang="id-ID" sz="1200" b="1" i="0" u="none" strike="noStrike" cap="none" normalizeH="0" baseline="0" dirty="0" err="1">
                <a:ln>
                  <a:noFill/>
                </a:ln>
                <a:solidFill>
                  <a:schemeClr val="tx1"/>
                </a:solidFill>
                <a:effectLst/>
              </a:rPr>
              <a:t>Right</a:t>
            </a:r>
            <a:r>
              <a:rPr kumimoji="0" lang="id-ID" altLang="id-ID" sz="1200" b="1" i="0" u="none" strike="noStrike" cap="none" normalizeH="0" baseline="0" dirty="0">
                <a:ln>
                  <a:noFill/>
                </a:ln>
                <a:solidFill>
                  <a:schemeClr val="tx1"/>
                </a:solidFill>
                <a:effectLst/>
              </a:rPr>
              <a:t> </a:t>
            </a:r>
            <a:r>
              <a:rPr kumimoji="0" lang="id-ID" altLang="id-ID" sz="1200" b="1" i="0" u="none" strike="noStrike" cap="none" normalizeH="0" baseline="0" dirty="0" err="1">
                <a:ln>
                  <a:noFill/>
                </a:ln>
                <a:solidFill>
                  <a:schemeClr val="tx1"/>
                </a:solidFill>
                <a:effectLst/>
              </a:rPr>
              <a:t>Attacking</a:t>
            </a:r>
            <a:r>
              <a:rPr kumimoji="0" lang="id-ID" altLang="id-ID" sz="1200" b="1" i="0" u="none" strike="noStrike" cap="none" normalizeH="0" baseline="0" dirty="0">
                <a:ln>
                  <a:noFill/>
                </a:ln>
                <a:solidFill>
                  <a:schemeClr val="tx1"/>
                </a:solidFill>
                <a:effectLst/>
              </a:rPr>
              <a:t> </a:t>
            </a:r>
            <a:r>
              <a:rPr kumimoji="0" lang="id-ID" altLang="id-ID" sz="1200" b="1" i="0" u="none" strike="noStrike" cap="none" normalizeH="0" baseline="0" dirty="0" err="1">
                <a:ln>
                  <a:noFill/>
                </a:ln>
                <a:solidFill>
                  <a:schemeClr val="tx1"/>
                </a:solidFill>
                <a:effectLst/>
              </a:rPr>
              <a:t>Midfield</a:t>
            </a:r>
            <a:endParaRPr kumimoji="0" lang="id-ID" altLang="id-ID" sz="1200" b="1" i="0" u="none" strike="noStrike" cap="none" normalizeH="0" baseline="0" dirty="0">
              <a:ln>
                <a:noFill/>
              </a:ln>
              <a:solidFill>
                <a:schemeClr val="tx1"/>
              </a:solidFill>
              <a:effectLst/>
            </a:endParaRPr>
          </a:p>
          <a:p>
            <a:pPr marL="228600" marR="0" lvl="0" indent="-228600" defTabSz="914400" rtl="0" eaLnBrk="0" fontAlgn="base" latinLnBrk="0" hangingPunct="0">
              <a:lnSpc>
                <a:spcPct val="100000"/>
              </a:lnSpc>
              <a:spcBef>
                <a:spcPct val="0"/>
              </a:spcBef>
              <a:spcAft>
                <a:spcPct val="0"/>
              </a:spcAft>
              <a:buClrTx/>
              <a:buSzTx/>
              <a:buFont typeface="+mj-lt"/>
              <a:buAutoNum type="arabicPeriod"/>
              <a:tabLst/>
            </a:pPr>
            <a:r>
              <a:rPr kumimoji="0" lang="id-ID" altLang="id-ID" sz="1200" b="1" i="0" u="none" strike="noStrike" cap="none" normalizeH="0" baseline="0" dirty="0" err="1">
                <a:ln>
                  <a:noFill/>
                </a:ln>
                <a:solidFill>
                  <a:schemeClr val="tx1"/>
                </a:solidFill>
                <a:effectLst/>
              </a:rPr>
              <a:t>Central</a:t>
            </a:r>
            <a:r>
              <a:rPr kumimoji="0" lang="id-ID" altLang="id-ID" sz="1200" b="1" i="0" u="none" strike="noStrike" cap="none" normalizeH="0" baseline="0" dirty="0">
                <a:ln>
                  <a:noFill/>
                </a:ln>
                <a:solidFill>
                  <a:schemeClr val="tx1"/>
                </a:solidFill>
                <a:effectLst/>
              </a:rPr>
              <a:t> </a:t>
            </a:r>
            <a:r>
              <a:rPr kumimoji="0" lang="id-ID" altLang="id-ID" sz="1200" b="1" i="0" u="none" strike="noStrike" cap="none" normalizeH="0" baseline="0" dirty="0" err="1">
                <a:ln>
                  <a:noFill/>
                </a:ln>
                <a:solidFill>
                  <a:schemeClr val="tx1"/>
                </a:solidFill>
                <a:effectLst/>
              </a:rPr>
              <a:t>Attacking</a:t>
            </a:r>
            <a:r>
              <a:rPr kumimoji="0" lang="id-ID" altLang="id-ID" sz="1200" b="1" i="0" u="none" strike="noStrike" cap="none" normalizeH="0" baseline="0" dirty="0">
                <a:ln>
                  <a:noFill/>
                </a:ln>
                <a:solidFill>
                  <a:schemeClr val="tx1"/>
                </a:solidFill>
                <a:effectLst/>
              </a:rPr>
              <a:t> </a:t>
            </a:r>
            <a:r>
              <a:rPr kumimoji="0" lang="id-ID" altLang="id-ID" sz="1200" b="1" i="0" u="none" strike="noStrike" cap="none" normalizeH="0" baseline="0" dirty="0" err="1">
                <a:ln>
                  <a:noFill/>
                </a:ln>
                <a:solidFill>
                  <a:schemeClr val="tx1"/>
                </a:solidFill>
                <a:effectLst/>
              </a:rPr>
              <a:t>Midfield</a:t>
            </a:r>
            <a:endParaRPr kumimoji="0" lang="id-ID" altLang="id-ID" sz="1200" b="1" i="0" u="none" strike="noStrike" cap="none" normalizeH="0" baseline="0" dirty="0">
              <a:ln>
                <a:noFill/>
              </a:ln>
              <a:solidFill>
                <a:schemeClr val="tx1"/>
              </a:solidFill>
              <a:effectLst/>
            </a:endParaRPr>
          </a:p>
          <a:p>
            <a:pPr marL="228600" marR="0" lvl="0" indent="-228600" defTabSz="914400" rtl="0" eaLnBrk="0" fontAlgn="base" latinLnBrk="0" hangingPunct="0">
              <a:lnSpc>
                <a:spcPct val="100000"/>
              </a:lnSpc>
              <a:spcBef>
                <a:spcPct val="0"/>
              </a:spcBef>
              <a:spcAft>
                <a:spcPct val="0"/>
              </a:spcAft>
              <a:buClrTx/>
              <a:buSzTx/>
              <a:buFont typeface="+mj-lt"/>
              <a:buAutoNum type="arabicPeriod"/>
              <a:tabLst/>
            </a:pPr>
            <a:r>
              <a:rPr kumimoji="0" lang="id-ID" altLang="id-ID" sz="1200" b="1" i="0" u="none" strike="noStrike" cap="none" normalizeH="0" baseline="0" dirty="0" err="1">
                <a:ln>
                  <a:noFill/>
                </a:ln>
                <a:solidFill>
                  <a:schemeClr val="tx1"/>
                </a:solidFill>
                <a:effectLst/>
              </a:rPr>
              <a:t>Left</a:t>
            </a:r>
            <a:r>
              <a:rPr kumimoji="0" lang="id-ID" altLang="id-ID" sz="1200" b="1" i="0" u="none" strike="noStrike" cap="none" normalizeH="0" baseline="0" dirty="0">
                <a:ln>
                  <a:noFill/>
                </a:ln>
                <a:solidFill>
                  <a:schemeClr val="tx1"/>
                </a:solidFill>
                <a:effectLst/>
              </a:rPr>
              <a:t> </a:t>
            </a:r>
            <a:r>
              <a:rPr kumimoji="0" lang="id-ID" altLang="id-ID" sz="1200" b="1" i="0" u="none" strike="noStrike" cap="none" normalizeH="0" baseline="0" dirty="0" err="1">
                <a:ln>
                  <a:noFill/>
                </a:ln>
                <a:solidFill>
                  <a:schemeClr val="tx1"/>
                </a:solidFill>
                <a:effectLst/>
              </a:rPr>
              <a:t>Attacking</a:t>
            </a:r>
            <a:r>
              <a:rPr kumimoji="0" lang="id-ID" altLang="id-ID" sz="1200" b="1" i="0" u="none" strike="noStrike" cap="none" normalizeH="0" baseline="0" dirty="0">
                <a:ln>
                  <a:noFill/>
                </a:ln>
                <a:solidFill>
                  <a:schemeClr val="tx1"/>
                </a:solidFill>
                <a:effectLst/>
              </a:rPr>
              <a:t> </a:t>
            </a:r>
            <a:r>
              <a:rPr kumimoji="0" lang="id-ID" altLang="id-ID" sz="1200" b="1" i="0" u="none" strike="noStrike" cap="none" normalizeH="0" baseline="0" dirty="0" err="1">
                <a:ln>
                  <a:noFill/>
                </a:ln>
                <a:solidFill>
                  <a:schemeClr val="tx1"/>
                </a:solidFill>
                <a:effectLst/>
              </a:rPr>
              <a:t>Midfield</a:t>
            </a:r>
            <a:endParaRPr kumimoji="0" lang="id-ID" altLang="id-ID" sz="1200" b="1" i="0" u="none" strike="noStrike" cap="none" normalizeH="0" baseline="0" dirty="0">
              <a:ln>
                <a:noFill/>
              </a:ln>
              <a:solidFill>
                <a:schemeClr val="tx1"/>
              </a:solidFill>
              <a:effectLst/>
            </a:endParaRPr>
          </a:p>
          <a:p>
            <a:pPr marL="228600" marR="0" lvl="0" indent="-228600" defTabSz="914400" rtl="0" eaLnBrk="0" fontAlgn="base" latinLnBrk="0" hangingPunct="0">
              <a:lnSpc>
                <a:spcPct val="100000"/>
              </a:lnSpc>
              <a:spcBef>
                <a:spcPct val="0"/>
              </a:spcBef>
              <a:spcAft>
                <a:spcPct val="0"/>
              </a:spcAft>
              <a:buClrTx/>
              <a:buSzTx/>
              <a:buFont typeface="+mj-lt"/>
              <a:buAutoNum type="arabicPeriod"/>
              <a:tabLst/>
            </a:pPr>
            <a:r>
              <a:rPr kumimoji="0" lang="id-ID" altLang="id-ID" sz="1200" b="1" i="0" u="none" strike="noStrike" cap="none" normalizeH="0" baseline="0" dirty="0" err="1">
                <a:ln>
                  <a:noFill/>
                </a:ln>
                <a:solidFill>
                  <a:schemeClr val="tx1"/>
                </a:solidFill>
                <a:effectLst/>
              </a:rPr>
              <a:t>Left</a:t>
            </a:r>
            <a:r>
              <a:rPr kumimoji="0" lang="id-ID" altLang="id-ID" sz="1200" b="1" i="0" u="none" strike="noStrike" cap="none" normalizeH="0" baseline="0" dirty="0">
                <a:ln>
                  <a:noFill/>
                </a:ln>
                <a:solidFill>
                  <a:schemeClr val="tx1"/>
                </a:solidFill>
                <a:effectLst/>
              </a:rPr>
              <a:t> Wing</a:t>
            </a:r>
          </a:p>
          <a:p>
            <a:pPr marL="228600" marR="0" lvl="0" indent="-228600" defTabSz="914400" rtl="0" eaLnBrk="0" fontAlgn="base" latinLnBrk="0" hangingPunct="0">
              <a:lnSpc>
                <a:spcPct val="100000"/>
              </a:lnSpc>
              <a:spcBef>
                <a:spcPct val="0"/>
              </a:spcBef>
              <a:spcAft>
                <a:spcPct val="0"/>
              </a:spcAft>
              <a:buClrTx/>
              <a:buSzTx/>
              <a:buFont typeface="+mj-lt"/>
              <a:buAutoNum type="arabicPeriod"/>
              <a:tabLst/>
            </a:pPr>
            <a:r>
              <a:rPr kumimoji="0" lang="id-ID" altLang="id-ID" sz="1200" b="1" i="0" u="none" strike="noStrike" cap="none" normalizeH="0" baseline="0" dirty="0" err="1">
                <a:ln>
                  <a:noFill/>
                </a:ln>
                <a:solidFill>
                  <a:schemeClr val="tx1"/>
                </a:solidFill>
                <a:effectLst/>
              </a:rPr>
              <a:t>Right</a:t>
            </a:r>
            <a:r>
              <a:rPr kumimoji="0" lang="id-ID" altLang="id-ID" sz="1200" b="1" i="0" u="none" strike="noStrike" cap="none" normalizeH="0" baseline="0" dirty="0">
                <a:ln>
                  <a:noFill/>
                </a:ln>
                <a:solidFill>
                  <a:schemeClr val="tx1"/>
                </a:solidFill>
                <a:effectLst/>
              </a:rPr>
              <a:t> Centre </a:t>
            </a:r>
            <a:r>
              <a:rPr kumimoji="0" lang="id-ID" altLang="id-ID" sz="1200" b="1" i="0" u="none" strike="noStrike" cap="none" normalizeH="0" baseline="0" dirty="0" err="1">
                <a:ln>
                  <a:noFill/>
                </a:ln>
                <a:solidFill>
                  <a:schemeClr val="tx1"/>
                </a:solidFill>
                <a:effectLst/>
              </a:rPr>
              <a:t>Forward</a:t>
            </a:r>
            <a:endParaRPr kumimoji="0" lang="id-ID" altLang="id-ID" sz="1200" b="1" i="0" u="none" strike="noStrike" cap="none" normalizeH="0" baseline="0" dirty="0">
              <a:ln>
                <a:noFill/>
              </a:ln>
              <a:solidFill>
                <a:schemeClr val="tx1"/>
              </a:solidFill>
              <a:effectLst/>
            </a:endParaRPr>
          </a:p>
          <a:p>
            <a:pPr marL="228600" marR="0" lvl="0" indent="-228600" defTabSz="914400" rtl="0" eaLnBrk="0" fontAlgn="base" latinLnBrk="0" hangingPunct="0">
              <a:lnSpc>
                <a:spcPct val="100000"/>
              </a:lnSpc>
              <a:spcBef>
                <a:spcPct val="0"/>
              </a:spcBef>
              <a:spcAft>
                <a:spcPct val="0"/>
              </a:spcAft>
              <a:buClrTx/>
              <a:buSzTx/>
              <a:buFont typeface="+mj-lt"/>
              <a:buAutoNum type="arabicPeriod"/>
              <a:tabLst/>
            </a:pPr>
            <a:r>
              <a:rPr kumimoji="0" lang="id-ID" altLang="id-ID" sz="1200" b="1" i="0" u="none" strike="noStrike" cap="none" normalizeH="0" baseline="0" dirty="0">
                <a:ln>
                  <a:noFill/>
                </a:ln>
                <a:solidFill>
                  <a:schemeClr val="tx1"/>
                </a:solidFill>
                <a:effectLst/>
              </a:rPr>
              <a:t>Centre </a:t>
            </a:r>
            <a:r>
              <a:rPr kumimoji="0" lang="id-ID" altLang="id-ID" sz="1200" b="1" i="0" u="none" strike="noStrike" cap="none" normalizeH="0" baseline="0" dirty="0" err="1">
                <a:ln>
                  <a:noFill/>
                </a:ln>
                <a:solidFill>
                  <a:schemeClr val="tx1"/>
                </a:solidFill>
                <a:effectLst/>
              </a:rPr>
              <a:t>Forward</a:t>
            </a:r>
            <a:endParaRPr kumimoji="0" lang="id-ID" altLang="id-ID" sz="1200" b="1" i="0" u="none" strike="noStrike" cap="none" normalizeH="0" baseline="0" dirty="0">
              <a:ln>
                <a:noFill/>
              </a:ln>
              <a:solidFill>
                <a:schemeClr val="tx1"/>
              </a:solidFill>
              <a:effectLst/>
            </a:endParaRPr>
          </a:p>
          <a:p>
            <a:pPr marL="228600" marR="0" lvl="0" indent="-228600" defTabSz="914400" rtl="0" eaLnBrk="0" fontAlgn="base" latinLnBrk="0" hangingPunct="0">
              <a:lnSpc>
                <a:spcPct val="100000"/>
              </a:lnSpc>
              <a:spcBef>
                <a:spcPct val="0"/>
              </a:spcBef>
              <a:spcAft>
                <a:spcPct val="0"/>
              </a:spcAft>
              <a:buClrTx/>
              <a:buSzTx/>
              <a:buFont typeface="+mj-lt"/>
              <a:buAutoNum type="arabicPeriod"/>
              <a:tabLst/>
            </a:pPr>
            <a:r>
              <a:rPr kumimoji="0" lang="id-ID" altLang="id-ID" sz="1200" b="1" i="0" u="none" strike="noStrike" cap="none" normalizeH="0" baseline="0" dirty="0" err="1">
                <a:ln>
                  <a:noFill/>
                </a:ln>
                <a:solidFill>
                  <a:schemeClr val="tx1"/>
                </a:solidFill>
                <a:effectLst/>
              </a:rPr>
              <a:t>Left</a:t>
            </a:r>
            <a:r>
              <a:rPr kumimoji="0" lang="id-ID" altLang="id-ID" sz="1200" b="1" i="0" u="none" strike="noStrike" cap="none" normalizeH="0" baseline="0" dirty="0">
                <a:ln>
                  <a:noFill/>
                </a:ln>
                <a:solidFill>
                  <a:schemeClr val="tx1"/>
                </a:solidFill>
                <a:effectLst/>
              </a:rPr>
              <a:t> Centre </a:t>
            </a:r>
            <a:r>
              <a:rPr kumimoji="0" lang="id-ID" altLang="id-ID" sz="1200" b="1" i="0" u="none" strike="noStrike" cap="none" normalizeH="0" baseline="0" dirty="0" err="1">
                <a:ln>
                  <a:noFill/>
                </a:ln>
                <a:solidFill>
                  <a:schemeClr val="tx1"/>
                </a:solidFill>
                <a:effectLst/>
              </a:rPr>
              <a:t>Forward</a:t>
            </a:r>
            <a:endParaRPr kumimoji="0" lang="id-ID" altLang="id-ID" sz="1200" b="1" i="0" u="none" strike="noStrike" cap="none" normalizeH="0" baseline="0" dirty="0">
              <a:ln>
                <a:noFill/>
              </a:ln>
              <a:solidFill>
                <a:schemeClr val="tx1"/>
              </a:solidFill>
              <a:effectLst/>
            </a:endParaRPr>
          </a:p>
          <a:p>
            <a:pPr marL="228600" marR="0" lvl="0" indent="-228600" defTabSz="914400" rtl="0" eaLnBrk="0" fontAlgn="base" latinLnBrk="0" hangingPunct="0">
              <a:lnSpc>
                <a:spcPct val="100000"/>
              </a:lnSpc>
              <a:spcBef>
                <a:spcPct val="0"/>
              </a:spcBef>
              <a:spcAft>
                <a:spcPct val="0"/>
              </a:spcAft>
              <a:buClrTx/>
              <a:buSzTx/>
              <a:buFont typeface="+mj-lt"/>
              <a:buAutoNum type="arabicPeriod"/>
              <a:tabLst/>
            </a:pPr>
            <a:r>
              <a:rPr kumimoji="0" lang="id-ID" altLang="id-ID" sz="1200" b="1" i="0" u="none" strike="noStrike" cap="none" normalizeH="0" baseline="0" dirty="0" err="1">
                <a:ln>
                  <a:noFill/>
                </a:ln>
                <a:solidFill>
                  <a:schemeClr val="tx1"/>
                </a:solidFill>
                <a:effectLst/>
              </a:rPr>
              <a:t>Secondary</a:t>
            </a:r>
            <a:r>
              <a:rPr kumimoji="0" lang="id-ID" altLang="id-ID" sz="1200" b="1" i="0" u="none" strike="noStrike" cap="none" normalizeH="0" baseline="0" dirty="0">
                <a:ln>
                  <a:noFill/>
                </a:ln>
                <a:solidFill>
                  <a:schemeClr val="tx1"/>
                </a:solidFill>
                <a:effectLst/>
              </a:rPr>
              <a:t> Striker</a:t>
            </a:r>
          </a:p>
        </p:txBody>
      </p:sp>
      <p:pic>
        <p:nvPicPr>
          <p:cNvPr id="7" name="Picture 6">
            <a:extLst>
              <a:ext uri="{FF2B5EF4-FFF2-40B4-BE49-F238E27FC236}">
                <a16:creationId xmlns:a16="http://schemas.microsoft.com/office/drawing/2014/main" id="{C26BE7A1-8349-B4F0-2E3E-9C7D793FFCA7}"/>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006493" y="1768019"/>
            <a:ext cx="8804506" cy="4367310"/>
          </a:xfrm>
          <a:prstGeom prst="rect">
            <a:avLst/>
          </a:prstGeom>
          <a:noFill/>
          <a:ln>
            <a:noFill/>
          </a:ln>
        </p:spPr>
      </p:pic>
    </p:spTree>
    <p:extLst>
      <p:ext uri="{BB962C8B-B14F-4D97-AF65-F5344CB8AC3E}">
        <p14:creationId xmlns:p14="http://schemas.microsoft.com/office/powerpoint/2010/main" val="944314883"/>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7BF63F-5D88-8AD0-3BC3-6AB8BEC0AC05}"/>
            </a:ext>
          </a:extLst>
        </p:cNvPr>
        <p:cNvGrpSpPr/>
        <p:nvPr/>
      </p:nvGrpSpPr>
      <p:grpSpPr>
        <a:xfrm>
          <a:off x="0" y="0"/>
          <a:ext cx="0" cy="0"/>
          <a:chOff x="0" y="0"/>
          <a:chExt cx="0" cy="0"/>
        </a:xfrm>
      </p:grpSpPr>
      <p:sp>
        <p:nvSpPr>
          <p:cNvPr id="2" name="Judul 1">
            <a:extLst>
              <a:ext uri="{FF2B5EF4-FFF2-40B4-BE49-F238E27FC236}">
                <a16:creationId xmlns:a16="http://schemas.microsoft.com/office/drawing/2014/main" id="{C21FC2B3-61CF-97D9-E5DF-16FE63EE644C}"/>
              </a:ext>
            </a:extLst>
          </p:cNvPr>
          <p:cNvSpPr>
            <a:spLocks noGrp="1"/>
          </p:cNvSpPr>
          <p:nvPr>
            <p:ph type="title"/>
          </p:nvPr>
        </p:nvSpPr>
        <p:spPr>
          <a:xfrm>
            <a:off x="929148" y="381000"/>
            <a:ext cx="10017527" cy="1325563"/>
          </a:xfrm>
        </p:spPr>
        <p:txBody>
          <a:bodyPr rtlCol="0"/>
          <a:lstStyle/>
          <a:p>
            <a:r>
              <a:rPr lang="it-IT" dirty="0"/>
              <a:t>Analisis Distribusi Variabel Tunggal (Univariat)</a:t>
            </a:r>
            <a:endParaRPr lang="id-ID" dirty="0"/>
          </a:p>
        </p:txBody>
      </p:sp>
      <p:sp>
        <p:nvSpPr>
          <p:cNvPr id="9" name="Tampungan Nomor Slide 8">
            <a:extLst>
              <a:ext uri="{FF2B5EF4-FFF2-40B4-BE49-F238E27FC236}">
                <a16:creationId xmlns:a16="http://schemas.microsoft.com/office/drawing/2014/main" id="{A8A63AA8-CBA7-7A9E-71CD-00885E9FE430}"/>
              </a:ext>
            </a:extLst>
          </p:cNvPr>
          <p:cNvSpPr>
            <a:spLocks noGrp="1"/>
          </p:cNvSpPr>
          <p:nvPr>
            <p:ph type="sldNum" sz="quarter" idx="4"/>
          </p:nvPr>
        </p:nvSpPr>
        <p:spPr>
          <a:xfrm>
            <a:off x="10153276" y="6356350"/>
            <a:ext cx="1657723" cy="365125"/>
          </a:xfrm>
        </p:spPr>
        <p:txBody>
          <a:bodyPr rtlCol="0"/>
          <a:lstStyle/>
          <a:p>
            <a:pPr rtl="0"/>
            <a:fld id="{294A09A9-5501-47C1-A89A-A340965A2BE2}" type="slidenum">
              <a:rPr lang="id-ID" smtClean="0"/>
              <a:pPr rtl="0"/>
              <a:t>59</a:t>
            </a:fld>
            <a:endParaRPr lang="id-ID"/>
          </a:p>
        </p:txBody>
      </p:sp>
      <p:pic>
        <p:nvPicPr>
          <p:cNvPr id="3" name="Picture 2">
            <a:extLst>
              <a:ext uri="{FF2B5EF4-FFF2-40B4-BE49-F238E27FC236}">
                <a16:creationId xmlns:a16="http://schemas.microsoft.com/office/drawing/2014/main" id="{03A91042-21CE-B9EF-2272-63FC28857F81}"/>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707923" y="1771293"/>
            <a:ext cx="8083257" cy="4821235"/>
          </a:xfrm>
          <a:prstGeom prst="rect">
            <a:avLst/>
          </a:prstGeom>
          <a:noFill/>
          <a:ln>
            <a:noFill/>
          </a:ln>
        </p:spPr>
      </p:pic>
      <p:sp>
        <p:nvSpPr>
          <p:cNvPr id="4" name="Rectangle 1">
            <a:extLst>
              <a:ext uri="{FF2B5EF4-FFF2-40B4-BE49-F238E27FC236}">
                <a16:creationId xmlns:a16="http://schemas.microsoft.com/office/drawing/2014/main" id="{82FBAAF3-9758-0C30-3735-DAC8CADD8E30}"/>
              </a:ext>
            </a:extLst>
          </p:cNvPr>
          <p:cNvSpPr>
            <a:spLocks noChangeArrowheads="1"/>
          </p:cNvSpPr>
          <p:nvPr/>
        </p:nvSpPr>
        <p:spPr bwMode="auto">
          <a:xfrm>
            <a:off x="8784627" y="2000131"/>
            <a:ext cx="2197510" cy="2031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id-ID" altLang="id-ID" sz="1800" b="1" i="0" u="none" strike="noStrike" cap="none" normalizeH="0" baseline="0" dirty="0">
                <a:ln>
                  <a:noFill/>
                </a:ln>
                <a:solidFill>
                  <a:schemeClr val="tx1"/>
                </a:solidFill>
                <a:effectLst/>
              </a:rPr>
              <a:t>89:</a:t>
            </a:r>
            <a:r>
              <a:rPr kumimoji="0" lang="id-ID" altLang="id-ID" sz="1800" b="0" i="0" u="none" strike="noStrike" cap="none" normalizeH="0" baseline="0" dirty="0">
                <a:ln>
                  <a:noFill/>
                </a:ln>
                <a:solidFill>
                  <a:schemeClr val="tx1"/>
                </a:solidFill>
                <a:effectLst/>
              </a:rPr>
              <a:t> </a:t>
            </a:r>
            <a:r>
              <a:rPr kumimoji="0" lang="id-ID" altLang="id-ID" sz="1800" b="0" i="0" u="none" strike="noStrike" cap="none" normalizeH="0" baseline="0" dirty="0" err="1">
                <a:ln>
                  <a:noFill/>
                </a:ln>
                <a:solidFill>
                  <a:schemeClr val="tx1"/>
                </a:solidFill>
                <a:effectLst/>
              </a:rPr>
              <a:t>Backheel</a:t>
            </a:r>
            <a:endParaRPr kumimoji="0" lang="id-ID" altLang="id-ID" sz="1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tabLst/>
            </a:pPr>
            <a:r>
              <a:rPr kumimoji="0" lang="id-ID" altLang="id-ID" sz="1800" b="1" i="0" u="none" strike="noStrike" cap="none" normalizeH="0" baseline="0" dirty="0">
                <a:ln>
                  <a:noFill/>
                </a:ln>
                <a:solidFill>
                  <a:schemeClr val="tx1"/>
                </a:solidFill>
                <a:effectLst/>
              </a:rPr>
              <a:t>90:</a:t>
            </a:r>
            <a:r>
              <a:rPr kumimoji="0" lang="id-ID" altLang="id-ID" sz="1800" b="0" i="0" u="none" strike="noStrike" cap="none" normalizeH="0" baseline="0" dirty="0">
                <a:ln>
                  <a:noFill/>
                </a:ln>
                <a:solidFill>
                  <a:schemeClr val="tx1"/>
                </a:solidFill>
                <a:effectLst/>
              </a:rPr>
              <a:t> </a:t>
            </a:r>
            <a:r>
              <a:rPr kumimoji="0" lang="id-ID" altLang="id-ID" sz="1800" b="0" i="0" u="none" strike="noStrike" cap="none" normalizeH="0" baseline="0" dirty="0" err="1">
                <a:ln>
                  <a:noFill/>
                </a:ln>
                <a:solidFill>
                  <a:schemeClr val="tx1"/>
                </a:solidFill>
                <a:effectLst/>
              </a:rPr>
              <a:t>Diving</a:t>
            </a:r>
            <a:r>
              <a:rPr kumimoji="0" lang="id-ID" altLang="id-ID" sz="1800" b="0" i="0" u="none" strike="noStrike" cap="none" normalizeH="0" baseline="0" dirty="0">
                <a:ln>
                  <a:noFill/>
                </a:ln>
                <a:solidFill>
                  <a:schemeClr val="tx1"/>
                </a:solidFill>
                <a:effectLst/>
              </a:rPr>
              <a:t> </a:t>
            </a:r>
            <a:r>
              <a:rPr kumimoji="0" lang="id-ID" altLang="id-ID" sz="1800" b="0" i="0" u="none" strike="noStrike" cap="none" normalizeH="0" baseline="0" dirty="0" err="1">
                <a:ln>
                  <a:noFill/>
                </a:ln>
                <a:solidFill>
                  <a:schemeClr val="tx1"/>
                </a:solidFill>
                <a:effectLst/>
              </a:rPr>
              <a:t>Header</a:t>
            </a:r>
            <a:r>
              <a:rPr kumimoji="0" lang="id-ID" altLang="id-ID" sz="1800" b="0" i="0" u="none" strike="noStrike" cap="none" normalizeH="0" baseline="0" dirty="0">
                <a:ln>
                  <a:noFill/>
                </a:ln>
                <a:solidFill>
                  <a:schemeClr val="tx1"/>
                </a:solidFill>
                <a:effectLst/>
              </a:rPr>
              <a:t> </a:t>
            </a:r>
            <a:endParaRPr kumimoji="0" lang="en-GB" altLang="id-ID" sz="1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tabLst/>
            </a:pPr>
            <a:r>
              <a:rPr kumimoji="0" lang="id-ID" altLang="id-ID" sz="1800" b="1" i="0" u="none" strike="noStrike" cap="none" normalizeH="0" baseline="0" dirty="0">
                <a:ln>
                  <a:noFill/>
                </a:ln>
                <a:solidFill>
                  <a:schemeClr val="tx1"/>
                </a:solidFill>
                <a:effectLst/>
              </a:rPr>
              <a:t>91:</a:t>
            </a:r>
            <a:r>
              <a:rPr kumimoji="0" lang="id-ID" altLang="id-ID" sz="1800" b="0" i="0" u="none" strike="noStrike" cap="none" normalizeH="0" baseline="0" dirty="0">
                <a:ln>
                  <a:noFill/>
                </a:ln>
                <a:solidFill>
                  <a:schemeClr val="tx1"/>
                </a:solidFill>
                <a:effectLst/>
              </a:rPr>
              <a:t> </a:t>
            </a:r>
            <a:r>
              <a:rPr kumimoji="0" lang="id-ID" altLang="id-ID" sz="1800" b="0" i="0" u="none" strike="noStrike" cap="none" normalizeH="0" baseline="0" dirty="0" err="1">
                <a:ln>
                  <a:noFill/>
                </a:ln>
                <a:solidFill>
                  <a:schemeClr val="tx1"/>
                </a:solidFill>
                <a:effectLst/>
              </a:rPr>
              <a:t>Volley</a:t>
            </a:r>
            <a:r>
              <a:rPr kumimoji="0" lang="id-ID" altLang="id-ID" sz="1800" b="0" i="0" u="none" strike="noStrike" cap="none" normalizeH="0" baseline="0" dirty="0">
                <a:ln>
                  <a:noFill/>
                </a:ln>
                <a:solidFill>
                  <a:schemeClr val="tx1"/>
                </a:solidFill>
                <a:effectLst/>
              </a:rPr>
              <a:t> </a:t>
            </a:r>
            <a:endParaRPr kumimoji="0" lang="en-GB" altLang="id-ID" sz="1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tabLst/>
            </a:pPr>
            <a:r>
              <a:rPr kumimoji="0" lang="id-ID" altLang="id-ID" sz="1800" b="1" i="0" u="none" strike="noStrike" cap="none" normalizeH="0" baseline="0" dirty="0">
                <a:ln>
                  <a:noFill/>
                </a:ln>
                <a:solidFill>
                  <a:schemeClr val="tx1"/>
                </a:solidFill>
                <a:effectLst/>
              </a:rPr>
              <a:t>92:</a:t>
            </a:r>
            <a:r>
              <a:rPr kumimoji="0" lang="id-ID" altLang="id-ID" sz="1800" b="0" i="0" u="none" strike="noStrike" cap="none" normalizeH="0" baseline="0" dirty="0">
                <a:ln>
                  <a:noFill/>
                </a:ln>
                <a:solidFill>
                  <a:schemeClr val="tx1"/>
                </a:solidFill>
                <a:effectLst/>
              </a:rPr>
              <a:t> Lob </a:t>
            </a:r>
            <a:endParaRPr kumimoji="0" lang="en-GB" altLang="id-ID" sz="1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tabLst/>
            </a:pPr>
            <a:r>
              <a:rPr kumimoji="0" lang="id-ID" altLang="id-ID" sz="1800" b="1" i="0" u="none" strike="noStrike" cap="none" normalizeH="0" baseline="0" dirty="0">
                <a:ln>
                  <a:noFill/>
                </a:ln>
                <a:solidFill>
                  <a:schemeClr val="tx1"/>
                </a:solidFill>
                <a:effectLst/>
              </a:rPr>
              <a:t>93:</a:t>
            </a:r>
            <a:r>
              <a:rPr kumimoji="0" lang="id-ID" altLang="id-ID" sz="1800" b="0" i="0" u="none" strike="noStrike" cap="none" normalizeH="0" baseline="0" dirty="0">
                <a:ln>
                  <a:noFill/>
                </a:ln>
                <a:solidFill>
                  <a:schemeClr val="tx1"/>
                </a:solidFill>
                <a:effectLst/>
              </a:rPr>
              <a:t> Normal</a:t>
            </a:r>
          </a:p>
          <a:p>
            <a:pPr marL="0" marR="0" lvl="0" indent="0" algn="l" defTabSz="914400" rtl="0" eaLnBrk="0" fontAlgn="base" latinLnBrk="0" hangingPunct="0">
              <a:lnSpc>
                <a:spcPct val="100000"/>
              </a:lnSpc>
              <a:spcBef>
                <a:spcPct val="0"/>
              </a:spcBef>
              <a:spcAft>
                <a:spcPct val="0"/>
              </a:spcAft>
              <a:buClrTx/>
              <a:buSzTx/>
              <a:tabLst/>
            </a:pPr>
            <a:r>
              <a:rPr kumimoji="0" lang="id-ID" altLang="id-ID" sz="1800" b="1" i="0" u="none" strike="noStrike" cap="none" normalizeH="0" baseline="0" dirty="0">
                <a:ln>
                  <a:noFill/>
                </a:ln>
                <a:solidFill>
                  <a:schemeClr val="tx1"/>
                </a:solidFill>
                <a:effectLst/>
              </a:rPr>
              <a:t>94:</a:t>
            </a:r>
            <a:r>
              <a:rPr kumimoji="0" lang="id-ID" altLang="id-ID" sz="1800" b="0" i="0" u="none" strike="noStrike" cap="none" normalizeH="0" baseline="0" dirty="0">
                <a:ln>
                  <a:noFill/>
                </a:ln>
                <a:solidFill>
                  <a:schemeClr val="tx1"/>
                </a:solidFill>
                <a:effectLst/>
              </a:rPr>
              <a:t> </a:t>
            </a:r>
            <a:r>
              <a:rPr kumimoji="0" lang="id-ID" altLang="id-ID" sz="1800" b="0" i="0" u="none" strike="noStrike" cap="none" normalizeH="0" baseline="0" dirty="0" err="1">
                <a:ln>
                  <a:noFill/>
                </a:ln>
                <a:solidFill>
                  <a:schemeClr val="tx1"/>
                </a:solidFill>
                <a:effectLst/>
              </a:rPr>
              <a:t>Overhead</a:t>
            </a:r>
            <a:r>
              <a:rPr kumimoji="0" lang="id-ID" altLang="id-ID" sz="1800" b="0" i="0" u="none" strike="noStrike" cap="none" normalizeH="0" baseline="0" dirty="0">
                <a:ln>
                  <a:noFill/>
                </a:ln>
                <a:solidFill>
                  <a:schemeClr val="tx1"/>
                </a:solidFill>
                <a:effectLst/>
              </a:rPr>
              <a:t> </a:t>
            </a:r>
            <a:r>
              <a:rPr kumimoji="0" lang="id-ID" altLang="id-ID" sz="1800" b="0" i="0" u="none" strike="noStrike" cap="none" normalizeH="0" baseline="0" dirty="0" err="1">
                <a:ln>
                  <a:noFill/>
                </a:ln>
                <a:solidFill>
                  <a:schemeClr val="tx1"/>
                </a:solidFill>
                <a:effectLst/>
              </a:rPr>
              <a:t>Kick</a:t>
            </a:r>
            <a:r>
              <a:rPr kumimoji="0" lang="id-ID" altLang="id-ID" sz="1800" b="0" i="0" u="none" strike="noStrike" cap="none" normalizeH="0" baseline="0" dirty="0">
                <a:ln>
                  <a:noFill/>
                </a:ln>
                <a:solidFill>
                  <a:schemeClr val="tx1"/>
                </a:solidFill>
                <a:effectLst/>
              </a:rPr>
              <a:t> </a:t>
            </a:r>
            <a:endParaRPr kumimoji="0" lang="en-GB" altLang="id-ID" sz="1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tabLst/>
            </a:pPr>
            <a:r>
              <a:rPr kumimoji="0" lang="id-ID" altLang="id-ID" sz="1800" b="1" i="0" u="none" strike="noStrike" cap="none" normalizeH="0" baseline="0" dirty="0">
                <a:ln>
                  <a:noFill/>
                </a:ln>
                <a:solidFill>
                  <a:schemeClr val="tx1"/>
                </a:solidFill>
                <a:effectLst/>
              </a:rPr>
              <a:t>95:</a:t>
            </a:r>
            <a:r>
              <a:rPr kumimoji="0" lang="id-ID" altLang="id-ID" sz="1800" b="0" i="0" u="none" strike="noStrike" cap="none" normalizeH="0" baseline="0" dirty="0">
                <a:ln>
                  <a:noFill/>
                </a:ln>
                <a:solidFill>
                  <a:schemeClr val="tx1"/>
                </a:solidFill>
                <a:effectLst/>
              </a:rPr>
              <a:t> </a:t>
            </a:r>
            <a:r>
              <a:rPr kumimoji="0" lang="en-GB" altLang="id-ID" sz="1800" b="0" i="0" u="none" strike="noStrike" cap="none" normalizeH="0" baseline="0" dirty="0">
                <a:ln>
                  <a:noFill/>
                </a:ln>
                <a:solidFill>
                  <a:schemeClr val="tx1"/>
                </a:solidFill>
                <a:effectLst/>
              </a:rPr>
              <a:t>Half </a:t>
            </a:r>
            <a:r>
              <a:rPr kumimoji="0" lang="id-ID" altLang="id-ID" sz="1800" b="0" i="0" u="none" strike="noStrike" cap="none" normalizeH="0" baseline="0" dirty="0" err="1">
                <a:ln>
                  <a:noFill/>
                </a:ln>
                <a:solidFill>
                  <a:schemeClr val="tx1"/>
                </a:solidFill>
                <a:effectLst/>
              </a:rPr>
              <a:t>Volley</a:t>
            </a:r>
            <a:endParaRPr kumimoji="0" lang="id-ID" altLang="id-ID" sz="1800" b="0" i="0" u="none" strike="noStrike" cap="none" normalizeH="0" baseline="0" dirty="0">
              <a:ln>
                <a:noFill/>
              </a:ln>
              <a:solidFill>
                <a:schemeClr val="tx1"/>
              </a:solidFill>
              <a:effectLst/>
            </a:endParaRPr>
          </a:p>
        </p:txBody>
      </p:sp>
    </p:spTree>
    <p:extLst>
      <p:ext uri="{BB962C8B-B14F-4D97-AF65-F5344CB8AC3E}">
        <p14:creationId xmlns:p14="http://schemas.microsoft.com/office/powerpoint/2010/main" val="1018686197"/>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87874F-9285-A040-1A7E-6B128B5849AD}"/>
            </a:ext>
          </a:extLst>
        </p:cNvPr>
        <p:cNvGrpSpPr/>
        <p:nvPr/>
      </p:nvGrpSpPr>
      <p:grpSpPr>
        <a:xfrm>
          <a:off x="0" y="0"/>
          <a:ext cx="0" cy="0"/>
          <a:chOff x="0" y="0"/>
          <a:chExt cx="0" cy="0"/>
        </a:xfrm>
      </p:grpSpPr>
      <p:sp>
        <p:nvSpPr>
          <p:cNvPr id="2" name="Judul 1">
            <a:extLst>
              <a:ext uri="{FF2B5EF4-FFF2-40B4-BE49-F238E27FC236}">
                <a16:creationId xmlns:a16="http://schemas.microsoft.com/office/drawing/2014/main" id="{9BE446A9-05F3-F578-F410-9B28F68275F7}"/>
              </a:ext>
            </a:extLst>
          </p:cNvPr>
          <p:cNvSpPr>
            <a:spLocks noGrp="1"/>
          </p:cNvSpPr>
          <p:nvPr>
            <p:ph type="title"/>
          </p:nvPr>
        </p:nvSpPr>
        <p:spPr>
          <a:xfrm>
            <a:off x="929148" y="381000"/>
            <a:ext cx="10017527" cy="1325563"/>
          </a:xfrm>
        </p:spPr>
        <p:txBody>
          <a:bodyPr rtlCol="0"/>
          <a:lstStyle/>
          <a:p>
            <a:r>
              <a:rPr lang="it-IT" dirty="0"/>
              <a:t>Analisis Distribusi Variabel Tunggal (Univariat)</a:t>
            </a:r>
            <a:endParaRPr lang="id-ID" dirty="0"/>
          </a:p>
        </p:txBody>
      </p:sp>
      <p:sp>
        <p:nvSpPr>
          <p:cNvPr id="9" name="Tampungan Nomor Slide 8">
            <a:extLst>
              <a:ext uri="{FF2B5EF4-FFF2-40B4-BE49-F238E27FC236}">
                <a16:creationId xmlns:a16="http://schemas.microsoft.com/office/drawing/2014/main" id="{8A758AB7-F331-4C2B-9BA1-DC96D30E48B9}"/>
              </a:ext>
            </a:extLst>
          </p:cNvPr>
          <p:cNvSpPr>
            <a:spLocks noGrp="1"/>
          </p:cNvSpPr>
          <p:nvPr>
            <p:ph type="sldNum" sz="quarter" idx="4"/>
          </p:nvPr>
        </p:nvSpPr>
        <p:spPr>
          <a:xfrm>
            <a:off x="10153276" y="6356350"/>
            <a:ext cx="1657723" cy="365125"/>
          </a:xfrm>
        </p:spPr>
        <p:txBody>
          <a:bodyPr rtlCol="0"/>
          <a:lstStyle/>
          <a:p>
            <a:pPr rtl="0"/>
            <a:fld id="{294A09A9-5501-47C1-A89A-A340965A2BE2}" type="slidenum">
              <a:rPr lang="id-ID" smtClean="0"/>
              <a:pPr rtl="0"/>
              <a:t>60</a:t>
            </a:fld>
            <a:endParaRPr lang="id-ID"/>
          </a:p>
        </p:txBody>
      </p:sp>
      <p:sp>
        <p:nvSpPr>
          <p:cNvPr id="4" name="Rectangle 1">
            <a:extLst>
              <a:ext uri="{FF2B5EF4-FFF2-40B4-BE49-F238E27FC236}">
                <a16:creationId xmlns:a16="http://schemas.microsoft.com/office/drawing/2014/main" id="{82D65036-4DBE-DD6C-D277-D304536B4612}"/>
              </a:ext>
            </a:extLst>
          </p:cNvPr>
          <p:cNvSpPr>
            <a:spLocks noChangeArrowheads="1"/>
          </p:cNvSpPr>
          <p:nvPr/>
        </p:nvSpPr>
        <p:spPr bwMode="auto">
          <a:xfrm>
            <a:off x="8784627" y="2415630"/>
            <a:ext cx="2197510"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lang="en-GB" altLang="id-ID" b="1" dirty="0"/>
              <a:t>40: </a:t>
            </a:r>
            <a:r>
              <a:rPr lang="en-GB" altLang="id-ID" dirty="0"/>
              <a:t>Right Foot</a:t>
            </a:r>
          </a:p>
          <a:p>
            <a:pPr marL="0" marR="0" lvl="0" indent="0" algn="l" defTabSz="914400" rtl="0" eaLnBrk="0" fontAlgn="base" latinLnBrk="0" hangingPunct="0">
              <a:lnSpc>
                <a:spcPct val="100000"/>
              </a:lnSpc>
              <a:spcBef>
                <a:spcPct val="0"/>
              </a:spcBef>
              <a:spcAft>
                <a:spcPct val="0"/>
              </a:spcAft>
              <a:buClrTx/>
              <a:buSzTx/>
              <a:tabLst/>
            </a:pPr>
            <a:r>
              <a:rPr kumimoji="0" lang="en-GB" altLang="id-ID" sz="1800" b="1" i="0" u="none" strike="noStrike" cap="none" normalizeH="0" baseline="0" dirty="0">
                <a:ln>
                  <a:noFill/>
                </a:ln>
                <a:solidFill>
                  <a:schemeClr val="tx1"/>
                </a:solidFill>
                <a:effectLst/>
              </a:rPr>
              <a:t>38: </a:t>
            </a:r>
            <a:r>
              <a:rPr kumimoji="0" lang="en-GB" altLang="id-ID" sz="1800" i="0" u="none" strike="noStrike" cap="none" normalizeH="0" baseline="0" dirty="0">
                <a:ln>
                  <a:noFill/>
                </a:ln>
                <a:solidFill>
                  <a:schemeClr val="tx1"/>
                </a:solidFill>
                <a:effectLst/>
              </a:rPr>
              <a:t>Left Foot</a:t>
            </a:r>
          </a:p>
          <a:p>
            <a:pPr marL="0" marR="0" lvl="0" indent="0" algn="l" defTabSz="914400" rtl="0" eaLnBrk="0" fontAlgn="base" latinLnBrk="0" hangingPunct="0">
              <a:lnSpc>
                <a:spcPct val="100000"/>
              </a:lnSpc>
              <a:spcBef>
                <a:spcPct val="0"/>
              </a:spcBef>
              <a:spcAft>
                <a:spcPct val="0"/>
              </a:spcAft>
              <a:buClrTx/>
              <a:buSzTx/>
              <a:tabLst/>
            </a:pPr>
            <a:r>
              <a:rPr kumimoji="0" lang="en-GB" altLang="id-ID" sz="1800" b="1" i="0" u="none" strike="noStrike" cap="none" normalizeH="0" baseline="0" dirty="0">
                <a:ln>
                  <a:noFill/>
                </a:ln>
                <a:solidFill>
                  <a:schemeClr val="tx1"/>
                </a:solidFill>
                <a:effectLst/>
              </a:rPr>
              <a:t>37: </a:t>
            </a:r>
            <a:r>
              <a:rPr kumimoji="0" lang="en-GB" altLang="id-ID" sz="1800" i="0" u="none" strike="noStrike" cap="none" normalizeH="0" baseline="0" dirty="0">
                <a:ln>
                  <a:noFill/>
                </a:ln>
                <a:solidFill>
                  <a:schemeClr val="tx1"/>
                </a:solidFill>
                <a:effectLst/>
              </a:rPr>
              <a:t>Head</a:t>
            </a:r>
          </a:p>
          <a:p>
            <a:pPr marL="0" marR="0" lvl="0" indent="0" algn="l" defTabSz="914400" rtl="0" eaLnBrk="0" fontAlgn="base" latinLnBrk="0" hangingPunct="0">
              <a:lnSpc>
                <a:spcPct val="100000"/>
              </a:lnSpc>
              <a:spcBef>
                <a:spcPct val="0"/>
              </a:spcBef>
              <a:spcAft>
                <a:spcPct val="0"/>
              </a:spcAft>
              <a:buClrTx/>
              <a:buSzTx/>
              <a:tabLst/>
            </a:pPr>
            <a:r>
              <a:rPr kumimoji="0" lang="en-GB" altLang="id-ID" sz="1800" b="1" i="0" u="none" strike="noStrike" cap="none" normalizeH="0" baseline="0" dirty="0">
                <a:ln>
                  <a:noFill/>
                </a:ln>
                <a:solidFill>
                  <a:schemeClr val="tx1"/>
                </a:solidFill>
                <a:effectLst/>
              </a:rPr>
              <a:t>70:</a:t>
            </a:r>
            <a:r>
              <a:rPr kumimoji="0" lang="en-GB" altLang="id-ID" sz="1800" i="0" u="none" strike="noStrike" cap="none" normalizeH="0" baseline="0" dirty="0">
                <a:ln>
                  <a:noFill/>
                </a:ln>
                <a:solidFill>
                  <a:schemeClr val="tx1"/>
                </a:solidFill>
                <a:effectLst/>
              </a:rPr>
              <a:t> Other</a:t>
            </a:r>
            <a:endParaRPr kumimoji="0" lang="id-ID" altLang="id-ID" sz="1800" b="1" i="0" u="none" strike="noStrike" cap="none" normalizeH="0" baseline="0" dirty="0">
              <a:ln>
                <a:noFill/>
              </a:ln>
              <a:solidFill>
                <a:schemeClr val="tx1"/>
              </a:solidFill>
              <a:effectLst/>
            </a:endParaRPr>
          </a:p>
        </p:txBody>
      </p:sp>
      <p:pic>
        <p:nvPicPr>
          <p:cNvPr id="5" name="Picture 4">
            <a:extLst>
              <a:ext uri="{FF2B5EF4-FFF2-40B4-BE49-F238E27FC236}">
                <a16:creationId xmlns:a16="http://schemas.microsoft.com/office/drawing/2014/main" id="{310E8165-A77C-5C55-DF5E-69BA1C3600E8}"/>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209864" y="1925954"/>
            <a:ext cx="7406134" cy="4417367"/>
          </a:xfrm>
          <a:prstGeom prst="rect">
            <a:avLst/>
          </a:prstGeom>
          <a:noFill/>
          <a:ln>
            <a:noFill/>
          </a:ln>
        </p:spPr>
      </p:pic>
    </p:spTree>
    <p:extLst>
      <p:ext uri="{BB962C8B-B14F-4D97-AF65-F5344CB8AC3E}">
        <p14:creationId xmlns:p14="http://schemas.microsoft.com/office/powerpoint/2010/main" val="2094435517"/>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9A0947-6162-E406-D1DE-4E24C238D3F7}"/>
            </a:ext>
          </a:extLst>
        </p:cNvPr>
        <p:cNvGrpSpPr/>
        <p:nvPr/>
      </p:nvGrpSpPr>
      <p:grpSpPr>
        <a:xfrm>
          <a:off x="0" y="0"/>
          <a:ext cx="0" cy="0"/>
          <a:chOff x="0" y="0"/>
          <a:chExt cx="0" cy="0"/>
        </a:xfrm>
      </p:grpSpPr>
      <p:sp>
        <p:nvSpPr>
          <p:cNvPr id="2" name="Judul 1">
            <a:extLst>
              <a:ext uri="{FF2B5EF4-FFF2-40B4-BE49-F238E27FC236}">
                <a16:creationId xmlns:a16="http://schemas.microsoft.com/office/drawing/2014/main" id="{BCA64AB3-5696-4255-F0BE-F0BDB4187DAF}"/>
              </a:ext>
            </a:extLst>
          </p:cNvPr>
          <p:cNvSpPr>
            <a:spLocks noGrp="1"/>
          </p:cNvSpPr>
          <p:nvPr>
            <p:ph type="title"/>
          </p:nvPr>
        </p:nvSpPr>
        <p:spPr>
          <a:xfrm>
            <a:off x="929148" y="381000"/>
            <a:ext cx="10017527" cy="1325563"/>
          </a:xfrm>
        </p:spPr>
        <p:txBody>
          <a:bodyPr rtlCol="0"/>
          <a:lstStyle/>
          <a:p>
            <a:r>
              <a:rPr lang="sv-SE" dirty="0"/>
              <a:t>Analisis Hubungan Antar Variabel (Bivariat)</a:t>
            </a:r>
            <a:endParaRPr lang="id-ID" dirty="0"/>
          </a:p>
        </p:txBody>
      </p:sp>
      <p:sp>
        <p:nvSpPr>
          <p:cNvPr id="9" name="Tampungan Nomor Slide 8">
            <a:extLst>
              <a:ext uri="{FF2B5EF4-FFF2-40B4-BE49-F238E27FC236}">
                <a16:creationId xmlns:a16="http://schemas.microsoft.com/office/drawing/2014/main" id="{649ED2D2-8718-9A5B-955A-31B64FCF4486}"/>
              </a:ext>
            </a:extLst>
          </p:cNvPr>
          <p:cNvSpPr>
            <a:spLocks noGrp="1"/>
          </p:cNvSpPr>
          <p:nvPr>
            <p:ph type="sldNum" sz="quarter" idx="4"/>
          </p:nvPr>
        </p:nvSpPr>
        <p:spPr>
          <a:xfrm>
            <a:off x="10153276" y="6356350"/>
            <a:ext cx="1657723" cy="365125"/>
          </a:xfrm>
        </p:spPr>
        <p:txBody>
          <a:bodyPr rtlCol="0"/>
          <a:lstStyle/>
          <a:p>
            <a:pPr rtl="0"/>
            <a:fld id="{294A09A9-5501-47C1-A89A-A340965A2BE2}" type="slidenum">
              <a:rPr lang="id-ID" smtClean="0"/>
              <a:pPr rtl="0"/>
              <a:t>61</a:t>
            </a:fld>
            <a:endParaRPr lang="id-ID"/>
          </a:p>
        </p:txBody>
      </p:sp>
      <p:pic>
        <p:nvPicPr>
          <p:cNvPr id="4" name="Picture 3">
            <a:extLst>
              <a:ext uri="{FF2B5EF4-FFF2-40B4-BE49-F238E27FC236}">
                <a16:creationId xmlns:a16="http://schemas.microsoft.com/office/drawing/2014/main" id="{59C1F01A-A124-C553-F77D-4A255FF83CD2}"/>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923071" y="1706486"/>
            <a:ext cx="7612193" cy="4540270"/>
          </a:xfrm>
          <a:prstGeom prst="rect">
            <a:avLst/>
          </a:prstGeom>
          <a:noFill/>
          <a:ln>
            <a:noFill/>
          </a:ln>
        </p:spPr>
      </p:pic>
      <p:sp>
        <p:nvSpPr>
          <p:cNvPr id="5" name="Rectangle 1">
            <a:extLst>
              <a:ext uri="{FF2B5EF4-FFF2-40B4-BE49-F238E27FC236}">
                <a16:creationId xmlns:a16="http://schemas.microsoft.com/office/drawing/2014/main" id="{E39AAB28-DF92-BB7B-9EC9-86AD0FDDCBFE}"/>
              </a:ext>
            </a:extLst>
          </p:cNvPr>
          <p:cNvSpPr>
            <a:spLocks noChangeArrowheads="1"/>
          </p:cNvSpPr>
          <p:nvPr/>
        </p:nvSpPr>
        <p:spPr bwMode="auto">
          <a:xfrm>
            <a:off x="929148" y="1945334"/>
            <a:ext cx="2197510" cy="2031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id-ID" altLang="id-ID" sz="1800" b="1" i="0" u="none" strike="noStrike" cap="none" normalizeH="0" baseline="0" dirty="0">
                <a:ln>
                  <a:noFill/>
                </a:ln>
                <a:solidFill>
                  <a:schemeClr val="tx1"/>
                </a:solidFill>
                <a:effectLst/>
              </a:rPr>
              <a:t>89:</a:t>
            </a:r>
            <a:r>
              <a:rPr kumimoji="0" lang="id-ID" altLang="id-ID" sz="1800" b="0" i="0" u="none" strike="noStrike" cap="none" normalizeH="0" baseline="0" dirty="0">
                <a:ln>
                  <a:noFill/>
                </a:ln>
                <a:solidFill>
                  <a:schemeClr val="tx1"/>
                </a:solidFill>
                <a:effectLst/>
              </a:rPr>
              <a:t> </a:t>
            </a:r>
            <a:r>
              <a:rPr kumimoji="0" lang="id-ID" altLang="id-ID" sz="1800" b="0" i="0" u="none" strike="noStrike" cap="none" normalizeH="0" baseline="0" dirty="0" err="1">
                <a:ln>
                  <a:noFill/>
                </a:ln>
                <a:solidFill>
                  <a:schemeClr val="tx1"/>
                </a:solidFill>
                <a:effectLst/>
              </a:rPr>
              <a:t>Backheel</a:t>
            </a:r>
            <a:endParaRPr kumimoji="0" lang="id-ID" altLang="id-ID" sz="1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tabLst/>
            </a:pPr>
            <a:r>
              <a:rPr kumimoji="0" lang="id-ID" altLang="id-ID" sz="1800" b="1" i="0" u="none" strike="noStrike" cap="none" normalizeH="0" baseline="0" dirty="0">
                <a:ln>
                  <a:noFill/>
                </a:ln>
                <a:solidFill>
                  <a:schemeClr val="tx1"/>
                </a:solidFill>
                <a:effectLst/>
              </a:rPr>
              <a:t>90:</a:t>
            </a:r>
            <a:r>
              <a:rPr kumimoji="0" lang="id-ID" altLang="id-ID" sz="1800" b="0" i="0" u="none" strike="noStrike" cap="none" normalizeH="0" baseline="0" dirty="0">
                <a:ln>
                  <a:noFill/>
                </a:ln>
                <a:solidFill>
                  <a:schemeClr val="tx1"/>
                </a:solidFill>
                <a:effectLst/>
              </a:rPr>
              <a:t> </a:t>
            </a:r>
            <a:r>
              <a:rPr kumimoji="0" lang="id-ID" altLang="id-ID" sz="1800" b="0" i="0" u="none" strike="noStrike" cap="none" normalizeH="0" baseline="0" dirty="0" err="1">
                <a:ln>
                  <a:noFill/>
                </a:ln>
                <a:solidFill>
                  <a:schemeClr val="tx1"/>
                </a:solidFill>
                <a:effectLst/>
              </a:rPr>
              <a:t>Diving</a:t>
            </a:r>
            <a:r>
              <a:rPr kumimoji="0" lang="id-ID" altLang="id-ID" sz="1800" b="0" i="0" u="none" strike="noStrike" cap="none" normalizeH="0" baseline="0" dirty="0">
                <a:ln>
                  <a:noFill/>
                </a:ln>
                <a:solidFill>
                  <a:schemeClr val="tx1"/>
                </a:solidFill>
                <a:effectLst/>
              </a:rPr>
              <a:t> </a:t>
            </a:r>
            <a:r>
              <a:rPr kumimoji="0" lang="id-ID" altLang="id-ID" sz="1800" b="0" i="0" u="none" strike="noStrike" cap="none" normalizeH="0" baseline="0" dirty="0" err="1">
                <a:ln>
                  <a:noFill/>
                </a:ln>
                <a:solidFill>
                  <a:schemeClr val="tx1"/>
                </a:solidFill>
                <a:effectLst/>
              </a:rPr>
              <a:t>Header</a:t>
            </a:r>
            <a:r>
              <a:rPr kumimoji="0" lang="id-ID" altLang="id-ID" sz="1800" b="0" i="0" u="none" strike="noStrike" cap="none" normalizeH="0" baseline="0" dirty="0">
                <a:ln>
                  <a:noFill/>
                </a:ln>
                <a:solidFill>
                  <a:schemeClr val="tx1"/>
                </a:solidFill>
                <a:effectLst/>
              </a:rPr>
              <a:t> </a:t>
            </a:r>
            <a:endParaRPr kumimoji="0" lang="en-GB" altLang="id-ID" sz="1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tabLst/>
            </a:pPr>
            <a:r>
              <a:rPr kumimoji="0" lang="id-ID" altLang="id-ID" sz="1800" b="1" i="0" u="none" strike="noStrike" cap="none" normalizeH="0" baseline="0" dirty="0">
                <a:ln>
                  <a:noFill/>
                </a:ln>
                <a:solidFill>
                  <a:schemeClr val="tx1"/>
                </a:solidFill>
                <a:effectLst/>
              </a:rPr>
              <a:t>91:</a:t>
            </a:r>
            <a:r>
              <a:rPr kumimoji="0" lang="id-ID" altLang="id-ID" sz="1800" b="0" i="0" u="none" strike="noStrike" cap="none" normalizeH="0" baseline="0" dirty="0">
                <a:ln>
                  <a:noFill/>
                </a:ln>
                <a:solidFill>
                  <a:schemeClr val="tx1"/>
                </a:solidFill>
                <a:effectLst/>
              </a:rPr>
              <a:t> </a:t>
            </a:r>
            <a:r>
              <a:rPr kumimoji="0" lang="id-ID" altLang="id-ID" sz="1800" b="0" i="0" u="none" strike="noStrike" cap="none" normalizeH="0" baseline="0" dirty="0" err="1">
                <a:ln>
                  <a:noFill/>
                </a:ln>
                <a:solidFill>
                  <a:schemeClr val="tx1"/>
                </a:solidFill>
                <a:effectLst/>
              </a:rPr>
              <a:t>Volley</a:t>
            </a:r>
            <a:r>
              <a:rPr kumimoji="0" lang="id-ID" altLang="id-ID" sz="1800" b="0" i="0" u="none" strike="noStrike" cap="none" normalizeH="0" baseline="0" dirty="0">
                <a:ln>
                  <a:noFill/>
                </a:ln>
                <a:solidFill>
                  <a:schemeClr val="tx1"/>
                </a:solidFill>
                <a:effectLst/>
              </a:rPr>
              <a:t> </a:t>
            </a:r>
            <a:endParaRPr kumimoji="0" lang="en-GB" altLang="id-ID" sz="1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tabLst/>
            </a:pPr>
            <a:r>
              <a:rPr kumimoji="0" lang="id-ID" altLang="id-ID" sz="1800" b="1" i="0" u="none" strike="noStrike" cap="none" normalizeH="0" baseline="0" dirty="0">
                <a:ln>
                  <a:noFill/>
                </a:ln>
                <a:solidFill>
                  <a:schemeClr val="tx1"/>
                </a:solidFill>
                <a:effectLst/>
              </a:rPr>
              <a:t>92:</a:t>
            </a:r>
            <a:r>
              <a:rPr kumimoji="0" lang="id-ID" altLang="id-ID" sz="1800" b="0" i="0" u="none" strike="noStrike" cap="none" normalizeH="0" baseline="0" dirty="0">
                <a:ln>
                  <a:noFill/>
                </a:ln>
                <a:solidFill>
                  <a:schemeClr val="tx1"/>
                </a:solidFill>
                <a:effectLst/>
              </a:rPr>
              <a:t> Lob </a:t>
            </a:r>
            <a:endParaRPr kumimoji="0" lang="en-GB" altLang="id-ID" sz="1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tabLst/>
            </a:pPr>
            <a:r>
              <a:rPr kumimoji="0" lang="id-ID" altLang="id-ID" sz="1800" b="1" i="0" u="none" strike="noStrike" cap="none" normalizeH="0" baseline="0" dirty="0">
                <a:ln>
                  <a:noFill/>
                </a:ln>
                <a:solidFill>
                  <a:schemeClr val="tx1"/>
                </a:solidFill>
                <a:effectLst/>
              </a:rPr>
              <a:t>93:</a:t>
            </a:r>
            <a:r>
              <a:rPr kumimoji="0" lang="id-ID" altLang="id-ID" sz="1800" b="0" i="0" u="none" strike="noStrike" cap="none" normalizeH="0" baseline="0" dirty="0">
                <a:ln>
                  <a:noFill/>
                </a:ln>
                <a:solidFill>
                  <a:schemeClr val="tx1"/>
                </a:solidFill>
                <a:effectLst/>
              </a:rPr>
              <a:t> Normal</a:t>
            </a:r>
          </a:p>
          <a:p>
            <a:pPr marL="0" marR="0" lvl="0" indent="0" algn="l" defTabSz="914400" rtl="0" eaLnBrk="0" fontAlgn="base" latinLnBrk="0" hangingPunct="0">
              <a:lnSpc>
                <a:spcPct val="100000"/>
              </a:lnSpc>
              <a:spcBef>
                <a:spcPct val="0"/>
              </a:spcBef>
              <a:spcAft>
                <a:spcPct val="0"/>
              </a:spcAft>
              <a:buClrTx/>
              <a:buSzTx/>
              <a:tabLst/>
            </a:pPr>
            <a:r>
              <a:rPr kumimoji="0" lang="id-ID" altLang="id-ID" sz="1800" b="1" i="0" u="none" strike="noStrike" cap="none" normalizeH="0" baseline="0" dirty="0">
                <a:ln>
                  <a:noFill/>
                </a:ln>
                <a:solidFill>
                  <a:schemeClr val="tx1"/>
                </a:solidFill>
                <a:effectLst/>
              </a:rPr>
              <a:t>94:</a:t>
            </a:r>
            <a:r>
              <a:rPr kumimoji="0" lang="id-ID" altLang="id-ID" sz="1800" b="0" i="0" u="none" strike="noStrike" cap="none" normalizeH="0" baseline="0" dirty="0">
                <a:ln>
                  <a:noFill/>
                </a:ln>
                <a:solidFill>
                  <a:schemeClr val="tx1"/>
                </a:solidFill>
                <a:effectLst/>
              </a:rPr>
              <a:t> </a:t>
            </a:r>
            <a:r>
              <a:rPr kumimoji="0" lang="id-ID" altLang="id-ID" sz="1800" b="0" i="0" u="none" strike="noStrike" cap="none" normalizeH="0" baseline="0" dirty="0" err="1">
                <a:ln>
                  <a:noFill/>
                </a:ln>
                <a:solidFill>
                  <a:schemeClr val="tx1"/>
                </a:solidFill>
                <a:effectLst/>
              </a:rPr>
              <a:t>Overhead</a:t>
            </a:r>
            <a:r>
              <a:rPr kumimoji="0" lang="id-ID" altLang="id-ID" sz="1800" b="0" i="0" u="none" strike="noStrike" cap="none" normalizeH="0" baseline="0" dirty="0">
                <a:ln>
                  <a:noFill/>
                </a:ln>
                <a:solidFill>
                  <a:schemeClr val="tx1"/>
                </a:solidFill>
                <a:effectLst/>
              </a:rPr>
              <a:t> </a:t>
            </a:r>
            <a:r>
              <a:rPr kumimoji="0" lang="id-ID" altLang="id-ID" sz="1800" b="0" i="0" u="none" strike="noStrike" cap="none" normalizeH="0" baseline="0" dirty="0" err="1">
                <a:ln>
                  <a:noFill/>
                </a:ln>
                <a:solidFill>
                  <a:schemeClr val="tx1"/>
                </a:solidFill>
                <a:effectLst/>
              </a:rPr>
              <a:t>Kick</a:t>
            </a:r>
            <a:r>
              <a:rPr kumimoji="0" lang="id-ID" altLang="id-ID" sz="1800" b="0" i="0" u="none" strike="noStrike" cap="none" normalizeH="0" baseline="0" dirty="0">
                <a:ln>
                  <a:noFill/>
                </a:ln>
                <a:solidFill>
                  <a:schemeClr val="tx1"/>
                </a:solidFill>
                <a:effectLst/>
              </a:rPr>
              <a:t> </a:t>
            </a:r>
            <a:endParaRPr kumimoji="0" lang="en-GB" altLang="id-ID" sz="1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tabLst/>
            </a:pPr>
            <a:r>
              <a:rPr kumimoji="0" lang="id-ID" altLang="id-ID" sz="1800" b="1" i="0" u="none" strike="noStrike" cap="none" normalizeH="0" baseline="0" dirty="0">
                <a:ln>
                  <a:noFill/>
                </a:ln>
                <a:solidFill>
                  <a:schemeClr val="tx1"/>
                </a:solidFill>
                <a:effectLst/>
              </a:rPr>
              <a:t>95:</a:t>
            </a:r>
            <a:r>
              <a:rPr kumimoji="0" lang="id-ID" altLang="id-ID" sz="1800" b="0" i="0" u="none" strike="noStrike" cap="none" normalizeH="0" baseline="0" dirty="0">
                <a:ln>
                  <a:noFill/>
                </a:ln>
                <a:solidFill>
                  <a:schemeClr val="tx1"/>
                </a:solidFill>
                <a:effectLst/>
              </a:rPr>
              <a:t> </a:t>
            </a:r>
            <a:r>
              <a:rPr kumimoji="0" lang="en-GB" altLang="id-ID" sz="1800" b="0" i="0" u="none" strike="noStrike" cap="none" normalizeH="0" baseline="0" dirty="0">
                <a:ln>
                  <a:noFill/>
                </a:ln>
                <a:solidFill>
                  <a:schemeClr val="tx1"/>
                </a:solidFill>
                <a:effectLst/>
              </a:rPr>
              <a:t>Half </a:t>
            </a:r>
            <a:r>
              <a:rPr kumimoji="0" lang="id-ID" altLang="id-ID" sz="1800" b="0" i="0" u="none" strike="noStrike" cap="none" normalizeH="0" baseline="0" dirty="0" err="1">
                <a:ln>
                  <a:noFill/>
                </a:ln>
                <a:solidFill>
                  <a:schemeClr val="tx1"/>
                </a:solidFill>
                <a:effectLst/>
              </a:rPr>
              <a:t>Volley</a:t>
            </a:r>
            <a:endParaRPr kumimoji="0" lang="id-ID" altLang="id-ID" sz="1800" b="0" i="0" u="none" strike="noStrike" cap="none" normalizeH="0" baseline="0" dirty="0">
              <a:ln>
                <a:noFill/>
              </a:ln>
              <a:solidFill>
                <a:schemeClr val="tx1"/>
              </a:solidFill>
              <a:effectLst/>
            </a:endParaRPr>
          </a:p>
        </p:txBody>
      </p:sp>
    </p:spTree>
    <p:extLst>
      <p:ext uri="{BB962C8B-B14F-4D97-AF65-F5344CB8AC3E}">
        <p14:creationId xmlns:p14="http://schemas.microsoft.com/office/powerpoint/2010/main" val="3669780665"/>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FC8EE5-1832-C513-9788-382C45051FB8}"/>
            </a:ext>
          </a:extLst>
        </p:cNvPr>
        <p:cNvGrpSpPr/>
        <p:nvPr/>
      </p:nvGrpSpPr>
      <p:grpSpPr>
        <a:xfrm>
          <a:off x="0" y="0"/>
          <a:ext cx="0" cy="0"/>
          <a:chOff x="0" y="0"/>
          <a:chExt cx="0" cy="0"/>
        </a:xfrm>
      </p:grpSpPr>
      <p:sp>
        <p:nvSpPr>
          <p:cNvPr id="2" name="Judul 1">
            <a:extLst>
              <a:ext uri="{FF2B5EF4-FFF2-40B4-BE49-F238E27FC236}">
                <a16:creationId xmlns:a16="http://schemas.microsoft.com/office/drawing/2014/main" id="{C8FA6EC0-6EAB-4A67-E4CA-115D9782B66C}"/>
              </a:ext>
            </a:extLst>
          </p:cNvPr>
          <p:cNvSpPr>
            <a:spLocks noGrp="1"/>
          </p:cNvSpPr>
          <p:nvPr>
            <p:ph type="title"/>
          </p:nvPr>
        </p:nvSpPr>
        <p:spPr>
          <a:xfrm>
            <a:off x="929148" y="381000"/>
            <a:ext cx="10017527" cy="1325563"/>
          </a:xfrm>
        </p:spPr>
        <p:txBody>
          <a:bodyPr rtlCol="0"/>
          <a:lstStyle/>
          <a:p>
            <a:r>
              <a:rPr lang="sv-SE" dirty="0"/>
              <a:t>Analisis Hubungan Antar Variabel (Bivariat)</a:t>
            </a:r>
            <a:endParaRPr lang="id-ID" dirty="0"/>
          </a:p>
        </p:txBody>
      </p:sp>
      <p:sp>
        <p:nvSpPr>
          <p:cNvPr id="9" name="Tampungan Nomor Slide 8">
            <a:extLst>
              <a:ext uri="{FF2B5EF4-FFF2-40B4-BE49-F238E27FC236}">
                <a16:creationId xmlns:a16="http://schemas.microsoft.com/office/drawing/2014/main" id="{ED01E372-17D2-18FC-C06F-B9ADCA533C1A}"/>
              </a:ext>
            </a:extLst>
          </p:cNvPr>
          <p:cNvSpPr>
            <a:spLocks noGrp="1"/>
          </p:cNvSpPr>
          <p:nvPr>
            <p:ph type="sldNum" sz="quarter" idx="4"/>
          </p:nvPr>
        </p:nvSpPr>
        <p:spPr>
          <a:xfrm>
            <a:off x="10153276" y="6356350"/>
            <a:ext cx="1657723" cy="365125"/>
          </a:xfrm>
        </p:spPr>
        <p:txBody>
          <a:bodyPr rtlCol="0"/>
          <a:lstStyle/>
          <a:p>
            <a:pPr rtl="0"/>
            <a:fld id="{294A09A9-5501-47C1-A89A-A340965A2BE2}" type="slidenum">
              <a:rPr lang="id-ID" smtClean="0"/>
              <a:pPr rtl="0"/>
              <a:t>62</a:t>
            </a:fld>
            <a:endParaRPr lang="id-ID"/>
          </a:p>
        </p:txBody>
      </p:sp>
      <p:pic>
        <p:nvPicPr>
          <p:cNvPr id="3" name="Picture 2">
            <a:extLst>
              <a:ext uri="{FF2B5EF4-FFF2-40B4-BE49-F238E27FC236}">
                <a16:creationId xmlns:a16="http://schemas.microsoft.com/office/drawing/2014/main" id="{643E6E57-7361-89B8-FAD6-7CCEFA0DC26C}"/>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926128" y="1474839"/>
            <a:ext cx="7884872" cy="4702651"/>
          </a:xfrm>
          <a:prstGeom prst="rect">
            <a:avLst/>
          </a:prstGeom>
          <a:noFill/>
          <a:ln>
            <a:noFill/>
          </a:ln>
        </p:spPr>
      </p:pic>
      <p:sp>
        <p:nvSpPr>
          <p:cNvPr id="6" name="Rectangle 1">
            <a:extLst>
              <a:ext uri="{FF2B5EF4-FFF2-40B4-BE49-F238E27FC236}">
                <a16:creationId xmlns:a16="http://schemas.microsoft.com/office/drawing/2014/main" id="{E79DC70D-8CF7-4F88-9942-290B915A50A7}"/>
              </a:ext>
            </a:extLst>
          </p:cNvPr>
          <p:cNvSpPr>
            <a:spLocks noChangeArrowheads="1"/>
          </p:cNvSpPr>
          <p:nvPr/>
        </p:nvSpPr>
        <p:spPr bwMode="auto">
          <a:xfrm>
            <a:off x="929148" y="2228671"/>
            <a:ext cx="2197510"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lang="en-GB" altLang="id-ID" b="1" dirty="0"/>
              <a:t>40: </a:t>
            </a:r>
            <a:r>
              <a:rPr lang="en-GB" altLang="id-ID" dirty="0"/>
              <a:t>Right Foot</a:t>
            </a:r>
          </a:p>
          <a:p>
            <a:pPr marL="0" marR="0" lvl="0" indent="0" algn="l" defTabSz="914400" rtl="0" eaLnBrk="0" fontAlgn="base" latinLnBrk="0" hangingPunct="0">
              <a:lnSpc>
                <a:spcPct val="100000"/>
              </a:lnSpc>
              <a:spcBef>
                <a:spcPct val="0"/>
              </a:spcBef>
              <a:spcAft>
                <a:spcPct val="0"/>
              </a:spcAft>
              <a:buClrTx/>
              <a:buSzTx/>
              <a:tabLst/>
            </a:pPr>
            <a:r>
              <a:rPr kumimoji="0" lang="en-GB" altLang="id-ID" sz="1800" b="1" i="0" u="none" strike="noStrike" cap="none" normalizeH="0" baseline="0" dirty="0">
                <a:ln>
                  <a:noFill/>
                </a:ln>
                <a:solidFill>
                  <a:schemeClr val="tx1"/>
                </a:solidFill>
                <a:effectLst/>
              </a:rPr>
              <a:t>38: </a:t>
            </a:r>
            <a:r>
              <a:rPr kumimoji="0" lang="en-GB" altLang="id-ID" sz="1800" i="0" u="none" strike="noStrike" cap="none" normalizeH="0" baseline="0" dirty="0">
                <a:ln>
                  <a:noFill/>
                </a:ln>
                <a:solidFill>
                  <a:schemeClr val="tx1"/>
                </a:solidFill>
                <a:effectLst/>
              </a:rPr>
              <a:t>Left Foot</a:t>
            </a:r>
          </a:p>
          <a:p>
            <a:pPr marL="0" marR="0" lvl="0" indent="0" algn="l" defTabSz="914400" rtl="0" eaLnBrk="0" fontAlgn="base" latinLnBrk="0" hangingPunct="0">
              <a:lnSpc>
                <a:spcPct val="100000"/>
              </a:lnSpc>
              <a:spcBef>
                <a:spcPct val="0"/>
              </a:spcBef>
              <a:spcAft>
                <a:spcPct val="0"/>
              </a:spcAft>
              <a:buClrTx/>
              <a:buSzTx/>
              <a:tabLst/>
            </a:pPr>
            <a:r>
              <a:rPr kumimoji="0" lang="en-GB" altLang="id-ID" sz="1800" b="1" i="0" u="none" strike="noStrike" cap="none" normalizeH="0" baseline="0" dirty="0">
                <a:ln>
                  <a:noFill/>
                </a:ln>
                <a:solidFill>
                  <a:schemeClr val="tx1"/>
                </a:solidFill>
                <a:effectLst/>
              </a:rPr>
              <a:t>37: </a:t>
            </a:r>
            <a:r>
              <a:rPr kumimoji="0" lang="en-GB" altLang="id-ID" sz="1800" i="0" u="none" strike="noStrike" cap="none" normalizeH="0" baseline="0" dirty="0">
                <a:ln>
                  <a:noFill/>
                </a:ln>
                <a:solidFill>
                  <a:schemeClr val="tx1"/>
                </a:solidFill>
                <a:effectLst/>
              </a:rPr>
              <a:t>Head</a:t>
            </a:r>
          </a:p>
          <a:p>
            <a:pPr marL="0" marR="0" lvl="0" indent="0" algn="l" defTabSz="914400" rtl="0" eaLnBrk="0" fontAlgn="base" latinLnBrk="0" hangingPunct="0">
              <a:lnSpc>
                <a:spcPct val="100000"/>
              </a:lnSpc>
              <a:spcBef>
                <a:spcPct val="0"/>
              </a:spcBef>
              <a:spcAft>
                <a:spcPct val="0"/>
              </a:spcAft>
              <a:buClrTx/>
              <a:buSzTx/>
              <a:tabLst/>
            </a:pPr>
            <a:r>
              <a:rPr kumimoji="0" lang="en-GB" altLang="id-ID" sz="1800" b="1" i="0" u="none" strike="noStrike" cap="none" normalizeH="0" baseline="0" dirty="0">
                <a:ln>
                  <a:noFill/>
                </a:ln>
                <a:solidFill>
                  <a:schemeClr val="tx1"/>
                </a:solidFill>
                <a:effectLst/>
              </a:rPr>
              <a:t>70:</a:t>
            </a:r>
            <a:r>
              <a:rPr kumimoji="0" lang="en-GB" altLang="id-ID" sz="1800" i="0" u="none" strike="noStrike" cap="none" normalizeH="0" baseline="0" dirty="0">
                <a:ln>
                  <a:noFill/>
                </a:ln>
                <a:solidFill>
                  <a:schemeClr val="tx1"/>
                </a:solidFill>
                <a:effectLst/>
              </a:rPr>
              <a:t> Other</a:t>
            </a:r>
            <a:endParaRPr kumimoji="0" lang="id-ID" altLang="id-ID" sz="1800" b="1" i="0" u="none" strike="noStrike" cap="none" normalizeH="0" baseline="0" dirty="0">
              <a:ln>
                <a:noFill/>
              </a:ln>
              <a:solidFill>
                <a:schemeClr val="tx1"/>
              </a:solidFill>
              <a:effectLst/>
            </a:endParaRPr>
          </a:p>
        </p:txBody>
      </p:sp>
    </p:spTree>
    <p:extLst>
      <p:ext uri="{BB962C8B-B14F-4D97-AF65-F5344CB8AC3E}">
        <p14:creationId xmlns:p14="http://schemas.microsoft.com/office/powerpoint/2010/main" val="3407380859"/>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5ECD07-DCC6-D42A-7016-4CA37FC113C5}"/>
            </a:ext>
          </a:extLst>
        </p:cNvPr>
        <p:cNvGrpSpPr/>
        <p:nvPr/>
      </p:nvGrpSpPr>
      <p:grpSpPr>
        <a:xfrm>
          <a:off x="0" y="0"/>
          <a:ext cx="0" cy="0"/>
          <a:chOff x="0" y="0"/>
          <a:chExt cx="0" cy="0"/>
        </a:xfrm>
      </p:grpSpPr>
      <p:sp>
        <p:nvSpPr>
          <p:cNvPr id="2" name="Judul 1">
            <a:extLst>
              <a:ext uri="{FF2B5EF4-FFF2-40B4-BE49-F238E27FC236}">
                <a16:creationId xmlns:a16="http://schemas.microsoft.com/office/drawing/2014/main" id="{766E2FCF-1FAD-8F29-6C44-60A49C8D9E50}"/>
              </a:ext>
            </a:extLst>
          </p:cNvPr>
          <p:cNvSpPr>
            <a:spLocks noGrp="1"/>
          </p:cNvSpPr>
          <p:nvPr>
            <p:ph type="title"/>
          </p:nvPr>
        </p:nvSpPr>
        <p:spPr>
          <a:xfrm>
            <a:off x="1102638" y="645857"/>
            <a:ext cx="6432383" cy="1325563"/>
          </a:xfrm>
        </p:spPr>
        <p:txBody>
          <a:bodyPr rtlCol="0"/>
          <a:lstStyle/>
          <a:p>
            <a:r>
              <a:rPr lang="en-GB" dirty="0"/>
              <a:t>Data Cleansing</a:t>
            </a:r>
            <a:endParaRPr lang="id-ID" dirty="0"/>
          </a:p>
        </p:txBody>
      </p:sp>
      <p:sp>
        <p:nvSpPr>
          <p:cNvPr id="4" name="Tampungan Konten 3">
            <a:extLst>
              <a:ext uri="{FF2B5EF4-FFF2-40B4-BE49-F238E27FC236}">
                <a16:creationId xmlns:a16="http://schemas.microsoft.com/office/drawing/2014/main" id="{F0D904EE-6674-E812-70A6-9D74ADE13A51}"/>
              </a:ext>
            </a:extLst>
          </p:cNvPr>
          <p:cNvSpPr>
            <a:spLocks noGrp="1"/>
          </p:cNvSpPr>
          <p:nvPr>
            <p:ph idx="1"/>
          </p:nvPr>
        </p:nvSpPr>
        <p:spPr>
          <a:xfrm>
            <a:off x="1102638" y="2134676"/>
            <a:ext cx="6682462" cy="1578488"/>
          </a:xfrm>
        </p:spPr>
        <p:txBody>
          <a:bodyPr vert="horz" lIns="91440" tIns="45720" rIns="91440" bIns="45720" rtlCol="0" anchor="t">
            <a:normAutofit/>
          </a:bodyPr>
          <a:lstStyle/>
          <a:p>
            <a:r>
              <a:rPr lang="en-GB" sz="2400" dirty="0" err="1"/>
              <a:t>Untuk</a:t>
            </a:r>
            <a:r>
              <a:rPr lang="en-GB" sz="2400" dirty="0"/>
              <a:t> </a:t>
            </a:r>
            <a:r>
              <a:rPr lang="en-GB" sz="2400" dirty="0" err="1"/>
              <a:t>memastikan</a:t>
            </a:r>
            <a:r>
              <a:rPr lang="en-GB" sz="2400" dirty="0"/>
              <a:t> data </a:t>
            </a:r>
            <a:r>
              <a:rPr lang="en-GB" sz="2400" dirty="0" err="1"/>
              <a:t>tidak</a:t>
            </a:r>
            <a:r>
              <a:rPr lang="en-GB" sz="2400" dirty="0"/>
              <a:t> </a:t>
            </a:r>
            <a:r>
              <a:rPr lang="en-GB" sz="2400" dirty="0" err="1"/>
              <a:t>ada</a:t>
            </a:r>
            <a:r>
              <a:rPr lang="en-GB" sz="2400" dirty="0"/>
              <a:t> yang </a:t>
            </a:r>
            <a:r>
              <a:rPr lang="en-GB" sz="2400" dirty="0" err="1"/>
              <a:t>kosong</a:t>
            </a:r>
            <a:r>
              <a:rPr lang="en-GB" sz="2400" dirty="0"/>
              <a:t> dan </a:t>
            </a:r>
            <a:r>
              <a:rPr lang="en-GB" sz="2400" dirty="0" err="1"/>
              <a:t>duplikat</a:t>
            </a:r>
            <a:r>
              <a:rPr lang="en-GB" sz="2400" dirty="0"/>
              <a:t> </a:t>
            </a:r>
            <a:r>
              <a:rPr lang="en-GB" sz="2400" dirty="0" err="1"/>
              <a:t>dilakukan</a:t>
            </a:r>
            <a:r>
              <a:rPr lang="en-GB" sz="2400" dirty="0"/>
              <a:t> </a:t>
            </a:r>
            <a:r>
              <a:rPr lang="en-GB" sz="2400" dirty="0" err="1"/>
              <a:t>pengecekan</a:t>
            </a:r>
            <a:r>
              <a:rPr lang="en-GB" sz="2400" dirty="0"/>
              <a:t> </a:t>
            </a:r>
            <a:r>
              <a:rPr lang="en-GB" sz="2400" dirty="0" err="1"/>
              <a:t>menggunakan</a:t>
            </a:r>
            <a:r>
              <a:rPr lang="en-GB" sz="2400" dirty="0"/>
              <a:t> library pandas.</a:t>
            </a:r>
          </a:p>
        </p:txBody>
      </p:sp>
      <p:sp>
        <p:nvSpPr>
          <p:cNvPr id="9" name="Tampungan Nomor Slide 8">
            <a:extLst>
              <a:ext uri="{FF2B5EF4-FFF2-40B4-BE49-F238E27FC236}">
                <a16:creationId xmlns:a16="http://schemas.microsoft.com/office/drawing/2014/main" id="{D6121B21-790A-418B-9B98-C1C67D317E26}"/>
              </a:ext>
            </a:extLst>
          </p:cNvPr>
          <p:cNvSpPr>
            <a:spLocks noGrp="1"/>
          </p:cNvSpPr>
          <p:nvPr>
            <p:ph type="sldNum" sz="quarter" idx="4"/>
          </p:nvPr>
        </p:nvSpPr>
        <p:spPr>
          <a:xfrm>
            <a:off x="10153276" y="6356350"/>
            <a:ext cx="1657723" cy="365125"/>
          </a:xfrm>
        </p:spPr>
        <p:txBody>
          <a:bodyPr rtlCol="0"/>
          <a:lstStyle/>
          <a:p>
            <a:pPr rtl="0"/>
            <a:fld id="{294A09A9-5501-47C1-A89A-A340965A2BE2}" type="slidenum">
              <a:rPr lang="id-ID" smtClean="0"/>
              <a:pPr rtl="0"/>
              <a:t>63</a:t>
            </a:fld>
            <a:endParaRPr lang="id-ID"/>
          </a:p>
        </p:txBody>
      </p:sp>
      <p:pic>
        <p:nvPicPr>
          <p:cNvPr id="5" name="Picture 4">
            <a:extLst>
              <a:ext uri="{FF2B5EF4-FFF2-40B4-BE49-F238E27FC236}">
                <a16:creationId xmlns:a16="http://schemas.microsoft.com/office/drawing/2014/main" id="{69009B1A-728B-282C-B441-8B1369B2D6A0}"/>
              </a:ext>
            </a:extLst>
          </p:cNvPr>
          <p:cNvPicPr>
            <a:picLocks noChangeAspect="1"/>
          </p:cNvPicPr>
          <p:nvPr/>
        </p:nvPicPr>
        <p:blipFill>
          <a:blip r:embed="rId3" cstate="print">
            <a:extLst>
              <a:ext uri="{28A0092B-C50C-407E-A947-70E740481C1C}">
                <a14:useLocalDpi xmlns:a14="http://schemas.microsoft.com/office/drawing/2010/main" val="0"/>
              </a:ext>
            </a:extLst>
          </a:blip>
          <a:srcRect t="57952" b="25912"/>
          <a:stretch>
            <a:fillRect/>
          </a:stretch>
        </p:blipFill>
        <p:spPr bwMode="auto">
          <a:xfrm>
            <a:off x="7785100" y="1757363"/>
            <a:ext cx="2951406" cy="1905000"/>
          </a:xfrm>
          <a:prstGeom prst="rect">
            <a:avLst/>
          </a:prstGeom>
          <a:noFill/>
          <a:ln>
            <a:noFill/>
          </a:ln>
        </p:spPr>
      </p:pic>
      <p:pic>
        <p:nvPicPr>
          <p:cNvPr id="3" name="Picture 2">
            <a:extLst>
              <a:ext uri="{FF2B5EF4-FFF2-40B4-BE49-F238E27FC236}">
                <a16:creationId xmlns:a16="http://schemas.microsoft.com/office/drawing/2014/main" id="{C167678B-2545-D15E-E898-21102D5C91AC}"/>
              </a:ext>
            </a:extLst>
          </p:cNvPr>
          <p:cNvPicPr>
            <a:picLocks noChangeAspect="1"/>
          </p:cNvPicPr>
          <p:nvPr/>
        </p:nvPicPr>
        <p:blipFill>
          <a:blip r:embed="rId4"/>
          <a:stretch>
            <a:fillRect/>
          </a:stretch>
        </p:blipFill>
        <p:spPr>
          <a:xfrm>
            <a:off x="1102638" y="4039676"/>
            <a:ext cx="7100899" cy="1341538"/>
          </a:xfrm>
          <a:prstGeom prst="rect">
            <a:avLst/>
          </a:prstGeom>
        </p:spPr>
      </p:pic>
    </p:spTree>
    <p:extLst>
      <p:ext uri="{BB962C8B-B14F-4D97-AF65-F5344CB8AC3E}">
        <p14:creationId xmlns:p14="http://schemas.microsoft.com/office/powerpoint/2010/main" val="463468422"/>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83AB57-2353-6A5F-C7AE-F147CB3409A0}"/>
            </a:ext>
          </a:extLst>
        </p:cNvPr>
        <p:cNvGrpSpPr/>
        <p:nvPr/>
      </p:nvGrpSpPr>
      <p:grpSpPr>
        <a:xfrm>
          <a:off x="0" y="0"/>
          <a:ext cx="0" cy="0"/>
          <a:chOff x="0" y="0"/>
          <a:chExt cx="0" cy="0"/>
        </a:xfrm>
      </p:grpSpPr>
      <p:sp>
        <p:nvSpPr>
          <p:cNvPr id="2" name="Judul 1">
            <a:extLst>
              <a:ext uri="{FF2B5EF4-FFF2-40B4-BE49-F238E27FC236}">
                <a16:creationId xmlns:a16="http://schemas.microsoft.com/office/drawing/2014/main" id="{BB6CAC7A-D4A1-7DCF-7E2E-AC8E6F6140EB}"/>
              </a:ext>
            </a:extLst>
          </p:cNvPr>
          <p:cNvSpPr>
            <a:spLocks noGrp="1"/>
          </p:cNvSpPr>
          <p:nvPr>
            <p:ph type="title"/>
          </p:nvPr>
        </p:nvSpPr>
        <p:spPr>
          <a:xfrm>
            <a:off x="1167492" y="522807"/>
            <a:ext cx="9779183" cy="1325563"/>
          </a:xfrm>
        </p:spPr>
        <p:txBody>
          <a:bodyPr rtlCol="0"/>
          <a:lstStyle/>
          <a:p>
            <a:pPr rtl="0"/>
            <a:r>
              <a:rPr lang="en-GB" sz="5400" dirty="0"/>
              <a:t>Data Transformation</a:t>
            </a:r>
            <a:endParaRPr lang="id-ID" sz="5400" dirty="0"/>
          </a:p>
        </p:txBody>
      </p:sp>
      <p:sp>
        <p:nvSpPr>
          <p:cNvPr id="6" name="Tampungan Nomor Slide 5">
            <a:extLst>
              <a:ext uri="{FF2B5EF4-FFF2-40B4-BE49-F238E27FC236}">
                <a16:creationId xmlns:a16="http://schemas.microsoft.com/office/drawing/2014/main" id="{70AA5EB0-2DAA-0BA7-0BC6-9FC0722F51B1}"/>
              </a:ext>
            </a:extLst>
          </p:cNvPr>
          <p:cNvSpPr>
            <a:spLocks noGrp="1"/>
          </p:cNvSpPr>
          <p:nvPr>
            <p:ph type="sldNum" sz="quarter" idx="4"/>
          </p:nvPr>
        </p:nvSpPr>
        <p:spPr/>
        <p:txBody>
          <a:bodyPr rtlCol="0"/>
          <a:lstStyle/>
          <a:p>
            <a:pPr rtl="0"/>
            <a:fld id="{294A09A9-5501-47C1-A89A-A340965A2BE2}" type="slidenum">
              <a:rPr lang="id-ID" smtClean="0"/>
              <a:pPr rtl="0"/>
              <a:t>64</a:t>
            </a:fld>
            <a:endParaRPr lang="id-ID"/>
          </a:p>
        </p:txBody>
      </p:sp>
      <p:sp>
        <p:nvSpPr>
          <p:cNvPr id="8" name="Content Placeholder 7">
            <a:extLst>
              <a:ext uri="{FF2B5EF4-FFF2-40B4-BE49-F238E27FC236}">
                <a16:creationId xmlns:a16="http://schemas.microsoft.com/office/drawing/2014/main" id="{8E740096-F6E8-2107-DCB4-B5BFB5F07C4E}"/>
              </a:ext>
            </a:extLst>
          </p:cNvPr>
          <p:cNvSpPr>
            <a:spLocks noGrp="1"/>
          </p:cNvSpPr>
          <p:nvPr>
            <p:ph idx="1"/>
          </p:nvPr>
        </p:nvSpPr>
        <p:spPr>
          <a:xfrm>
            <a:off x="1202955" y="1780801"/>
            <a:ext cx="5124103" cy="3867831"/>
          </a:xfrm>
        </p:spPr>
        <p:txBody>
          <a:bodyPr/>
          <a:lstStyle/>
          <a:p>
            <a:r>
              <a:rPr lang="id-ID" dirty="0"/>
              <a:t>Pada tahap transformasi, dilakukan rekayasa fitur untuk menciptakan variabel baru yang lebih informatif, seperti jarak tembakan ke gawang (</a:t>
            </a:r>
            <a:r>
              <a:rPr lang="id-ID" dirty="0" err="1"/>
              <a:t>distance_to_goal</a:t>
            </a:r>
            <a:r>
              <a:rPr lang="id-ID" dirty="0"/>
              <a:t>), sudut tembak (</a:t>
            </a:r>
            <a:r>
              <a:rPr lang="id-ID" dirty="0" err="1"/>
              <a:t>angle_to_goal</a:t>
            </a:r>
            <a:r>
              <a:rPr lang="id-ID" dirty="0"/>
              <a:t>), dan jenis kejadian sebelum tembakan (</a:t>
            </a:r>
            <a:r>
              <a:rPr lang="id-ID" dirty="0" err="1"/>
              <a:t>type_before</a:t>
            </a:r>
            <a:r>
              <a:rPr lang="id-ID" dirty="0"/>
              <a:t>). </a:t>
            </a:r>
          </a:p>
        </p:txBody>
      </p:sp>
      <p:pic>
        <p:nvPicPr>
          <p:cNvPr id="3" name="Picture 2">
            <a:extLst>
              <a:ext uri="{FF2B5EF4-FFF2-40B4-BE49-F238E27FC236}">
                <a16:creationId xmlns:a16="http://schemas.microsoft.com/office/drawing/2014/main" id="{B6684D46-ACD9-5C16-BC88-B71335191B44}"/>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610168" y="291802"/>
            <a:ext cx="1415845" cy="6274395"/>
          </a:xfrm>
          <a:prstGeom prst="rect">
            <a:avLst/>
          </a:prstGeom>
          <a:noFill/>
          <a:ln>
            <a:noFill/>
          </a:ln>
        </p:spPr>
      </p:pic>
    </p:spTree>
    <p:extLst>
      <p:ext uri="{BB962C8B-B14F-4D97-AF65-F5344CB8AC3E}">
        <p14:creationId xmlns:p14="http://schemas.microsoft.com/office/powerpoint/2010/main" val="2346955979"/>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8B62B8-AAFF-8209-0704-E7B59C7E0FA9}"/>
            </a:ext>
          </a:extLst>
        </p:cNvPr>
        <p:cNvGrpSpPr/>
        <p:nvPr/>
      </p:nvGrpSpPr>
      <p:grpSpPr>
        <a:xfrm>
          <a:off x="0" y="0"/>
          <a:ext cx="0" cy="0"/>
          <a:chOff x="0" y="0"/>
          <a:chExt cx="0" cy="0"/>
        </a:xfrm>
      </p:grpSpPr>
      <p:sp>
        <p:nvSpPr>
          <p:cNvPr id="2" name="Judul 1">
            <a:extLst>
              <a:ext uri="{FF2B5EF4-FFF2-40B4-BE49-F238E27FC236}">
                <a16:creationId xmlns:a16="http://schemas.microsoft.com/office/drawing/2014/main" id="{6686D818-4586-C4E2-4021-6B4F5D5ED5A9}"/>
              </a:ext>
            </a:extLst>
          </p:cNvPr>
          <p:cNvSpPr>
            <a:spLocks noGrp="1"/>
          </p:cNvSpPr>
          <p:nvPr>
            <p:ph type="title"/>
          </p:nvPr>
        </p:nvSpPr>
        <p:spPr>
          <a:xfrm>
            <a:off x="1167492" y="522807"/>
            <a:ext cx="9779183" cy="1325563"/>
          </a:xfrm>
        </p:spPr>
        <p:txBody>
          <a:bodyPr rtlCol="0"/>
          <a:lstStyle/>
          <a:p>
            <a:pPr rtl="0"/>
            <a:r>
              <a:rPr lang="en-GB" sz="5400" dirty="0"/>
              <a:t>Feature Engineering</a:t>
            </a:r>
            <a:endParaRPr lang="id-ID" sz="5400" dirty="0"/>
          </a:p>
        </p:txBody>
      </p:sp>
      <p:sp>
        <p:nvSpPr>
          <p:cNvPr id="6" name="Tampungan Nomor Slide 5">
            <a:extLst>
              <a:ext uri="{FF2B5EF4-FFF2-40B4-BE49-F238E27FC236}">
                <a16:creationId xmlns:a16="http://schemas.microsoft.com/office/drawing/2014/main" id="{B9C508BF-C045-B5A5-71E9-1A51E1BB6217}"/>
              </a:ext>
            </a:extLst>
          </p:cNvPr>
          <p:cNvSpPr>
            <a:spLocks noGrp="1"/>
          </p:cNvSpPr>
          <p:nvPr>
            <p:ph type="sldNum" sz="quarter" idx="4"/>
          </p:nvPr>
        </p:nvSpPr>
        <p:spPr/>
        <p:txBody>
          <a:bodyPr rtlCol="0"/>
          <a:lstStyle/>
          <a:p>
            <a:pPr rtl="0"/>
            <a:fld id="{294A09A9-5501-47C1-A89A-A340965A2BE2}" type="slidenum">
              <a:rPr lang="id-ID" smtClean="0"/>
              <a:pPr rtl="0"/>
              <a:t>65</a:t>
            </a:fld>
            <a:endParaRPr lang="id-ID"/>
          </a:p>
        </p:txBody>
      </p:sp>
      <p:pic>
        <p:nvPicPr>
          <p:cNvPr id="10" name="Picture 9">
            <a:extLst>
              <a:ext uri="{FF2B5EF4-FFF2-40B4-BE49-F238E27FC236}">
                <a16:creationId xmlns:a16="http://schemas.microsoft.com/office/drawing/2014/main" id="{E6B7E322-4BA0-0CAC-2242-931BFC86AEF8}"/>
              </a:ext>
            </a:extLst>
          </p:cNvPr>
          <p:cNvPicPr>
            <a:picLocks noChangeAspect="1"/>
          </p:cNvPicPr>
          <p:nvPr/>
        </p:nvPicPr>
        <p:blipFill>
          <a:blip r:embed="rId3"/>
          <a:stretch>
            <a:fillRect/>
          </a:stretch>
        </p:blipFill>
        <p:spPr>
          <a:xfrm>
            <a:off x="1167492" y="2087563"/>
            <a:ext cx="3124289" cy="4350290"/>
          </a:xfrm>
          <a:prstGeom prst="rect">
            <a:avLst/>
          </a:prstGeom>
        </p:spPr>
      </p:pic>
      <p:sp>
        <p:nvSpPr>
          <p:cNvPr id="4" name="Content Placeholder 3">
            <a:extLst>
              <a:ext uri="{FF2B5EF4-FFF2-40B4-BE49-F238E27FC236}">
                <a16:creationId xmlns:a16="http://schemas.microsoft.com/office/drawing/2014/main" id="{13B3DEDA-2779-05D3-EF80-DE33644C5C2A}"/>
              </a:ext>
            </a:extLst>
          </p:cNvPr>
          <p:cNvSpPr>
            <a:spLocks noGrp="1"/>
          </p:cNvSpPr>
          <p:nvPr>
            <p:ph idx="1"/>
          </p:nvPr>
        </p:nvSpPr>
        <p:spPr>
          <a:xfrm>
            <a:off x="4291781" y="2087563"/>
            <a:ext cx="6242496" cy="1629031"/>
          </a:xfrm>
        </p:spPr>
        <p:txBody>
          <a:bodyPr/>
          <a:lstStyle/>
          <a:p>
            <a:r>
              <a:rPr lang="en-GB" dirty="0" err="1"/>
              <a:t>Titik</a:t>
            </a:r>
            <a:r>
              <a:rPr lang="en-GB" dirty="0"/>
              <a:t> </a:t>
            </a:r>
            <a:r>
              <a:rPr lang="en-GB" dirty="0" err="1"/>
              <a:t>tembakan</a:t>
            </a:r>
            <a:r>
              <a:rPr lang="en-GB" dirty="0"/>
              <a:t> </a:t>
            </a:r>
            <a:r>
              <a:rPr lang="en-GB" dirty="0" err="1"/>
              <a:t>akan</a:t>
            </a:r>
            <a:r>
              <a:rPr lang="en-GB" dirty="0"/>
              <a:t> </a:t>
            </a:r>
            <a:r>
              <a:rPr lang="en-GB" dirty="0" err="1"/>
              <a:t>dihitung</a:t>
            </a:r>
            <a:r>
              <a:rPr lang="en-GB" dirty="0"/>
              <a:t> </a:t>
            </a:r>
            <a:r>
              <a:rPr lang="en-GB" dirty="0" err="1"/>
              <a:t>menggunakan</a:t>
            </a:r>
            <a:r>
              <a:rPr lang="en-GB" dirty="0"/>
              <a:t> </a:t>
            </a:r>
            <a:r>
              <a:rPr lang="en-GB" dirty="0" err="1"/>
              <a:t>start_x</a:t>
            </a:r>
            <a:r>
              <a:rPr lang="en-GB" dirty="0"/>
              <a:t> dan </a:t>
            </a:r>
            <a:r>
              <a:rPr lang="en-GB" dirty="0" err="1"/>
              <a:t>start_y</a:t>
            </a:r>
            <a:r>
              <a:rPr lang="en-GB" dirty="0"/>
              <a:t> </a:t>
            </a:r>
            <a:r>
              <a:rPr lang="en-GB" dirty="0" err="1"/>
              <a:t>untuk</a:t>
            </a:r>
            <a:r>
              <a:rPr lang="en-GB" dirty="0"/>
              <a:t> </a:t>
            </a:r>
            <a:r>
              <a:rPr lang="en-GB" dirty="0" err="1"/>
              <a:t>menghitung</a:t>
            </a:r>
            <a:r>
              <a:rPr lang="en-GB" dirty="0"/>
              <a:t> </a:t>
            </a:r>
            <a:r>
              <a:rPr lang="en-GB" dirty="0" err="1"/>
              <a:t>jarak</a:t>
            </a:r>
            <a:r>
              <a:rPr lang="en-GB" dirty="0"/>
              <a:t> </a:t>
            </a:r>
            <a:r>
              <a:rPr lang="en-GB" dirty="0" err="1"/>
              <a:t>ke</a:t>
            </a:r>
            <a:r>
              <a:rPr lang="en-GB" dirty="0"/>
              <a:t> </a:t>
            </a:r>
            <a:r>
              <a:rPr lang="en-GB" dirty="0" err="1"/>
              <a:t>gawang</a:t>
            </a:r>
            <a:r>
              <a:rPr lang="en-GB" dirty="0"/>
              <a:t>  (</a:t>
            </a:r>
            <a:r>
              <a:rPr lang="en-GB" dirty="0" err="1"/>
              <a:t>distance_to_goal</a:t>
            </a:r>
            <a:r>
              <a:rPr lang="en-GB" dirty="0"/>
              <a:t>) meng</a:t>
            </a:r>
            <a:r>
              <a:rPr lang="id-ID" dirty="0"/>
              <a:t>gunakan rumus Jarak </a:t>
            </a:r>
            <a:r>
              <a:rPr lang="id-ID" dirty="0" err="1"/>
              <a:t>Euclidean</a:t>
            </a:r>
            <a:r>
              <a:rPr lang="id-ID" dirty="0"/>
              <a:t>:</a:t>
            </a:r>
            <a:endParaRPr lang="en-GB" dirty="0"/>
          </a:p>
          <a:p>
            <a:endParaRPr lang="id-ID" dirty="0"/>
          </a:p>
        </p:txBody>
      </p:sp>
      <mc:AlternateContent xmlns:mc="http://schemas.openxmlformats.org/markup-compatibility/2006">
        <mc:Choice xmlns:a14="http://schemas.microsoft.com/office/drawing/2010/main" Requires="a14">
          <p:sp>
            <p:nvSpPr>
              <p:cNvPr id="5" name="Content Placeholder 3">
                <a:extLst>
                  <a:ext uri="{FF2B5EF4-FFF2-40B4-BE49-F238E27FC236}">
                    <a16:creationId xmlns:a16="http://schemas.microsoft.com/office/drawing/2014/main" id="{936B4C51-9C8B-6B8D-24D5-498113AE0A1B}"/>
                  </a:ext>
                </a:extLst>
              </p:cNvPr>
              <p:cNvSpPr txBox="1">
                <a:spLocks/>
              </p:cNvSpPr>
              <p:nvPr/>
            </p:nvSpPr>
            <p:spPr>
              <a:xfrm>
                <a:off x="3289592" y="4195115"/>
                <a:ext cx="9497962" cy="1629031"/>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8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14:m>
                  <m:oMathPara xmlns:m="http://schemas.openxmlformats.org/officeDocument/2006/math">
                    <m:oMathParaPr>
                      <m:jc m:val="centerGroup"/>
                    </m:oMathParaPr>
                    <m:oMath xmlns:m="http://schemas.openxmlformats.org/officeDocument/2006/math">
                      <m:r>
                        <m:rPr>
                          <m:nor/>
                        </m:rPr>
                        <a:rPr lang="id-ID" sz="2000" dirty="0">
                          <a:latin typeface="Cambria Math" panose="02040503050406030204" pitchFamily="18" charset="0"/>
                        </a:rPr>
                        <m:t>Jar</m:t>
                      </m:r>
                      <m:r>
                        <m:rPr>
                          <m:sty m:val="p"/>
                        </m:rPr>
                        <a:rPr lang="en-GB" sz="2000" i="1" dirty="0">
                          <a:latin typeface="Cambria Math" panose="02040503050406030204" pitchFamily="18" charset="0"/>
                        </a:rPr>
                        <m:t>ak</m:t>
                      </m:r>
                      <m:r>
                        <a:rPr lang="id-ID" sz="2000" i="1" dirty="0">
                          <a:latin typeface="Cambria Math" panose="02040503050406030204" pitchFamily="18" charset="0"/>
                        </a:rPr>
                        <m:t>=</m:t>
                      </m:r>
                      <m:rad>
                        <m:radPr>
                          <m:degHide m:val="on"/>
                          <m:ctrlPr>
                            <a:rPr lang="id-ID" sz="2000" i="1" dirty="0">
                              <a:latin typeface="Cambria Math" panose="02040503050406030204" pitchFamily="18" charset="0"/>
                            </a:rPr>
                          </m:ctrlPr>
                        </m:radPr>
                        <m:deg/>
                        <m:e>
                          <m:sSup>
                            <m:sSupPr>
                              <m:ctrlPr>
                                <a:rPr lang="id-ID" sz="2000" i="1" dirty="0">
                                  <a:latin typeface="Cambria Math" panose="02040503050406030204" pitchFamily="18" charset="0"/>
                                </a:rPr>
                              </m:ctrlPr>
                            </m:sSupPr>
                            <m:e>
                              <m:d>
                                <m:dPr>
                                  <m:ctrlPr>
                                    <a:rPr lang="id-ID" sz="2000" i="1" dirty="0">
                                      <a:latin typeface="Cambria Math" panose="02040503050406030204" pitchFamily="18" charset="0"/>
                                    </a:rPr>
                                  </m:ctrlPr>
                                </m:dPr>
                                <m:e>
                                  <m:sSub>
                                    <m:sSubPr>
                                      <m:ctrlPr>
                                        <a:rPr lang="id-ID" sz="2000" i="1" dirty="0">
                                          <a:latin typeface="Cambria Math" panose="02040503050406030204" pitchFamily="18" charset="0"/>
                                        </a:rPr>
                                      </m:ctrlPr>
                                    </m:sSubPr>
                                    <m:e>
                                      <m:r>
                                        <a:rPr lang="id-ID" sz="2000" i="1" dirty="0">
                                          <a:latin typeface="Cambria Math" panose="02040503050406030204" pitchFamily="18" charset="0"/>
                                        </a:rPr>
                                        <m:t>𝑥</m:t>
                                      </m:r>
                                    </m:e>
                                    <m:sub>
                                      <m:r>
                                        <m:rPr>
                                          <m:nor/>
                                        </m:rPr>
                                        <a:rPr lang="id-ID" sz="2000" dirty="0">
                                          <a:latin typeface="Cambria Math" panose="02040503050406030204" pitchFamily="18" charset="0"/>
                                        </a:rPr>
                                        <m:t>gawang</m:t>
                                      </m:r>
                                    </m:sub>
                                  </m:sSub>
                                  <m:r>
                                    <a:rPr lang="id-ID" sz="2000" i="1" dirty="0">
                                      <a:latin typeface="Cambria Math" panose="02040503050406030204" pitchFamily="18" charset="0"/>
                                    </a:rPr>
                                    <m:t>−</m:t>
                                  </m:r>
                                  <m:sSub>
                                    <m:sSubPr>
                                      <m:ctrlPr>
                                        <a:rPr lang="id-ID" sz="2000" i="1" dirty="0">
                                          <a:latin typeface="Cambria Math" panose="02040503050406030204" pitchFamily="18" charset="0"/>
                                        </a:rPr>
                                      </m:ctrlPr>
                                    </m:sSubPr>
                                    <m:e>
                                      <m:r>
                                        <a:rPr lang="id-ID" sz="2000" i="1" dirty="0">
                                          <a:latin typeface="Cambria Math" panose="02040503050406030204" pitchFamily="18" charset="0"/>
                                        </a:rPr>
                                        <m:t>𝑥</m:t>
                                      </m:r>
                                    </m:e>
                                    <m:sub>
                                      <m:r>
                                        <m:rPr>
                                          <m:nor/>
                                        </m:rPr>
                                        <a:rPr lang="id-ID" sz="2000" dirty="0">
                                          <a:latin typeface="Cambria Math" panose="02040503050406030204" pitchFamily="18" charset="0"/>
                                        </a:rPr>
                                        <m:t>tembakan</m:t>
                                      </m:r>
                                    </m:sub>
                                  </m:sSub>
                                </m:e>
                              </m:d>
                            </m:e>
                            <m:sup>
                              <m:r>
                                <a:rPr lang="id-ID" sz="2000" i="1" dirty="0">
                                  <a:latin typeface="Cambria Math" panose="02040503050406030204" pitchFamily="18" charset="0"/>
                                </a:rPr>
                                <m:t>2</m:t>
                              </m:r>
                            </m:sup>
                          </m:sSup>
                          <m:r>
                            <a:rPr lang="id-ID" sz="2000" i="1" dirty="0">
                              <a:latin typeface="Cambria Math" panose="02040503050406030204" pitchFamily="18" charset="0"/>
                            </a:rPr>
                            <m:t>+</m:t>
                          </m:r>
                          <m:sSup>
                            <m:sSupPr>
                              <m:ctrlPr>
                                <a:rPr lang="id-ID" sz="2000" i="1" dirty="0">
                                  <a:latin typeface="Cambria Math" panose="02040503050406030204" pitchFamily="18" charset="0"/>
                                </a:rPr>
                              </m:ctrlPr>
                            </m:sSupPr>
                            <m:e>
                              <m:d>
                                <m:dPr>
                                  <m:ctrlPr>
                                    <a:rPr lang="id-ID" sz="2000" i="1" dirty="0">
                                      <a:latin typeface="Cambria Math" panose="02040503050406030204" pitchFamily="18" charset="0"/>
                                    </a:rPr>
                                  </m:ctrlPr>
                                </m:dPr>
                                <m:e>
                                  <m:sSub>
                                    <m:sSubPr>
                                      <m:ctrlPr>
                                        <a:rPr lang="id-ID" sz="2000" i="1" dirty="0">
                                          <a:latin typeface="Cambria Math" panose="02040503050406030204" pitchFamily="18" charset="0"/>
                                        </a:rPr>
                                      </m:ctrlPr>
                                    </m:sSubPr>
                                    <m:e>
                                      <m:r>
                                        <a:rPr lang="id-ID" sz="2000" i="1" dirty="0">
                                          <a:latin typeface="Cambria Math" panose="02040503050406030204" pitchFamily="18" charset="0"/>
                                        </a:rPr>
                                        <m:t>𝑦</m:t>
                                      </m:r>
                                    </m:e>
                                    <m:sub>
                                      <m:r>
                                        <m:rPr>
                                          <m:nor/>
                                        </m:rPr>
                                        <a:rPr lang="id-ID" sz="2000" dirty="0">
                                          <a:latin typeface="Cambria Math" panose="02040503050406030204" pitchFamily="18" charset="0"/>
                                        </a:rPr>
                                        <m:t>gawang</m:t>
                                      </m:r>
                                    </m:sub>
                                  </m:sSub>
                                  <m:r>
                                    <a:rPr lang="id-ID" sz="2000" i="1" dirty="0">
                                      <a:latin typeface="Cambria Math" panose="02040503050406030204" pitchFamily="18" charset="0"/>
                                    </a:rPr>
                                    <m:t>−</m:t>
                                  </m:r>
                                  <m:sSub>
                                    <m:sSubPr>
                                      <m:ctrlPr>
                                        <a:rPr lang="id-ID" sz="2000" i="1" dirty="0">
                                          <a:latin typeface="Cambria Math" panose="02040503050406030204" pitchFamily="18" charset="0"/>
                                        </a:rPr>
                                      </m:ctrlPr>
                                    </m:sSubPr>
                                    <m:e>
                                      <m:r>
                                        <a:rPr lang="id-ID" sz="2000" i="1" dirty="0">
                                          <a:latin typeface="Cambria Math" panose="02040503050406030204" pitchFamily="18" charset="0"/>
                                        </a:rPr>
                                        <m:t>𝑦</m:t>
                                      </m:r>
                                    </m:e>
                                    <m:sub>
                                      <m:r>
                                        <m:rPr>
                                          <m:nor/>
                                        </m:rPr>
                                        <a:rPr lang="id-ID" sz="2000" dirty="0">
                                          <a:latin typeface="Cambria Math" panose="02040503050406030204" pitchFamily="18" charset="0"/>
                                        </a:rPr>
                                        <m:t>tembakan</m:t>
                                      </m:r>
                                    </m:sub>
                                  </m:sSub>
                                </m:e>
                              </m:d>
                            </m:e>
                            <m:sup>
                              <m:r>
                                <a:rPr lang="id-ID" sz="2000" i="1" dirty="0">
                                  <a:latin typeface="Cambria Math" panose="02040503050406030204" pitchFamily="18" charset="0"/>
                                </a:rPr>
                                <m:t>2</m:t>
                              </m:r>
                            </m:sup>
                          </m:sSup>
                        </m:e>
                      </m:rad>
                    </m:oMath>
                  </m:oMathPara>
                </a14:m>
                <a:endParaRPr lang="id-ID" sz="2000" dirty="0"/>
              </a:p>
            </p:txBody>
          </p:sp>
        </mc:Choice>
        <mc:Fallback>
          <p:sp>
            <p:nvSpPr>
              <p:cNvPr id="5" name="Content Placeholder 3">
                <a:extLst>
                  <a:ext uri="{FF2B5EF4-FFF2-40B4-BE49-F238E27FC236}">
                    <a16:creationId xmlns:a16="http://schemas.microsoft.com/office/drawing/2014/main" id="{936B4C51-9C8B-6B8D-24D5-498113AE0A1B}"/>
                  </a:ext>
                </a:extLst>
              </p:cNvPr>
              <p:cNvSpPr txBox="1">
                <a:spLocks noRot="1" noChangeAspect="1" noMove="1" noResize="1" noEditPoints="1" noAdjustHandles="1" noChangeArrowheads="1" noChangeShapeType="1" noTextEdit="1"/>
              </p:cNvSpPr>
              <p:nvPr/>
            </p:nvSpPr>
            <p:spPr>
              <a:xfrm>
                <a:off x="3289592" y="4195115"/>
                <a:ext cx="9497962" cy="1629031"/>
              </a:xfrm>
              <a:prstGeom prst="rect">
                <a:avLst/>
              </a:prstGeom>
              <a:blipFill>
                <a:blip r:embed="rId4"/>
                <a:stretch>
                  <a:fillRect/>
                </a:stretch>
              </a:blipFill>
            </p:spPr>
            <p:txBody>
              <a:bodyPr/>
              <a:lstStyle/>
              <a:p>
                <a:r>
                  <a:rPr lang="id-ID">
                    <a:noFill/>
                  </a:rPr>
                  <a:t> </a:t>
                </a:r>
              </a:p>
            </p:txBody>
          </p:sp>
        </mc:Fallback>
      </mc:AlternateContent>
      <p:pic>
        <p:nvPicPr>
          <p:cNvPr id="3" name="Picture 2">
            <a:extLst>
              <a:ext uri="{FF2B5EF4-FFF2-40B4-BE49-F238E27FC236}">
                <a16:creationId xmlns:a16="http://schemas.microsoft.com/office/drawing/2014/main" id="{E50C1461-0ED0-201A-596C-C64C44C1860C}"/>
              </a:ext>
            </a:extLst>
          </p:cNvPr>
          <p:cNvPicPr>
            <a:picLocks noChangeAspect="1"/>
          </p:cNvPicPr>
          <p:nvPr/>
        </p:nvPicPr>
        <p:blipFill>
          <a:blip r:embed="rId5" cstate="print">
            <a:extLst>
              <a:ext uri="{28A0092B-C50C-407E-A947-70E740481C1C}">
                <a14:useLocalDpi xmlns:a14="http://schemas.microsoft.com/office/drawing/2010/main" val="0"/>
              </a:ext>
            </a:extLst>
          </a:blip>
          <a:srcRect l="-3139" t="24808" r="3139" b="56934"/>
          <a:stretch>
            <a:fillRect/>
          </a:stretch>
        </p:blipFill>
        <p:spPr bwMode="auto">
          <a:xfrm>
            <a:off x="7595420" y="253979"/>
            <a:ext cx="2050026" cy="1658666"/>
          </a:xfrm>
          <a:prstGeom prst="rect">
            <a:avLst/>
          </a:prstGeom>
          <a:noFill/>
          <a:ln>
            <a:noFill/>
          </a:ln>
        </p:spPr>
      </p:pic>
    </p:spTree>
    <p:extLst>
      <p:ext uri="{BB962C8B-B14F-4D97-AF65-F5344CB8AC3E}">
        <p14:creationId xmlns:p14="http://schemas.microsoft.com/office/powerpoint/2010/main" val="877046140"/>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1DBBE7-73CF-3AD9-E644-21570FD33828}"/>
            </a:ext>
          </a:extLst>
        </p:cNvPr>
        <p:cNvGrpSpPr/>
        <p:nvPr/>
      </p:nvGrpSpPr>
      <p:grpSpPr>
        <a:xfrm>
          <a:off x="0" y="0"/>
          <a:ext cx="0" cy="0"/>
          <a:chOff x="0" y="0"/>
          <a:chExt cx="0" cy="0"/>
        </a:xfrm>
      </p:grpSpPr>
      <p:sp>
        <p:nvSpPr>
          <p:cNvPr id="2" name="Judul 1">
            <a:extLst>
              <a:ext uri="{FF2B5EF4-FFF2-40B4-BE49-F238E27FC236}">
                <a16:creationId xmlns:a16="http://schemas.microsoft.com/office/drawing/2014/main" id="{A9B80593-0587-35B7-91D4-837E2DB7A97B}"/>
              </a:ext>
            </a:extLst>
          </p:cNvPr>
          <p:cNvSpPr>
            <a:spLocks noGrp="1"/>
          </p:cNvSpPr>
          <p:nvPr>
            <p:ph type="title"/>
          </p:nvPr>
        </p:nvSpPr>
        <p:spPr>
          <a:xfrm>
            <a:off x="1167492" y="522807"/>
            <a:ext cx="9779183" cy="1325563"/>
          </a:xfrm>
        </p:spPr>
        <p:txBody>
          <a:bodyPr rtlCol="0"/>
          <a:lstStyle/>
          <a:p>
            <a:r>
              <a:rPr lang="en-GB" sz="5400" dirty="0"/>
              <a:t>Feature Engineering</a:t>
            </a:r>
            <a:endParaRPr lang="id-ID" sz="5400" dirty="0"/>
          </a:p>
        </p:txBody>
      </p:sp>
      <p:sp>
        <p:nvSpPr>
          <p:cNvPr id="6" name="Tampungan Nomor Slide 5">
            <a:extLst>
              <a:ext uri="{FF2B5EF4-FFF2-40B4-BE49-F238E27FC236}">
                <a16:creationId xmlns:a16="http://schemas.microsoft.com/office/drawing/2014/main" id="{C545AA01-D51F-A74B-9532-81D79B299245}"/>
              </a:ext>
            </a:extLst>
          </p:cNvPr>
          <p:cNvSpPr>
            <a:spLocks noGrp="1"/>
          </p:cNvSpPr>
          <p:nvPr>
            <p:ph type="sldNum" sz="quarter" idx="4"/>
          </p:nvPr>
        </p:nvSpPr>
        <p:spPr/>
        <p:txBody>
          <a:bodyPr rtlCol="0"/>
          <a:lstStyle/>
          <a:p>
            <a:pPr rtl="0"/>
            <a:fld id="{294A09A9-5501-47C1-A89A-A340965A2BE2}" type="slidenum">
              <a:rPr lang="id-ID" smtClean="0"/>
              <a:pPr rtl="0"/>
              <a:t>66</a:t>
            </a:fld>
            <a:endParaRPr lang="id-ID"/>
          </a:p>
        </p:txBody>
      </p:sp>
      <p:pic>
        <p:nvPicPr>
          <p:cNvPr id="11" name="Picture 10">
            <a:extLst>
              <a:ext uri="{FF2B5EF4-FFF2-40B4-BE49-F238E27FC236}">
                <a16:creationId xmlns:a16="http://schemas.microsoft.com/office/drawing/2014/main" id="{508817F4-8EE0-8759-6C58-E87BDD9C4EE0}"/>
              </a:ext>
            </a:extLst>
          </p:cNvPr>
          <p:cNvPicPr>
            <a:picLocks noChangeAspect="1"/>
          </p:cNvPicPr>
          <p:nvPr/>
        </p:nvPicPr>
        <p:blipFill rotWithShape="1">
          <a:blip r:embed="rId3">
            <a:extLst>
              <a:ext uri="{28A0092B-C50C-407E-A947-70E740481C1C}">
                <a14:useLocalDpi xmlns:a14="http://schemas.microsoft.com/office/drawing/2010/main" val="0"/>
              </a:ext>
            </a:extLst>
          </a:blip>
          <a:srcRect l="43635" t="17786" r="24000" b="21018"/>
          <a:stretch>
            <a:fillRect/>
          </a:stretch>
        </p:blipFill>
        <p:spPr bwMode="auto">
          <a:xfrm>
            <a:off x="1167493" y="2087563"/>
            <a:ext cx="3039170" cy="4384330"/>
          </a:xfrm>
          <a:prstGeom prst="rect">
            <a:avLst/>
          </a:prstGeom>
          <a:noFill/>
          <a:ln>
            <a:noFill/>
          </a:ln>
          <a:extLst>
            <a:ext uri="{53640926-AAD7-44D8-BBD7-CCE9431645EC}">
              <a14:shadowObscured xmlns:a14="http://schemas.microsoft.com/office/drawing/2010/main"/>
            </a:ext>
          </a:extLst>
        </p:spPr>
      </p:pic>
      <p:sp>
        <p:nvSpPr>
          <p:cNvPr id="4" name="Content Placeholder 3">
            <a:extLst>
              <a:ext uri="{FF2B5EF4-FFF2-40B4-BE49-F238E27FC236}">
                <a16:creationId xmlns:a16="http://schemas.microsoft.com/office/drawing/2014/main" id="{D5822055-2448-F8A1-276B-15078812A69C}"/>
              </a:ext>
            </a:extLst>
          </p:cNvPr>
          <p:cNvSpPr>
            <a:spLocks noGrp="1"/>
          </p:cNvSpPr>
          <p:nvPr>
            <p:ph idx="1"/>
          </p:nvPr>
        </p:nvSpPr>
        <p:spPr>
          <a:xfrm>
            <a:off x="4291781" y="2087563"/>
            <a:ext cx="6242496" cy="1629031"/>
          </a:xfrm>
        </p:spPr>
        <p:txBody>
          <a:bodyPr/>
          <a:lstStyle/>
          <a:p>
            <a:r>
              <a:rPr lang="id-ID" dirty="0"/>
              <a:t>Untuk menghitung besar sudut dari lokasi tembakan terhadap gawang</a:t>
            </a:r>
            <a:r>
              <a:rPr lang="en-GB" dirty="0"/>
              <a:t> (</a:t>
            </a:r>
            <a:r>
              <a:rPr lang="en-GB" dirty="0" err="1"/>
              <a:t>angle_to_goal</a:t>
            </a:r>
            <a:r>
              <a:rPr lang="en-GB" dirty="0"/>
              <a:t>)</a:t>
            </a:r>
            <a:r>
              <a:rPr lang="id-ID" dirty="0"/>
              <a:t>, digunakan rumus Hukum Kosinus (Law </a:t>
            </a:r>
            <a:r>
              <a:rPr lang="id-ID" dirty="0" err="1"/>
              <a:t>of</a:t>
            </a:r>
            <a:r>
              <a:rPr lang="id-ID" dirty="0"/>
              <a:t> </a:t>
            </a:r>
            <a:r>
              <a:rPr lang="id-ID" dirty="0" err="1"/>
              <a:t>Cosines</a:t>
            </a:r>
            <a:r>
              <a:rPr lang="id-ID" dirty="0"/>
              <a:t>):</a:t>
            </a:r>
          </a:p>
          <a:p>
            <a:endParaRPr lang="id-ID" dirty="0"/>
          </a:p>
        </p:txBody>
      </p:sp>
      <mc:AlternateContent xmlns:mc="http://schemas.openxmlformats.org/markup-compatibility/2006" xmlns:a14="http://schemas.microsoft.com/office/drawing/2010/main">
        <mc:Choice Requires="a14">
          <p:sp>
            <p:nvSpPr>
              <p:cNvPr id="5" name="Content Placeholder 3">
                <a:extLst>
                  <a:ext uri="{FF2B5EF4-FFF2-40B4-BE49-F238E27FC236}">
                    <a16:creationId xmlns:a16="http://schemas.microsoft.com/office/drawing/2014/main" id="{19CEBB2E-C90D-EBAE-654A-8D29C1C25827}"/>
                  </a:ext>
                </a:extLst>
              </p:cNvPr>
              <p:cNvSpPr txBox="1">
                <a:spLocks/>
              </p:cNvSpPr>
              <p:nvPr/>
            </p:nvSpPr>
            <p:spPr>
              <a:xfrm>
                <a:off x="2313037" y="3791763"/>
                <a:ext cx="9497962" cy="807942"/>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8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14:m>
                  <m:oMathPara xmlns:m="http://schemas.openxmlformats.org/officeDocument/2006/math">
                    <m:oMathParaPr>
                      <m:jc m:val="centerGroup"/>
                    </m:oMathParaPr>
                    <m:oMath xmlns:m="http://schemas.openxmlformats.org/officeDocument/2006/math">
                      <m:r>
                        <a:rPr lang="id-ID" sz="2000" i="1" dirty="0" smtClean="0">
                          <a:latin typeface="Cambria Math" panose="02040503050406030204" pitchFamily="18" charset="0"/>
                        </a:rPr>
                        <m:t>𝜃</m:t>
                      </m:r>
                      <m:r>
                        <a:rPr lang="id-ID" sz="2000" i="1" dirty="0">
                          <a:latin typeface="Cambria Math" panose="02040503050406030204" pitchFamily="18" charset="0"/>
                        </a:rPr>
                        <m:t>=</m:t>
                      </m:r>
                      <m:func>
                        <m:funcPr>
                          <m:ctrlPr>
                            <a:rPr lang="id-ID" sz="2000" i="1" dirty="0">
                              <a:latin typeface="Cambria Math" panose="02040503050406030204" pitchFamily="18" charset="0"/>
                            </a:rPr>
                          </m:ctrlPr>
                        </m:funcPr>
                        <m:fName>
                          <m:r>
                            <m:rPr>
                              <m:sty m:val="p"/>
                            </m:rPr>
                            <a:rPr lang="id-ID" sz="2000" i="0" dirty="0" err="1">
                              <a:latin typeface="Cambria Math" panose="02040503050406030204" pitchFamily="18" charset="0"/>
                            </a:rPr>
                            <m:t>arccos</m:t>
                          </m:r>
                        </m:fName>
                        <m:e>
                          <m:d>
                            <m:dPr>
                              <m:ctrlPr>
                                <a:rPr lang="id-ID" sz="2000" i="1" dirty="0">
                                  <a:latin typeface="Cambria Math" panose="02040503050406030204" pitchFamily="18" charset="0"/>
                                </a:rPr>
                              </m:ctrlPr>
                            </m:dPr>
                            <m:e>
                              <m:f>
                                <m:fPr>
                                  <m:ctrlPr>
                                    <a:rPr lang="id-ID" sz="2000" i="1" dirty="0">
                                      <a:latin typeface="Cambria Math" panose="02040503050406030204" pitchFamily="18" charset="0"/>
                                    </a:rPr>
                                  </m:ctrlPr>
                                </m:fPr>
                                <m:num>
                                  <m:sSup>
                                    <m:sSupPr>
                                      <m:ctrlPr>
                                        <a:rPr lang="id-ID" sz="2000" i="1" dirty="0">
                                          <a:latin typeface="Cambria Math" panose="02040503050406030204" pitchFamily="18" charset="0"/>
                                        </a:rPr>
                                      </m:ctrlPr>
                                    </m:sSupPr>
                                    <m:e>
                                      <m:r>
                                        <a:rPr lang="id-ID" sz="2000" i="1" dirty="0">
                                          <a:latin typeface="Cambria Math" panose="02040503050406030204" pitchFamily="18" charset="0"/>
                                        </a:rPr>
                                        <m:t>𝑎</m:t>
                                      </m:r>
                                    </m:e>
                                    <m:sup>
                                      <m:r>
                                        <a:rPr lang="id-ID" sz="2000" i="1" dirty="0">
                                          <a:latin typeface="Cambria Math" panose="02040503050406030204" pitchFamily="18" charset="0"/>
                                        </a:rPr>
                                        <m:t>2</m:t>
                                      </m:r>
                                    </m:sup>
                                  </m:sSup>
                                  <m:r>
                                    <a:rPr lang="id-ID" sz="2000" i="1" dirty="0">
                                      <a:latin typeface="Cambria Math" panose="02040503050406030204" pitchFamily="18" charset="0"/>
                                    </a:rPr>
                                    <m:t>+</m:t>
                                  </m:r>
                                  <m:sSup>
                                    <m:sSupPr>
                                      <m:ctrlPr>
                                        <a:rPr lang="id-ID" sz="2000" i="1" dirty="0">
                                          <a:latin typeface="Cambria Math" panose="02040503050406030204" pitchFamily="18" charset="0"/>
                                        </a:rPr>
                                      </m:ctrlPr>
                                    </m:sSupPr>
                                    <m:e>
                                      <m:r>
                                        <a:rPr lang="id-ID" sz="2000" i="1" dirty="0">
                                          <a:latin typeface="Cambria Math" panose="02040503050406030204" pitchFamily="18" charset="0"/>
                                        </a:rPr>
                                        <m:t>𝑏</m:t>
                                      </m:r>
                                    </m:e>
                                    <m:sup>
                                      <m:r>
                                        <a:rPr lang="id-ID" sz="2000" i="1" dirty="0">
                                          <a:latin typeface="Cambria Math" panose="02040503050406030204" pitchFamily="18" charset="0"/>
                                        </a:rPr>
                                        <m:t>2</m:t>
                                      </m:r>
                                    </m:sup>
                                  </m:sSup>
                                  <m:r>
                                    <a:rPr lang="id-ID" sz="2000" i="1" dirty="0">
                                      <a:latin typeface="Cambria Math" panose="02040503050406030204" pitchFamily="18" charset="0"/>
                                    </a:rPr>
                                    <m:t>−</m:t>
                                  </m:r>
                                  <m:sSup>
                                    <m:sSupPr>
                                      <m:ctrlPr>
                                        <a:rPr lang="id-ID" sz="2000" i="1" dirty="0">
                                          <a:latin typeface="Cambria Math" panose="02040503050406030204" pitchFamily="18" charset="0"/>
                                        </a:rPr>
                                      </m:ctrlPr>
                                    </m:sSupPr>
                                    <m:e>
                                      <m:r>
                                        <a:rPr lang="id-ID" sz="2000" i="1" dirty="0">
                                          <a:latin typeface="Cambria Math" panose="02040503050406030204" pitchFamily="18" charset="0"/>
                                        </a:rPr>
                                        <m:t>𝑐</m:t>
                                      </m:r>
                                    </m:e>
                                    <m:sup>
                                      <m:r>
                                        <a:rPr lang="id-ID" sz="2000" i="1" dirty="0">
                                          <a:latin typeface="Cambria Math" panose="02040503050406030204" pitchFamily="18" charset="0"/>
                                        </a:rPr>
                                        <m:t>2</m:t>
                                      </m:r>
                                    </m:sup>
                                  </m:sSup>
                                </m:num>
                                <m:den>
                                  <m:r>
                                    <a:rPr lang="id-ID" sz="2000" i="1" dirty="0">
                                      <a:latin typeface="Cambria Math" panose="02040503050406030204" pitchFamily="18" charset="0"/>
                                    </a:rPr>
                                    <m:t>2</m:t>
                                  </m:r>
                                  <m:r>
                                    <a:rPr lang="id-ID" sz="2000" i="1" dirty="0">
                                      <a:latin typeface="Cambria Math" panose="02040503050406030204" pitchFamily="18" charset="0"/>
                                    </a:rPr>
                                    <m:t>𝑎𝑏</m:t>
                                  </m:r>
                                </m:den>
                              </m:f>
                            </m:e>
                          </m:d>
                        </m:e>
                      </m:func>
                    </m:oMath>
                  </m:oMathPara>
                </a14:m>
                <a:endParaRPr/>
              </a:p>
            </p:txBody>
          </p:sp>
        </mc:Choice>
        <mc:Fallback xmlns="">
          <p:sp>
            <p:nvSpPr>
              <p:cNvPr id="5" name="Content Placeholder 3">
                <a:extLst>
                  <a:ext uri="{FF2B5EF4-FFF2-40B4-BE49-F238E27FC236}">
                    <a16:creationId xmlns:a16="http://schemas.microsoft.com/office/drawing/2014/main" id="{19CEBB2E-C90D-EBAE-654A-8D29C1C25827}"/>
                  </a:ext>
                </a:extLst>
              </p:cNvPr>
              <p:cNvSpPr txBox="1">
                <a:spLocks noRot="1" noChangeAspect="1" noMove="1" noResize="1" noEditPoints="1" noAdjustHandles="1" noChangeArrowheads="1" noChangeShapeType="1" noTextEdit="1"/>
              </p:cNvSpPr>
              <p:nvPr/>
            </p:nvSpPr>
            <p:spPr>
              <a:xfrm>
                <a:off x="2313037" y="3791763"/>
                <a:ext cx="9497962" cy="807942"/>
              </a:xfrm>
              <a:prstGeom prst="rect">
                <a:avLst/>
              </a:prstGeom>
              <a:blipFill>
                <a:blip r:embed="rId4"/>
                <a:stretch>
                  <a:fillRect/>
                </a:stretch>
              </a:blipFill>
            </p:spPr>
            <p:txBody>
              <a:bodyPr/>
              <a:lstStyle/>
              <a:p>
                <a:r>
                  <a:rPr lang="id-ID">
                    <a:noFill/>
                  </a:rPr>
                  <a:t> </a:t>
                </a:r>
              </a:p>
            </p:txBody>
          </p:sp>
        </mc:Fallback>
      </mc:AlternateContent>
      <mc:AlternateContent xmlns:mc="http://schemas.openxmlformats.org/markup-compatibility/2006" xmlns:a14="http://schemas.microsoft.com/office/drawing/2010/main">
        <mc:Choice Requires="a14">
          <p:sp>
            <p:nvSpPr>
              <p:cNvPr id="3" name="Content Placeholder 3">
                <a:extLst>
                  <a:ext uri="{FF2B5EF4-FFF2-40B4-BE49-F238E27FC236}">
                    <a16:creationId xmlns:a16="http://schemas.microsoft.com/office/drawing/2014/main" id="{F6E379FE-19D1-3405-2C06-62CCD87A1959}"/>
                  </a:ext>
                </a:extLst>
              </p:cNvPr>
              <p:cNvSpPr txBox="1">
                <a:spLocks/>
              </p:cNvSpPr>
              <p:nvPr/>
            </p:nvSpPr>
            <p:spPr>
              <a:xfrm>
                <a:off x="4291781" y="4599705"/>
                <a:ext cx="6242496" cy="1629031"/>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8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id-ID" sz="2000" dirty="0"/>
                  <a:t>Keterangan:</a:t>
                </a:r>
                <a:endParaRPr lang="en-GB" sz="2000" dirty="0"/>
              </a:p>
              <a:p>
                <a14:m>
                  <m:oMath xmlns:m="http://schemas.openxmlformats.org/officeDocument/2006/math">
                    <m:r>
                      <a:rPr lang="id-ID" sz="2000" i="1" dirty="0" smtClean="0">
                        <a:latin typeface="Cambria Math" panose="02040503050406030204" pitchFamily="18" charset="0"/>
                      </a:rPr>
                      <m:t>𝜃</m:t>
                    </m:r>
                  </m:oMath>
                </a14:m>
                <a:r>
                  <a:rPr lang="id-ID" sz="2000" dirty="0"/>
                  <a:t>: Besar sudut tembakan ke gawang (dalam derajat).</a:t>
                </a:r>
                <a:endParaRPr lang="en-GB" sz="2000" dirty="0"/>
              </a:p>
              <a:p>
                <a14:m>
                  <m:oMath xmlns:m="http://schemas.openxmlformats.org/officeDocument/2006/math">
                    <m:r>
                      <a:rPr lang="id-ID" sz="2000" i="1" dirty="0" smtClean="0">
                        <a:latin typeface="Cambria Math" panose="02040503050406030204" pitchFamily="18" charset="0"/>
                      </a:rPr>
                      <m:t>𝑎</m:t>
                    </m:r>
                  </m:oMath>
                </a14:m>
                <a:r>
                  <a:rPr lang="id-ID" sz="2000" dirty="0"/>
                  <a:t>: Jarak dari titik tembakan ke tiang gawang pertama.</a:t>
                </a:r>
                <a:endParaRPr lang="en-GB" sz="2000" dirty="0"/>
              </a:p>
              <a:p>
                <a14:m>
                  <m:oMath xmlns:m="http://schemas.openxmlformats.org/officeDocument/2006/math">
                    <m:r>
                      <a:rPr lang="id-ID" sz="2000" i="1" dirty="0" smtClean="0">
                        <a:latin typeface="Cambria Math" panose="02040503050406030204" pitchFamily="18" charset="0"/>
                      </a:rPr>
                      <m:t>𝑏</m:t>
                    </m:r>
                  </m:oMath>
                </a14:m>
                <a:r>
                  <a:rPr lang="id-ID" sz="2000" dirty="0"/>
                  <a:t>: Jarak dari titik tembakan ke tiang gawang kedua.</a:t>
                </a:r>
                <a:endParaRPr lang="en-GB" sz="2000" dirty="0"/>
              </a:p>
              <a:p>
                <a14:m>
                  <m:oMath xmlns:m="http://schemas.openxmlformats.org/officeDocument/2006/math">
                    <m:r>
                      <a:rPr lang="id-ID" sz="2000" i="1" dirty="0" smtClean="0">
                        <a:latin typeface="Cambria Math" panose="02040503050406030204" pitchFamily="18" charset="0"/>
                      </a:rPr>
                      <m:t>𝑐</m:t>
                    </m:r>
                  </m:oMath>
                </a14:m>
                <a:r>
                  <a:rPr lang="id-ID" sz="2000" dirty="0"/>
                  <a:t>: Lebar gawang (jarak antara kedua tiang).</a:t>
                </a:r>
              </a:p>
            </p:txBody>
          </p:sp>
        </mc:Choice>
        <mc:Fallback xmlns="">
          <p:sp>
            <p:nvSpPr>
              <p:cNvPr id="3" name="Content Placeholder 3">
                <a:extLst>
                  <a:ext uri="{FF2B5EF4-FFF2-40B4-BE49-F238E27FC236}">
                    <a16:creationId xmlns:a16="http://schemas.microsoft.com/office/drawing/2014/main" id="{F6E379FE-19D1-3405-2C06-62CCD87A1959}"/>
                  </a:ext>
                </a:extLst>
              </p:cNvPr>
              <p:cNvSpPr txBox="1">
                <a:spLocks noRot="1" noChangeAspect="1" noMove="1" noResize="1" noEditPoints="1" noAdjustHandles="1" noChangeArrowheads="1" noChangeShapeType="1" noTextEdit="1"/>
              </p:cNvSpPr>
              <p:nvPr/>
            </p:nvSpPr>
            <p:spPr>
              <a:xfrm>
                <a:off x="4291781" y="4599705"/>
                <a:ext cx="6242496" cy="1629031"/>
              </a:xfrm>
              <a:prstGeom prst="rect">
                <a:avLst/>
              </a:prstGeom>
              <a:blipFill>
                <a:blip r:embed="rId5"/>
                <a:stretch>
                  <a:fillRect l="-977" t="-4120" r="-879" b="-27715"/>
                </a:stretch>
              </a:blipFill>
            </p:spPr>
            <p:txBody>
              <a:bodyPr/>
              <a:lstStyle/>
              <a:p>
                <a:r>
                  <a:rPr lang="id-ID">
                    <a:noFill/>
                  </a:rPr>
                  <a:t> </a:t>
                </a:r>
              </a:p>
            </p:txBody>
          </p:sp>
        </mc:Fallback>
      </mc:AlternateContent>
    </p:spTree>
    <p:extLst>
      <p:ext uri="{BB962C8B-B14F-4D97-AF65-F5344CB8AC3E}">
        <p14:creationId xmlns:p14="http://schemas.microsoft.com/office/powerpoint/2010/main" val="4172381862"/>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40084D-8DB6-BDB2-B348-DD81C5A6CB19}"/>
            </a:ext>
          </a:extLst>
        </p:cNvPr>
        <p:cNvGrpSpPr/>
        <p:nvPr/>
      </p:nvGrpSpPr>
      <p:grpSpPr>
        <a:xfrm>
          <a:off x="0" y="0"/>
          <a:ext cx="0" cy="0"/>
          <a:chOff x="0" y="0"/>
          <a:chExt cx="0" cy="0"/>
        </a:xfrm>
      </p:grpSpPr>
      <p:sp>
        <p:nvSpPr>
          <p:cNvPr id="2" name="Judul 1">
            <a:extLst>
              <a:ext uri="{FF2B5EF4-FFF2-40B4-BE49-F238E27FC236}">
                <a16:creationId xmlns:a16="http://schemas.microsoft.com/office/drawing/2014/main" id="{D504ADEA-C549-59BF-C540-CF4D7380F311}"/>
              </a:ext>
            </a:extLst>
          </p:cNvPr>
          <p:cNvSpPr>
            <a:spLocks noGrp="1"/>
          </p:cNvSpPr>
          <p:nvPr>
            <p:ph type="title"/>
          </p:nvPr>
        </p:nvSpPr>
        <p:spPr>
          <a:xfrm>
            <a:off x="1202954" y="513348"/>
            <a:ext cx="9779183" cy="1325563"/>
          </a:xfrm>
        </p:spPr>
        <p:txBody>
          <a:bodyPr rtlCol="0"/>
          <a:lstStyle/>
          <a:p>
            <a:r>
              <a:rPr lang="en-GB" sz="5400" dirty="0"/>
              <a:t>Feature Engineering</a:t>
            </a:r>
            <a:endParaRPr lang="id-ID" sz="5400" dirty="0"/>
          </a:p>
        </p:txBody>
      </p:sp>
      <p:sp>
        <p:nvSpPr>
          <p:cNvPr id="6" name="Tampungan Nomor Slide 5">
            <a:extLst>
              <a:ext uri="{FF2B5EF4-FFF2-40B4-BE49-F238E27FC236}">
                <a16:creationId xmlns:a16="http://schemas.microsoft.com/office/drawing/2014/main" id="{EFC9E222-A232-6C83-22DD-2B15B12194B4}"/>
              </a:ext>
            </a:extLst>
          </p:cNvPr>
          <p:cNvSpPr>
            <a:spLocks noGrp="1"/>
          </p:cNvSpPr>
          <p:nvPr>
            <p:ph type="sldNum" sz="quarter" idx="4"/>
          </p:nvPr>
        </p:nvSpPr>
        <p:spPr/>
        <p:txBody>
          <a:bodyPr rtlCol="0"/>
          <a:lstStyle/>
          <a:p>
            <a:pPr rtl="0"/>
            <a:fld id="{294A09A9-5501-47C1-A89A-A340965A2BE2}" type="slidenum">
              <a:rPr lang="id-ID" smtClean="0"/>
              <a:pPr rtl="0"/>
              <a:t>67</a:t>
            </a:fld>
            <a:endParaRPr lang="id-ID"/>
          </a:p>
        </p:txBody>
      </p:sp>
      <p:graphicFrame>
        <p:nvGraphicFramePr>
          <p:cNvPr id="5" name="Content Placeholder 4">
            <a:extLst>
              <a:ext uri="{FF2B5EF4-FFF2-40B4-BE49-F238E27FC236}">
                <a16:creationId xmlns:a16="http://schemas.microsoft.com/office/drawing/2014/main" id="{A297BB84-6182-200E-BA0C-3833C1175A66}"/>
              </a:ext>
            </a:extLst>
          </p:cNvPr>
          <p:cNvGraphicFramePr>
            <a:graphicFrameLocks noGrp="1"/>
          </p:cNvGraphicFramePr>
          <p:nvPr>
            <p:ph idx="1"/>
            <p:extLst>
              <p:ext uri="{D42A27DB-BD31-4B8C-83A1-F6EECF244321}">
                <p14:modId xmlns:p14="http://schemas.microsoft.com/office/powerpoint/2010/main" val="2974678446"/>
              </p:ext>
            </p:extLst>
          </p:nvPr>
        </p:nvGraphicFramePr>
        <p:xfrm>
          <a:off x="1245325" y="1848370"/>
          <a:ext cx="9166679" cy="3118808"/>
        </p:xfrm>
        <a:graphic>
          <a:graphicData uri="http://schemas.openxmlformats.org/drawingml/2006/table">
            <a:tbl>
              <a:tblPr firstRow="1" firstCol="1" bandRow="1">
                <a:tableStyleId>{5C22544A-7EE6-4342-B048-85BDC9FD1C3A}</a:tableStyleId>
              </a:tblPr>
              <a:tblGrid>
                <a:gridCol w="1149532">
                  <a:extLst>
                    <a:ext uri="{9D8B030D-6E8A-4147-A177-3AD203B41FA5}">
                      <a16:colId xmlns:a16="http://schemas.microsoft.com/office/drawing/2014/main" val="1811387171"/>
                    </a:ext>
                  </a:extLst>
                </a:gridCol>
                <a:gridCol w="1057435">
                  <a:extLst>
                    <a:ext uri="{9D8B030D-6E8A-4147-A177-3AD203B41FA5}">
                      <a16:colId xmlns:a16="http://schemas.microsoft.com/office/drawing/2014/main" val="1550649326"/>
                    </a:ext>
                  </a:extLst>
                </a:gridCol>
                <a:gridCol w="6959712">
                  <a:extLst>
                    <a:ext uri="{9D8B030D-6E8A-4147-A177-3AD203B41FA5}">
                      <a16:colId xmlns:a16="http://schemas.microsoft.com/office/drawing/2014/main" val="3665641068"/>
                    </a:ext>
                  </a:extLst>
                </a:gridCol>
              </a:tblGrid>
              <a:tr h="124448">
                <a:tc>
                  <a:txBody>
                    <a:bodyPr/>
                    <a:lstStyle/>
                    <a:p>
                      <a:pPr algn="just">
                        <a:lnSpc>
                          <a:spcPct val="150000"/>
                        </a:lnSpc>
                        <a:buNone/>
                      </a:pPr>
                      <a:r>
                        <a:rPr lang="id-ID" sz="1400" kern="0">
                          <a:effectLst/>
                        </a:rPr>
                        <a:t>Event Type</a:t>
                      </a:r>
                      <a:endParaRPr lang="id-ID" sz="14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12962" marR="12962" marT="0" marB="0" anchor="ctr"/>
                </a:tc>
                <a:tc>
                  <a:txBody>
                    <a:bodyPr/>
                    <a:lstStyle/>
                    <a:p>
                      <a:pPr algn="just">
                        <a:lnSpc>
                          <a:spcPct val="150000"/>
                        </a:lnSpc>
                        <a:buNone/>
                      </a:pPr>
                      <a:r>
                        <a:rPr lang="id-ID" sz="1400" kern="0">
                          <a:effectLst/>
                        </a:rPr>
                        <a:t>Type ID</a:t>
                      </a:r>
                      <a:endParaRPr lang="id-ID" sz="14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12962" marR="12962" marT="0" marB="0" anchor="ctr"/>
                </a:tc>
                <a:tc>
                  <a:txBody>
                    <a:bodyPr/>
                    <a:lstStyle/>
                    <a:p>
                      <a:pPr algn="just">
                        <a:lnSpc>
                          <a:spcPct val="150000"/>
                        </a:lnSpc>
                        <a:buNone/>
                      </a:pPr>
                      <a:r>
                        <a:rPr lang="id-ID" sz="1400" kern="0">
                          <a:effectLst/>
                        </a:rPr>
                        <a:t>Deskripsi Singkat</a:t>
                      </a:r>
                      <a:endParaRPr lang="id-ID" sz="14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12962" marR="12962" marT="0" marB="0" anchor="ctr"/>
                </a:tc>
                <a:extLst>
                  <a:ext uri="{0D108BD9-81ED-4DB2-BD59-A6C34878D82A}">
                    <a16:rowId xmlns:a16="http://schemas.microsoft.com/office/drawing/2014/main" val="2410813020"/>
                  </a:ext>
                </a:extLst>
              </a:tr>
              <a:tr h="38034">
                <a:tc>
                  <a:txBody>
                    <a:bodyPr/>
                    <a:lstStyle/>
                    <a:p>
                      <a:pPr algn="l">
                        <a:lnSpc>
                          <a:spcPct val="150000"/>
                        </a:lnSpc>
                        <a:buNone/>
                      </a:pPr>
                      <a:r>
                        <a:rPr lang="id-ID" sz="1400" kern="0">
                          <a:effectLst/>
                        </a:rPr>
                        <a:t>50/50</a:t>
                      </a:r>
                      <a:endParaRPr lang="id-ID" sz="14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12962" marR="12962" marT="0" marB="0"/>
                </a:tc>
                <a:tc>
                  <a:txBody>
                    <a:bodyPr/>
                    <a:lstStyle/>
                    <a:p>
                      <a:pPr algn="just">
                        <a:lnSpc>
                          <a:spcPct val="150000"/>
                        </a:lnSpc>
                        <a:buNone/>
                      </a:pPr>
                      <a:r>
                        <a:rPr lang="id-ID" sz="1400" kern="0">
                          <a:effectLst/>
                        </a:rPr>
                        <a:t>33</a:t>
                      </a:r>
                      <a:endParaRPr lang="id-ID" sz="14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12962" marR="12962" marT="0" marB="0"/>
                </a:tc>
                <a:tc>
                  <a:txBody>
                    <a:bodyPr/>
                    <a:lstStyle/>
                    <a:p>
                      <a:pPr algn="just">
                        <a:lnSpc>
                          <a:spcPct val="150000"/>
                        </a:lnSpc>
                        <a:buNone/>
                      </a:pPr>
                      <a:r>
                        <a:rPr lang="id-ID" sz="1400" kern="0">
                          <a:effectLst/>
                        </a:rPr>
                        <a:t>Dua pemain dari tim berbeda berebut bola lepas.</a:t>
                      </a:r>
                      <a:endParaRPr lang="id-ID" sz="14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12962" marR="12962" marT="0" marB="0"/>
                </a:tc>
                <a:extLst>
                  <a:ext uri="{0D108BD9-81ED-4DB2-BD59-A6C34878D82A}">
                    <a16:rowId xmlns:a16="http://schemas.microsoft.com/office/drawing/2014/main" val="3964050011"/>
                  </a:ext>
                </a:extLst>
              </a:tr>
              <a:tr h="124448">
                <a:tc>
                  <a:txBody>
                    <a:bodyPr/>
                    <a:lstStyle/>
                    <a:p>
                      <a:pPr algn="l">
                        <a:lnSpc>
                          <a:spcPct val="150000"/>
                        </a:lnSpc>
                        <a:buNone/>
                      </a:pPr>
                      <a:r>
                        <a:rPr lang="id-ID" sz="1400" kern="0">
                          <a:effectLst/>
                        </a:rPr>
                        <a:t>Ball Receipt*</a:t>
                      </a:r>
                      <a:endParaRPr lang="id-ID" sz="14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12962" marR="12962" marT="0" marB="0"/>
                </a:tc>
                <a:tc>
                  <a:txBody>
                    <a:bodyPr/>
                    <a:lstStyle/>
                    <a:p>
                      <a:pPr algn="just">
                        <a:lnSpc>
                          <a:spcPct val="150000"/>
                        </a:lnSpc>
                        <a:buNone/>
                      </a:pPr>
                      <a:r>
                        <a:rPr lang="id-ID" sz="1400" kern="0">
                          <a:effectLst/>
                        </a:rPr>
                        <a:t>42</a:t>
                      </a:r>
                      <a:endParaRPr lang="id-ID" sz="14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12962" marR="12962" marT="0" marB="0"/>
                </a:tc>
                <a:tc>
                  <a:txBody>
                    <a:bodyPr/>
                    <a:lstStyle/>
                    <a:p>
                      <a:pPr algn="just">
                        <a:lnSpc>
                          <a:spcPct val="150000"/>
                        </a:lnSpc>
                        <a:buNone/>
                      </a:pPr>
                      <a:r>
                        <a:rPr lang="id-ID" sz="1400" kern="0" dirty="0">
                          <a:effectLst/>
                        </a:rPr>
                        <a:t>Momen penerimaan atau usaha menerima operan.</a:t>
                      </a:r>
                      <a:endParaRPr lang="id-ID" sz="14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12962" marR="12962" marT="0" marB="0"/>
                </a:tc>
                <a:extLst>
                  <a:ext uri="{0D108BD9-81ED-4DB2-BD59-A6C34878D82A}">
                    <a16:rowId xmlns:a16="http://schemas.microsoft.com/office/drawing/2014/main" val="3061928447"/>
                  </a:ext>
                </a:extLst>
              </a:tr>
              <a:tr h="124448">
                <a:tc>
                  <a:txBody>
                    <a:bodyPr/>
                    <a:lstStyle/>
                    <a:p>
                      <a:pPr algn="l">
                        <a:lnSpc>
                          <a:spcPct val="150000"/>
                        </a:lnSpc>
                        <a:buNone/>
                      </a:pPr>
                      <a:r>
                        <a:rPr lang="id-ID" sz="1400" kern="0">
                          <a:effectLst/>
                        </a:rPr>
                        <a:t>Ball Recovery</a:t>
                      </a:r>
                      <a:endParaRPr lang="id-ID" sz="14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12962" marR="12962" marT="0" marB="0"/>
                </a:tc>
                <a:tc>
                  <a:txBody>
                    <a:bodyPr/>
                    <a:lstStyle/>
                    <a:p>
                      <a:pPr algn="just">
                        <a:lnSpc>
                          <a:spcPct val="150000"/>
                        </a:lnSpc>
                        <a:buNone/>
                      </a:pPr>
                      <a:r>
                        <a:rPr lang="id-ID" sz="1400" kern="0">
                          <a:effectLst/>
                        </a:rPr>
                        <a:t>2</a:t>
                      </a:r>
                      <a:endParaRPr lang="id-ID" sz="14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12962" marR="12962" marT="0" marB="0"/>
                </a:tc>
                <a:tc>
                  <a:txBody>
                    <a:bodyPr/>
                    <a:lstStyle/>
                    <a:p>
                      <a:pPr algn="just">
                        <a:lnSpc>
                          <a:spcPct val="150000"/>
                        </a:lnSpc>
                        <a:buNone/>
                      </a:pPr>
                      <a:r>
                        <a:rPr lang="id-ID" sz="1400" kern="0">
                          <a:effectLst/>
                        </a:rPr>
                        <a:t>Usaha merebut kembali bola lepas.</a:t>
                      </a:r>
                      <a:endParaRPr lang="id-ID" sz="14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12962" marR="12962" marT="0" marB="0"/>
                </a:tc>
                <a:extLst>
                  <a:ext uri="{0D108BD9-81ED-4DB2-BD59-A6C34878D82A}">
                    <a16:rowId xmlns:a16="http://schemas.microsoft.com/office/drawing/2014/main" val="2701095903"/>
                  </a:ext>
                </a:extLst>
              </a:tr>
              <a:tr h="38034">
                <a:tc>
                  <a:txBody>
                    <a:bodyPr/>
                    <a:lstStyle/>
                    <a:p>
                      <a:pPr algn="l">
                        <a:lnSpc>
                          <a:spcPct val="150000"/>
                        </a:lnSpc>
                        <a:buNone/>
                      </a:pPr>
                      <a:r>
                        <a:rPr lang="id-ID" sz="1400" kern="0">
                          <a:effectLst/>
                        </a:rPr>
                        <a:t>Block</a:t>
                      </a:r>
                      <a:endParaRPr lang="id-ID" sz="14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12962" marR="12962" marT="0" marB="0"/>
                </a:tc>
                <a:tc>
                  <a:txBody>
                    <a:bodyPr/>
                    <a:lstStyle/>
                    <a:p>
                      <a:pPr algn="just">
                        <a:lnSpc>
                          <a:spcPct val="150000"/>
                        </a:lnSpc>
                        <a:buNone/>
                      </a:pPr>
                      <a:r>
                        <a:rPr lang="id-ID" sz="1400" kern="0">
                          <a:effectLst/>
                        </a:rPr>
                        <a:t>6</a:t>
                      </a:r>
                      <a:endParaRPr lang="id-ID" sz="14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12962" marR="12962" marT="0" marB="0"/>
                </a:tc>
                <a:tc>
                  <a:txBody>
                    <a:bodyPr/>
                    <a:lstStyle/>
                    <a:p>
                      <a:pPr algn="just">
                        <a:lnSpc>
                          <a:spcPct val="150000"/>
                        </a:lnSpc>
                        <a:buNone/>
                      </a:pPr>
                      <a:r>
                        <a:rPr lang="id-ID" sz="1400" kern="0">
                          <a:effectLst/>
                        </a:rPr>
                        <a:t>Pemain menghalangi bola dengan tubuhnya.</a:t>
                      </a:r>
                      <a:endParaRPr lang="id-ID" sz="14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12962" marR="12962" marT="0" marB="0"/>
                </a:tc>
                <a:extLst>
                  <a:ext uri="{0D108BD9-81ED-4DB2-BD59-A6C34878D82A}">
                    <a16:rowId xmlns:a16="http://schemas.microsoft.com/office/drawing/2014/main" val="2456738452"/>
                  </a:ext>
                </a:extLst>
              </a:tr>
              <a:tr h="81241">
                <a:tc>
                  <a:txBody>
                    <a:bodyPr/>
                    <a:lstStyle/>
                    <a:p>
                      <a:pPr algn="l">
                        <a:lnSpc>
                          <a:spcPct val="150000"/>
                        </a:lnSpc>
                        <a:buNone/>
                      </a:pPr>
                      <a:r>
                        <a:rPr lang="id-ID" sz="1400" kern="0">
                          <a:effectLst/>
                        </a:rPr>
                        <a:t>Carry</a:t>
                      </a:r>
                      <a:endParaRPr lang="id-ID" sz="14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12962" marR="12962" marT="0" marB="0"/>
                </a:tc>
                <a:tc>
                  <a:txBody>
                    <a:bodyPr/>
                    <a:lstStyle/>
                    <a:p>
                      <a:pPr algn="just">
                        <a:lnSpc>
                          <a:spcPct val="150000"/>
                        </a:lnSpc>
                        <a:buNone/>
                      </a:pPr>
                      <a:r>
                        <a:rPr lang="id-ID" sz="1400" kern="0">
                          <a:effectLst/>
                        </a:rPr>
                        <a:t>43</a:t>
                      </a:r>
                      <a:endParaRPr lang="id-ID" sz="14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12962" marR="12962" marT="0" marB="0"/>
                </a:tc>
                <a:tc>
                  <a:txBody>
                    <a:bodyPr/>
                    <a:lstStyle/>
                    <a:p>
                      <a:pPr algn="just">
                        <a:lnSpc>
                          <a:spcPct val="150000"/>
                        </a:lnSpc>
                        <a:buNone/>
                      </a:pPr>
                      <a:r>
                        <a:rPr lang="id-ID" sz="1400" kern="0">
                          <a:effectLst/>
                        </a:rPr>
                        <a:t>Pemain menguasai bola saat bergerak atau diam.</a:t>
                      </a:r>
                      <a:endParaRPr lang="id-ID" sz="14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12962" marR="12962" marT="0" marB="0"/>
                </a:tc>
                <a:extLst>
                  <a:ext uri="{0D108BD9-81ED-4DB2-BD59-A6C34878D82A}">
                    <a16:rowId xmlns:a16="http://schemas.microsoft.com/office/drawing/2014/main" val="3362114028"/>
                  </a:ext>
                </a:extLst>
              </a:tr>
              <a:tr h="81241">
                <a:tc>
                  <a:txBody>
                    <a:bodyPr/>
                    <a:lstStyle/>
                    <a:p>
                      <a:pPr algn="l">
                        <a:lnSpc>
                          <a:spcPct val="150000"/>
                        </a:lnSpc>
                        <a:buNone/>
                      </a:pPr>
                      <a:r>
                        <a:rPr lang="id-ID" sz="1400" kern="0">
                          <a:effectLst/>
                        </a:rPr>
                        <a:t>Clearance</a:t>
                      </a:r>
                      <a:endParaRPr lang="id-ID" sz="14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12962" marR="12962" marT="0" marB="0"/>
                </a:tc>
                <a:tc>
                  <a:txBody>
                    <a:bodyPr/>
                    <a:lstStyle/>
                    <a:p>
                      <a:pPr algn="just">
                        <a:lnSpc>
                          <a:spcPct val="150000"/>
                        </a:lnSpc>
                        <a:buNone/>
                      </a:pPr>
                      <a:r>
                        <a:rPr lang="id-ID" sz="1400" kern="0" dirty="0">
                          <a:effectLst/>
                        </a:rPr>
                        <a:t>9</a:t>
                      </a:r>
                      <a:endParaRPr lang="id-ID" sz="14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12962" marR="12962" marT="0" marB="0"/>
                </a:tc>
                <a:tc>
                  <a:txBody>
                    <a:bodyPr/>
                    <a:lstStyle/>
                    <a:p>
                      <a:pPr algn="just">
                        <a:lnSpc>
                          <a:spcPct val="150000"/>
                        </a:lnSpc>
                        <a:buNone/>
                      </a:pPr>
                      <a:r>
                        <a:rPr lang="id-ID" sz="1400" kern="0">
                          <a:effectLst/>
                        </a:rPr>
                        <a:t>Menghalau bola dari area bahaya tanpa niat mengoper ke rekan.</a:t>
                      </a:r>
                      <a:endParaRPr lang="id-ID" sz="14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12962" marR="12962" marT="0" marB="0"/>
                </a:tc>
                <a:extLst>
                  <a:ext uri="{0D108BD9-81ED-4DB2-BD59-A6C34878D82A}">
                    <a16:rowId xmlns:a16="http://schemas.microsoft.com/office/drawing/2014/main" val="1619898938"/>
                  </a:ext>
                </a:extLst>
              </a:tr>
              <a:tr h="124448">
                <a:tc>
                  <a:txBody>
                    <a:bodyPr/>
                    <a:lstStyle/>
                    <a:p>
                      <a:pPr algn="l">
                        <a:lnSpc>
                          <a:spcPct val="150000"/>
                        </a:lnSpc>
                        <a:buNone/>
                      </a:pPr>
                      <a:r>
                        <a:rPr lang="id-ID" sz="1400" kern="0">
                          <a:effectLst/>
                        </a:rPr>
                        <a:t>Dispossessed</a:t>
                      </a:r>
                      <a:endParaRPr lang="id-ID" sz="14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12962" marR="12962" marT="0" marB="0"/>
                </a:tc>
                <a:tc>
                  <a:txBody>
                    <a:bodyPr/>
                    <a:lstStyle/>
                    <a:p>
                      <a:pPr algn="just">
                        <a:lnSpc>
                          <a:spcPct val="150000"/>
                        </a:lnSpc>
                        <a:buNone/>
                      </a:pPr>
                      <a:r>
                        <a:rPr lang="id-ID" sz="1400" kern="0" dirty="0">
                          <a:effectLst/>
                        </a:rPr>
                        <a:t>3</a:t>
                      </a:r>
                      <a:endParaRPr lang="id-ID" sz="14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12962" marR="12962" marT="0" marB="0"/>
                </a:tc>
                <a:tc>
                  <a:txBody>
                    <a:bodyPr/>
                    <a:lstStyle/>
                    <a:p>
                      <a:pPr algn="just">
                        <a:lnSpc>
                          <a:spcPct val="150000"/>
                        </a:lnSpc>
                        <a:buNone/>
                      </a:pPr>
                      <a:r>
                        <a:rPr lang="id-ID" sz="1400" kern="0">
                          <a:effectLst/>
                        </a:rPr>
                        <a:t>Pemain kehilangan bola karena ditekel tanpa mencoba dribel.</a:t>
                      </a:r>
                      <a:endParaRPr lang="id-ID" sz="14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12962" marR="12962" marT="0" marB="0"/>
                </a:tc>
                <a:extLst>
                  <a:ext uri="{0D108BD9-81ED-4DB2-BD59-A6C34878D82A}">
                    <a16:rowId xmlns:a16="http://schemas.microsoft.com/office/drawing/2014/main" val="2590020723"/>
                  </a:ext>
                </a:extLst>
              </a:tr>
              <a:tr h="81241">
                <a:tc>
                  <a:txBody>
                    <a:bodyPr/>
                    <a:lstStyle/>
                    <a:p>
                      <a:pPr algn="l">
                        <a:lnSpc>
                          <a:spcPct val="150000"/>
                        </a:lnSpc>
                        <a:buNone/>
                      </a:pPr>
                      <a:r>
                        <a:rPr lang="id-ID" sz="1400" kern="0">
                          <a:effectLst/>
                        </a:rPr>
                        <a:t>Dribble</a:t>
                      </a:r>
                      <a:endParaRPr lang="id-ID" sz="14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12962" marR="12962" marT="0" marB="0"/>
                </a:tc>
                <a:tc>
                  <a:txBody>
                    <a:bodyPr/>
                    <a:lstStyle/>
                    <a:p>
                      <a:pPr algn="just">
                        <a:lnSpc>
                          <a:spcPct val="150000"/>
                        </a:lnSpc>
                        <a:buNone/>
                      </a:pPr>
                      <a:r>
                        <a:rPr lang="id-ID" sz="1400" kern="0">
                          <a:effectLst/>
                        </a:rPr>
                        <a:t>14</a:t>
                      </a:r>
                      <a:endParaRPr lang="id-ID" sz="14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12962" marR="12962" marT="0" marB="0"/>
                </a:tc>
                <a:tc>
                  <a:txBody>
                    <a:bodyPr/>
                    <a:lstStyle/>
                    <a:p>
                      <a:pPr algn="just">
                        <a:lnSpc>
                          <a:spcPct val="150000"/>
                        </a:lnSpc>
                        <a:buNone/>
                      </a:pPr>
                      <a:r>
                        <a:rPr lang="id-ID" sz="1400" kern="0">
                          <a:effectLst/>
                        </a:rPr>
                        <a:t>Usaha pemain melewati lawan dengan menggiring bola.</a:t>
                      </a:r>
                      <a:endParaRPr lang="id-ID" sz="14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12962" marR="12962" marT="0" marB="0"/>
                </a:tc>
                <a:extLst>
                  <a:ext uri="{0D108BD9-81ED-4DB2-BD59-A6C34878D82A}">
                    <a16:rowId xmlns:a16="http://schemas.microsoft.com/office/drawing/2014/main" val="3402111046"/>
                  </a:ext>
                </a:extLst>
              </a:tr>
              <a:tr h="38034">
                <a:tc>
                  <a:txBody>
                    <a:bodyPr/>
                    <a:lstStyle/>
                    <a:p>
                      <a:pPr algn="l">
                        <a:lnSpc>
                          <a:spcPct val="150000"/>
                        </a:lnSpc>
                        <a:buNone/>
                      </a:pPr>
                      <a:r>
                        <a:rPr lang="id-ID" sz="1400" kern="0">
                          <a:effectLst/>
                        </a:rPr>
                        <a:t>Duel</a:t>
                      </a:r>
                      <a:endParaRPr lang="id-ID" sz="14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12962" marR="12962" marT="0" marB="0"/>
                </a:tc>
                <a:tc>
                  <a:txBody>
                    <a:bodyPr/>
                    <a:lstStyle/>
                    <a:p>
                      <a:pPr algn="just">
                        <a:lnSpc>
                          <a:spcPct val="150000"/>
                        </a:lnSpc>
                        <a:buNone/>
                      </a:pPr>
                      <a:r>
                        <a:rPr lang="id-ID" sz="1400" kern="0">
                          <a:effectLst/>
                        </a:rPr>
                        <a:t>4</a:t>
                      </a:r>
                      <a:endParaRPr lang="id-ID" sz="14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12962" marR="12962" marT="0" marB="0"/>
                </a:tc>
                <a:tc>
                  <a:txBody>
                    <a:bodyPr/>
                    <a:lstStyle/>
                    <a:p>
                      <a:pPr algn="just">
                        <a:lnSpc>
                          <a:spcPct val="150000"/>
                        </a:lnSpc>
                        <a:buNone/>
                      </a:pPr>
                      <a:r>
                        <a:rPr lang="id-ID" sz="1400" kern="0" dirty="0">
                          <a:effectLst/>
                        </a:rPr>
                        <a:t>Duel 1v1 antara pemain dari tim berbeda.</a:t>
                      </a:r>
                      <a:endParaRPr lang="id-ID" sz="14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12962" marR="12962" marT="0" marB="0"/>
                </a:tc>
                <a:extLst>
                  <a:ext uri="{0D108BD9-81ED-4DB2-BD59-A6C34878D82A}">
                    <a16:rowId xmlns:a16="http://schemas.microsoft.com/office/drawing/2014/main" val="788734265"/>
                  </a:ext>
                </a:extLst>
              </a:tr>
              <a:tr h="38034">
                <a:tc>
                  <a:txBody>
                    <a:bodyPr/>
                    <a:lstStyle/>
                    <a:p>
                      <a:pPr algn="l">
                        <a:lnSpc>
                          <a:spcPct val="150000"/>
                        </a:lnSpc>
                        <a:buNone/>
                      </a:pPr>
                      <a:r>
                        <a:rPr lang="id-ID" sz="1400" kern="0">
                          <a:effectLst/>
                        </a:rPr>
                        <a:t>Error</a:t>
                      </a:r>
                      <a:endParaRPr lang="id-ID" sz="14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12962" marR="12962" marT="0" marB="0"/>
                </a:tc>
                <a:tc>
                  <a:txBody>
                    <a:bodyPr/>
                    <a:lstStyle/>
                    <a:p>
                      <a:pPr algn="just">
                        <a:lnSpc>
                          <a:spcPct val="150000"/>
                        </a:lnSpc>
                        <a:buNone/>
                      </a:pPr>
                      <a:r>
                        <a:rPr lang="id-ID" sz="1400" kern="0">
                          <a:effectLst/>
                        </a:rPr>
                        <a:t>37</a:t>
                      </a:r>
                      <a:endParaRPr lang="id-ID" sz="14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12962" marR="12962" marT="0" marB="0"/>
                </a:tc>
                <a:tc>
                  <a:txBody>
                    <a:bodyPr/>
                    <a:lstStyle/>
                    <a:p>
                      <a:pPr algn="just">
                        <a:lnSpc>
                          <a:spcPct val="150000"/>
                        </a:lnSpc>
                        <a:buNone/>
                      </a:pPr>
                      <a:r>
                        <a:rPr lang="id-ID" sz="1400" kern="0" dirty="0">
                          <a:effectLst/>
                        </a:rPr>
                        <a:t>Kesalahan pemain.</a:t>
                      </a:r>
                      <a:endParaRPr lang="id-ID" sz="14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12962" marR="12962" marT="0" marB="0"/>
                </a:tc>
                <a:extLst>
                  <a:ext uri="{0D108BD9-81ED-4DB2-BD59-A6C34878D82A}">
                    <a16:rowId xmlns:a16="http://schemas.microsoft.com/office/drawing/2014/main" val="1854478581"/>
                  </a:ext>
                </a:extLst>
              </a:tr>
            </a:tbl>
          </a:graphicData>
        </a:graphic>
      </p:graphicFrame>
    </p:spTree>
    <p:extLst>
      <p:ext uri="{BB962C8B-B14F-4D97-AF65-F5344CB8AC3E}">
        <p14:creationId xmlns:p14="http://schemas.microsoft.com/office/powerpoint/2010/main" val="3528682228"/>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74FBC4-9D83-871D-6398-2B6F9AEBD9AA}"/>
            </a:ext>
          </a:extLst>
        </p:cNvPr>
        <p:cNvGrpSpPr/>
        <p:nvPr/>
      </p:nvGrpSpPr>
      <p:grpSpPr>
        <a:xfrm>
          <a:off x="0" y="0"/>
          <a:ext cx="0" cy="0"/>
          <a:chOff x="0" y="0"/>
          <a:chExt cx="0" cy="0"/>
        </a:xfrm>
      </p:grpSpPr>
      <p:sp>
        <p:nvSpPr>
          <p:cNvPr id="2" name="Judul 1">
            <a:extLst>
              <a:ext uri="{FF2B5EF4-FFF2-40B4-BE49-F238E27FC236}">
                <a16:creationId xmlns:a16="http://schemas.microsoft.com/office/drawing/2014/main" id="{3E3CD1D0-339C-EDF2-9604-B78DE6D819E5}"/>
              </a:ext>
            </a:extLst>
          </p:cNvPr>
          <p:cNvSpPr>
            <a:spLocks noGrp="1"/>
          </p:cNvSpPr>
          <p:nvPr>
            <p:ph type="title"/>
          </p:nvPr>
        </p:nvSpPr>
        <p:spPr>
          <a:xfrm>
            <a:off x="1167493" y="-252432"/>
            <a:ext cx="9779183" cy="1325563"/>
          </a:xfrm>
        </p:spPr>
        <p:txBody>
          <a:bodyPr rtlCol="0"/>
          <a:lstStyle/>
          <a:p>
            <a:r>
              <a:rPr lang="en-GB" sz="5400" dirty="0"/>
              <a:t>Feature Engineering</a:t>
            </a:r>
            <a:endParaRPr lang="id-ID" sz="5400" dirty="0"/>
          </a:p>
        </p:txBody>
      </p:sp>
      <p:sp>
        <p:nvSpPr>
          <p:cNvPr id="6" name="Tampungan Nomor Slide 5">
            <a:extLst>
              <a:ext uri="{FF2B5EF4-FFF2-40B4-BE49-F238E27FC236}">
                <a16:creationId xmlns:a16="http://schemas.microsoft.com/office/drawing/2014/main" id="{5A751F95-66BF-A387-5A6D-05EFBAF9BF9C}"/>
              </a:ext>
            </a:extLst>
          </p:cNvPr>
          <p:cNvSpPr>
            <a:spLocks noGrp="1"/>
          </p:cNvSpPr>
          <p:nvPr>
            <p:ph type="sldNum" sz="quarter" idx="4"/>
          </p:nvPr>
        </p:nvSpPr>
        <p:spPr/>
        <p:txBody>
          <a:bodyPr rtlCol="0"/>
          <a:lstStyle/>
          <a:p>
            <a:pPr rtl="0"/>
            <a:fld id="{294A09A9-5501-47C1-A89A-A340965A2BE2}" type="slidenum">
              <a:rPr lang="id-ID" smtClean="0"/>
              <a:pPr rtl="0"/>
              <a:t>68</a:t>
            </a:fld>
            <a:endParaRPr lang="id-ID"/>
          </a:p>
        </p:txBody>
      </p:sp>
      <p:pic>
        <p:nvPicPr>
          <p:cNvPr id="7" name="Picture 6">
            <a:extLst>
              <a:ext uri="{FF2B5EF4-FFF2-40B4-BE49-F238E27FC236}">
                <a16:creationId xmlns:a16="http://schemas.microsoft.com/office/drawing/2014/main" id="{70EFF305-F695-FBCD-17BC-106B596F59CF}"/>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167492" y="1073131"/>
            <a:ext cx="8789307" cy="5236819"/>
          </a:xfrm>
          <a:prstGeom prst="rect">
            <a:avLst/>
          </a:prstGeom>
          <a:noFill/>
          <a:ln>
            <a:noFill/>
          </a:ln>
        </p:spPr>
      </p:pic>
      <p:sp>
        <p:nvSpPr>
          <p:cNvPr id="11" name="TextBox 10">
            <a:extLst>
              <a:ext uri="{FF2B5EF4-FFF2-40B4-BE49-F238E27FC236}">
                <a16:creationId xmlns:a16="http://schemas.microsoft.com/office/drawing/2014/main" id="{1CB2F88B-2627-C247-CF72-0551D3B196CF}"/>
              </a:ext>
            </a:extLst>
          </p:cNvPr>
          <p:cNvSpPr txBox="1"/>
          <p:nvPr/>
        </p:nvSpPr>
        <p:spPr>
          <a:xfrm>
            <a:off x="9995990" y="2152133"/>
            <a:ext cx="1901371" cy="2308324"/>
          </a:xfrm>
          <a:prstGeom prst="rect">
            <a:avLst/>
          </a:prstGeom>
          <a:noFill/>
        </p:spPr>
        <p:txBody>
          <a:bodyPr wrap="square">
            <a:spAutoFit/>
          </a:bodyPr>
          <a:lstStyle/>
          <a:p>
            <a:pPr marL="285750" indent="-285750">
              <a:buFont typeface="Arial" panose="020B0604020202020204" pitchFamily="34" charset="0"/>
              <a:buChar char="•"/>
            </a:pPr>
            <a:r>
              <a:rPr lang="id-ID" sz="1800" i="1" dirty="0">
                <a:solidFill>
                  <a:srgbClr val="000000"/>
                </a:solidFill>
                <a:effectLst/>
                <a:ea typeface="Calibri" panose="020F0502020204030204" pitchFamily="34" charset="0"/>
                <a:cs typeface="Arial" panose="020B0604020202020204" pitchFamily="34" charset="0"/>
              </a:rPr>
              <a:t>'</a:t>
            </a:r>
            <a:r>
              <a:rPr lang="id-ID" sz="1800" i="1" dirty="0" err="1">
                <a:solidFill>
                  <a:srgbClr val="000000"/>
                </a:solidFill>
                <a:effectLst/>
                <a:ea typeface="Calibri" panose="020F0502020204030204" pitchFamily="34" charset="0"/>
                <a:cs typeface="Arial" panose="020B0604020202020204" pitchFamily="34" charset="0"/>
              </a:rPr>
              <a:t>Carry</a:t>
            </a:r>
            <a:r>
              <a:rPr lang="id-ID" sz="1800" i="1" dirty="0">
                <a:solidFill>
                  <a:srgbClr val="000000"/>
                </a:solidFill>
                <a:effectLst/>
                <a:ea typeface="Calibri" panose="020F0502020204030204" pitchFamily="34" charset="0"/>
                <a:cs typeface="Arial" panose="020B0604020202020204" pitchFamily="34" charset="0"/>
              </a:rPr>
              <a:t>'</a:t>
            </a:r>
            <a:r>
              <a:rPr lang="id-ID" sz="1800" dirty="0">
                <a:solidFill>
                  <a:srgbClr val="000000"/>
                </a:solidFill>
                <a:effectLst/>
                <a:ea typeface="Calibri" panose="020F0502020204030204" pitchFamily="34" charset="0"/>
                <a:cs typeface="Arial" panose="020B0604020202020204" pitchFamily="34" charset="0"/>
              </a:rPr>
              <a:t> (ID 43)</a:t>
            </a:r>
            <a:endParaRPr lang="en-GB" sz="1800" dirty="0">
              <a:solidFill>
                <a:srgbClr val="000000"/>
              </a:solidFill>
              <a:effectLst/>
              <a:ea typeface="Calibri" panose="020F0502020204030204" pitchFamily="34" charset="0"/>
              <a:cs typeface="Arial" panose="020B0604020202020204" pitchFamily="34" charset="0"/>
            </a:endParaRPr>
          </a:p>
          <a:p>
            <a:pPr marL="285750" indent="-285750">
              <a:buFont typeface="Arial" panose="020B0604020202020204" pitchFamily="34" charset="0"/>
              <a:buChar char="•"/>
            </a:pPr>
            <a:r>
              <a:rPr lang="id-ID" sz="1800" i="1" dirty="0">
                <a:solidFill>
                  <a:srgbClr val="000000"/>
                </a:solidFill>
                <a:effectLst/>
                <a:ea typeface="Calibri" panose="020F0502020204030204" pitchFamily="34" charset="0"/>
                <a:cs typeface="Arial" panose="020B0604020202020204" pitchFamily="34" charset="0"/>
              </a:rPr>
              <a:t>'</a:t>
            </a:r>
            <a:r>
              <a:rPr lang="id-ID" sz="1800" i="1" dirty="0" err="1">
                <a:solidFill>
                  <a:srgbClr val="000000"/>
                </a:solidFill>
                <a:effectLst/>
                <a:ea typeface="Calibri" panose="020F0502020204030204" pitchFamily="34" charset="0"/>
                <a:cs typeface="Arial" panose="020B0604020202020204" pitchFamily="34" charset="0"/>
              </a:rPr>
              <a:t>Ball</a:t>
            </a:r>
            <a:r>
              <a:rPr lang="id-ID" sz="1800" i="1" dirty="0">
                <a:solidFill>
                  <a:srgbClr val="000000"/>
                </a:solidFill>
                <a:effectLst/>
                <a:ea typeface="Calibri" panose="020F0502020204030204" pitchFamily="34" charset="0"/>
                <a:cs typeface="Arial" panose="020B0604020202020204" pitchFamily="34" charset="0"/>
              </a:rPr>
              <a:t> </a:t>
            </a:r>
            <a:r>
              <a:rPr lang="id-ID" sz="1800" i="1" dirty="0" err="1">
                <a:solidFill>
                  <a:srgbClr val="000000"/>
                </a:solidFill>
                <a:effectLst/>
                <a:ea typeface="Calibri" panose="020F0502020204030204" pitchFamily="34" charset="0"/>
                <a:cs typeface="Arial" panose="020B0604020202020204" pitchFamily="34" charset="0"/>
              </a:rPr>
              <a:t>Receipt</a:t>
            </a:r>
            <a:r>
              <a:rPr lang="id-ID" sz="1800" dirty="0">
                <a:solidFill>
                  <a:srgbClr val="000000"/>
                </a:solidFill>
                <a:effectLst/>
                <a:ea typeface="Calibri" panose="020F0502020204030204" pitchFamily="34" charset="0"/>
                <a:cs typeface="Arial" panose="020B0604020202020204" pitchFamily="34" charset="0"/>
              </a:rPr>
              <a:t>*' (ID 42)</a:t>
            </a:r>
            <a:endParaRPr lang="en-GB" sz="1800" dirty="0">
              <a:solidFill>
                <a:srgbClr val="000000"/>
              </a:solidFill>
              <a:effectLst/>
              <a:ea typeface="Calibri" panose="020F0502020204030204" pitchFamily="34" charset="0"/>
              <a:cs typeface="Arial" panose="020B0604020202020204" pitchFamily="34" charset="0"/>
            </a:endParaRPr>
          </a:p>
          <a:p>
            <a:pPr marL="285750" indent="-285750">
              <a:buFont typeface="Arial" panose="020B0604020202020204" pitchFamily="34" charset="0"/>
              <a:buChar char="•"/>
            </a:pPr>
            <a:r>
              <a:rPr lang="id-ID" i="1" dirty="0"/>
              <a:t>'</a:t>
            </a:r>
            <a:r>
              <a:rPr lang="id-ID" i="1" dirty="0" err="1"/>
              <a:t>Pressure</a:t>
            </a:r>
            <a:r>
              <a:rPr lang="id-ID" i="1" dirty="0"/>
              <a:t>'</a:t>
            </a:r>
            <a:r>
              <a:rPr lang="id-ID" dirty="0"/>
              <a:t> (ID 17)</a:t>
            </a:r>
            <a:endParaRPr lang="en-GB" dirty="0"/>
          </a:p>
          <a:p>
            <a:pPr marL="285750" indent="-285750">
              <a:buFont typeface="Arial" panose="020B0604020202020204" pitchFamily="34" charset="0"/>
              <a:buChar char="•"/>
            </a:pPr>
            <a:r>
              <a:rPr lang="id-ID" i="1" dirty="0"/>
              <a:t>'</a:t>
            </a:r>
            <a:r>
              <a:rPr lang="id-ID" i="1" dirty="0" err="1"/>
              <a:t>Ball</a:t>
            </a:r>
            <a:r>
              <a:rPr lang="id-ID" i="1" dirty="0"/>
              <a:t> </a:t>
            </a:r>
            <a:r>
              <a:rPr lang="id-ID" i="1" dirty="0" err="1"/>
              <a:t>Recovery</a:t>
            </a:r>
            <a:r>
              <a:rPr lang="id-ID" i="1" dirty="0"/>
              <a:t>'</a:t>
            </a:r>
            <a:r>
              <a:rPr lang="id-ID" dirty="0"/>
              <a:t> (ID 2)</a:t>
            </a:r>
            <a:endParaRPr lang="en-GB" dirty="0"/>
          </a:p>
          <a:p>
            <a:pPr marL="285750" indent="-285750">
              <a:buFont typeface="Arial" panose="020B0604020202020204" pitchFamily="34" charset="0"/>
              <a:buChar char="•"/>
            </a:pPr>
            <a:r>
              <a:rPr lang="id-ID" i="1" dirty="0"/>
              <a:t>'Duel'</a:t>
            </a:r>
            <a:r>
              <a:rPr lang="id-ID" dirty="0"/>
              <a:t> (ID 4)</a:t>
            </a:r>
          </a:p>
        </p:txBody>
      </p:sp>
    </p:spTree>
    <p:extLst>
      <p:ext uri="{BB962C8B-B14F-4D97-AF65-F5344CB8AC3E}">
        <p14:creationId xmlns:p14="http://schemas.microsoft.com/office/powerpoint/2010/main" val="995503760"/>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81BFC4-FA5D-5B2C-FF4F-DCD32AD8F7A9}"/>
            </a:ext>
          </a:extLst>
        </p:cNvPr>
        <p:cNvGrpSpPr/>
        <p:nvPr/>
      </p:nvGrpSpPr>
      <p:grpSpPr>
        <a:xfrm>
          <a:off x="0" y="0"/>
          <a:ext cx="0" cy="0"/>
          <a:chOff x="0" y="0"/>
          <a:chExt cx="0" cy="0"/>
        </a:xfrm>
      </p:grpSpPr>
      <p:sp>
        <p:nvSpPr>
          <p:cNvPr id="2" name="Judul 1">
            <a:extLst>
              <a:ext uri="{FF2B5EF4-FFF2-40B4-BE49-F238E27FC236}">
                <a16:creationId xmlns:a16="http://schemas.microsoft.com/office/drawing/2014/main" id="{F13FAFE1-043A-6AD9-7939-0F150BDEE91E}"/>
              </a:ext>
            </a:extLst>
          </p:cNvPr>
          <p:cNvSpPr>
            <a:spLocks noGrp="1"/>
          </p:cNvSpPr>
          <p:nvPr>
            <p:ph type="title"/>
          </p:nvPr>
        </p:nvSpPr>
        <p:spPr>
          <a:xfrm>
            <a:off x="1167492" y="522807"/>
            <a:ext cx="9779183" cy="1325563"/>
          </a:xfrm>
        </p:spPr>
        <p:txBody>
          <a:bodyPr rtlCol="0"/>
          <a:lstStyle/>
          <a:p>
            <a:pPr rtl="0"/>
            <a:r>
              <a:rPr lang="en-GB" sz="5400" dirty="0"/>
              <a:t>Transformation</a:t>
            </a:r>
            <a:endParaRPr lang="id-ID" sz="5400" dirty="0"/>
          </a:p>
        </p:txBody>
      </p:sp>
      <p:sp>
        <p:nvSpPr>
          <p:cNvPr id="6" name="Tampungan Nomor Slide 5">
            <a:extLst>
              <a:ext uri="{FF2B5EF4-FFF2-40B4-BE49-F238E27FC236}">
                <a16:creationId xmlns:a16="http://schemas.microsoft.com/office/drawing/2014/main" id="{019EE1BB-6327-9AA6-7EF8-302853482E16}"/>
              </a:ext>
            </a:extLst>
          </p:cNvPr>
          <p:cNvSpPr>
            <a:spLocks noGrp="1"/>
          </p:cNvSpPr>
          <p:nvPr>
            <p:ph type="sldNum" sz="quarter" idx="4"/>
          </p:nvPr>
        </p:nvSpPr>
        <p:spPr/>
        <p:txBody>
          <a:bodyPr rtlCol="0"/>
          <a:lstStyle/>
          <a:p>
            <a:pPr rtl="0"/>
            <a:fld id="{294A09A9-5501-47C1-A89A-A340965A2BE2}" type="slidenum">
              <a:rPr lang="id-ID" smtClean="0"/>
              <a:pPr rtl="0"/>
              <a:t>69</a:t>
            </a:fld>
            <a:endParaRPr lang="id-ID"/>
          </a:p>
        </p:txBody>
      </p:sp>
      <p:pic>
        <p:nvPicPr>
          <p:cNvPr id="5" name="Picture 4">
            <a:extLst>
              <a:ext uri="{FF2B5EF4-FFF2-40B4-BE49-F238E27FC236}">
                <a16:creationId xmlns:a16="http://schemas.microsoft.com/office/drawing/2014/main" id="{B46A1452-534A-BBC2-E714-C0883DB061AD}"/>
              </a:ext>
            </a:extLst>
          </p:cNvPr>
          <p:cNvPicPr>
            <a:picLocks noChangeAspect="1"/>
          </p:cNvPicPr>
          <p:nvPr/>
        </p:nvPicPr>
        <p:blipFill>
          <a:blip r:embed="rId3" cstate="print">
            <a:extLst>
              <a:ext uri="{28A0092B-C50C-407E-A947-70E740481C1C}">
                <a14:useLocalDpi xmlns:a14="http://schemas.microsoft.com/office/drawing/2010/main" val="0"/>
              </a:ext>
            </a:extLst>
          </a:blip>
          <a:srcRect l="-2420" t="41309" r="2420" b="40433"/>
          <a:stretch>
            <a:fillRect/>
          </a:stretch>
        </p:blipFill>
        <p:spPr bwMode="auto">
          <a:xfrm>
            <a:off x="7890387" y="1848370"/>
            <a:ext cx="2050026" cy="1658666"/>
          </a:xfrm>
          <a:prstGeom prst="rect">
            <a:avLst/>
          </a:prstGeom>
          <a:noFill/>
          <a:ln>
            <a:noFill/>
          </a:ln>
        </p:spPr>
      </p:pic>
      <p:sp>
        <p:nvSpPr>
          <p:cNvPr id="7" name="Content Placeholder 3">
            <a:extLst>
              <a:ext uri="{FF2B5EF4-FFF2-40B4-BE49-F238E27FC236}">
                <a16:creationId xmlns:a16="http://schemas.microsoft.com/office/drawing/2014/main" id="{FFEC129C-B7DF-495B-5C8D-3A01633D1893}"/>
              </a:ext>
            </a:extLst>
          </p:cNvPr>
          <p:cNvSpPr>
            <a:spLocks noGrp="1"/>
          </p:cNvSpPr>
          <p:nvPr>
            <p:ph idx="1"/>
          </p:nvPr>
        </p:nvSpPr>
        <p:spPr>
          <a:xfrm>
            <a:off x="1180366" y="1878005"/>
            <a:ext cx="5989691" cy="2266292"/>
          </a:xfrm>
        </p:spPr>
        <p:txBody>
          <a:bodyPr/>
          <a:lstStyle/>
          <a:p>
            <a:pPr algn="just"/>
            <a:r>
              <a:rPr lang="id-ID" sz="2400" dirty="0" err="1"/>
              <a:t>Dataset</a:t>
            </a:r>
            <a:r>
              <a:rPr lang="id-ID" sz="2400" dirty="0"/>
              <a:t> dibagi dengan rasio 90:10 (</a:t>
            </a:r>
            <a:r>
              <a:rPr lang="id-ID" sz="2400" dirty="0" err="1"/>
              <a:t>training:testing</a:t>
            </a:r>
            <a:r>
              <a:rPr lang="id-ID" sz="2400" dirty="0"/>
              <a:t>) untuk memaksimalkan volume data yang dapat dipelajari oleh algoritma </a:t>
            </a:r>
            <a:r>
              <a:rPr lang="id-ID" sz="2400" dirty="0" err="1"/>
              <a:t>LightGBM</a:t>
            </a:r>
            <a:r>
              <a:rPr lang="id-ID" sz="2400" dirty="0"/>
              <a:t>, hal ini dilakukan karena karakteristik data sepak bola memiliki interaksi fitur non-linear yang sangat kompleks sehingga membutuhkan data latih yang besar untuk mencegah risiko </a:t>
            </a:r>
            <a:r>
              <a:rPr lang="id-ID" sz="2400" dirty="0" err="1"/>
              <a:t>underfitting</a:t>
            </a:r>
            <a:r>
              <a:rPr lang="id-ID" sz="2400" dirty="0"/>
              <a:t>.</a:t>
            </a:r>
          </a:p>
        </p:txBody>
      </p:sp>
      <p:graphicFrame>
        <p:nvGraphicFramePr>
          <p:cNvPr id="10" name="Table 9">
            <a:extLst>
              <a:ext uri="{FF2B5EF4-FFF2-40B4-BE49-F238E27FC236}">
                <a16:creationId xmlns:a16="http://schemas.microsoft.com/office/drawing/2014/main" id="{C3BF6B96-0D0C-3167-DCCE-344AD4839F88}"/>
              </a:ext>
            </a:extLst>
          </p:cNvPr>
          <p:cNvGraphicFramePr>
            <a:graphicFrameLocks noGrp="1"/>
          </p:cNvGraphicFramePr>
          <p:nvPr>
            <p:extLst>
              <p:ext uri="{D42A27DB-BD31-4B8C-83A1-F6EECF244321}">
                <p14:modId xmlns:p14="http://schemas.microsoft.com/office/powerpoint/2010/main" val="1627300956"/>
              </p:ext>
            </p:extLst>
          </p:nvPr>
        </p:nvGraphicFramePr>
        <p:xfrm>
          <a:off x="7422862" y="3895573"/>
          <a:ext cx="3355340" cy="1874051"/>
        </p:xfrm>
        <a:graphic>
          <a:graphicData uri="http://schemas.openxmlformats.org/drawingml/2006/table">
            <a:tbl>
              <a:tblPr firstRow="1" firstCol="1" bandRow="1">
                <a:tableStyleId>{5C22544A-7EE6-4342-B048-85BDC9FD1C3A}</a:tableStyleId>
              </a:tblPr>
              <a:tblGrid>
                <a:gridCol w="1677670">
                  <a:extLst>
                    <a:ext uri="{9D8B030D-6E8A-4147-A177-3AD203B41FA5}">
                      <a16:colId xmlns:a16="http://schemas.microsoft.com/office/drawing/2014/main" val="3835821731"/>
                    </a:ext>
                  </a:extLst>
                </a:gridCol>
                <a:gridCol w="1677670">
                  <a:extLst>
                    <a:ext uri="{9D8B030D-6E8A-4147-A177-3AD203B41FA5}">
                      <a16:colId xmlns:a16="http://schemas.microsoft.com/office/drawing/2014/main" val="1513986518"/>
                    </a:ext>
                  </a:extLst>
                </a:gridCol>
              </a:tblGrid>
              <a:tr h="787409">
                <a:tc>
                  <a:txBody>
                    <a:bodyPr/>
                    <a:lstStyle/>
                    <a:p>
                      <a:pPr algn="l">
                        <a:lnSpc>
                          <a:spcPct val="100000"/>
                        </a:lnSpc>
                        <a:buNone/>
                      </a:pPr>
                      <a:r>
                        <a:rPr lang="id-ID" sz="1600" kern="0">
                          <a:effectLst/>
                        </a:rPr>
                        <a:t>Dataset</a:t>
                      </a:r>
                      <a:endParaRPr lang="id-ID" sz="16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nchor="ctr"/>
                </a:tc>
                <a:tc>
                  <a:txBody>
                    <a:bodyPr/>
                    <a:lstStyle/>
                    <a:p>
                      <a:pPr algn="l">
                        <a:lnSpc>
                          <a:spcPct val="100000"/>
                        </a:lnSpc>
                        <a:buNone/>
                      </a:pPr>
                      <a:r>
                        <a:rPr lang="id-ID" sz="1600" kern="0" dirty="0">
                          <a:effectLst/>
                        </a:rPr>
                        <a:t>Jumlah Baris (Sampel Tembakan)</a:t>
                      </a:r>
                      <a:endParaRPr lang="id-ID" sz="16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nchor="ctr"/>
                </a:tc>
                <a:extLst>
                  <a:ext uri="{0D108BD9-81ED-4DB2-BD59-A6C34878D82A}">
                    <a16:rowId xmlns:a16="http://schemas.microsoft.com/office/drawing/2014/main" val="2822937625"/>
                  </a:ext>
                </a:extLst>
              </a:tr>
              <a:tr h="362214">
                <a:tc>
                  <a:txBody>
                    <a:bodyPr/>
                    <a:lstStyle/>
                    <a:p>
                      <a:pPr algn="l">
                        <a:lnSpc>
                          <a:spcPct val="100000"/>
                        </a:lnSpc>
                        <a:buNone/>
                      </a:pPr>
                      <a:r>
                        <a:rPr lang="id-ID" sz="1600" kern="0">
                          <a:effectLst/>
                        </a:rPr>
                        <a:t>Data Latih</a:t>
                      </a:r>
                      <a:endParaRPr lang="id-ID" sz="16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nchor="ctr"/>
                </a:tc>
                <a:tc>
                  <a:txBody>
                    <a:bodyPr/>
                    <a:lstStyle/>
                    <a:p>
                      <a:pPr algn="l">
                        <a:lnSpc>
                          <a:spcPct val="100000"/>
                        </a:lnSpc>
                        <a:buNone/>
                      </a:pPr>
                      <a:r>
                        <a:rPr lang="id-ID" sz="1600" kern="0">
                          <a:effectLst/>
                        </a:rPr>
                        <a:t>66.459</a:t>
                      </a:r>
                      <a:endParaRPr lang="id-ID" sz="16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nchor="ctr"/>
                </a:tc>
                <a:extLst>
                  <a:ext uri="{0D108BD9-81ED-4DB2-BD59-A6C34878D82A}">
                    <a16:rowId xmlns:a16="http://schemas.microsoft.com/office/drawing/2014/main" val="3974905724"/>
                  </a:ext>
                </a:extLst>
              </a:tr>
              <a:tr h="362214">
                <a:tc>
                  <a:txBody>
                    <a:bodyPr/>
                    <a:lstStyle/>
                    <a:p>
                      <a:pPr algn="l">
                        <a:lnSpc>
                          <a:spcPct val="100000"/>
                        </a:lnSpc>
                        <a:buNone/>
                      </a:pPr>
                      <a:r>
                        <a:rPr lang="id-ID" sz="1600" kern="0">
                          <a:effectLst/>
                        </a:rPr>
                        <a:t>Data Uji</a:t>
                      </a:r>
                      <a:endParaRPr lang="id-ID" sz="16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nchor="ctr"/>
                </a:tc>
                <a:tc>
                  <a:txBody>
                    <a:bodyPr/>
                    <a:lstStyle/>
                    <a:p>
                      <a:pPr algn="l">
                        <a:lnSpc>
                          <a:spcPct val="100000"/>
                        </a:lnSpc>
                        <a:buNone/>
                      </a:pPr>
                      <a:r>
                        <a:rPr lang="id-ID" sz="1600" kern="0">
                          <a:effectLst/>
                        </a:rPr>
                        <a:t>7.385</a:t>
                      </a:r>
                      <a:endParaRPr lang="id-ID" sz="16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nchor="ctr"/>
                </a:tc>
                <a:extLst>
                  <a:ext uri="{0D108BD9-81ED-4DB2-BD59-A6C34878D82A}">
                    <a16:rowId xmlns:a16="http://schemas.microsoft.com/office/drawing/2014/main" val="2861500968"/>
                  </a:ext>
                </a:extLst>
              </a:tr>
              <a:tr h="362214">
                <a:tc>
                  <a:txBody>
                    <a:bodyPr/>
                    <a:lstStyle/>
                    <a:p>
                      <a:pPr algn="l">
                        <a:lnSpc>
                          <a:spcPct val="100000"/>
                        </a:lnSpc>
                        <a:buNone/>
                      </a:pPr>
                      <a:r>
                        <a:rPr lang="id-ID" sz="1600" kern="0">
                          <a:effectLst/>
                        </a:rPr>
                        <a:t>Total</a:t>
                      </a:r>
                      <a:endParaRPr lang="id-ID" sz="16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nchor="ctr"/>
                </a:tc>
                <a:tc>
                  <a:txBody>
                    <a:bodyPr/>
                    <a:lstStyle/>
                    <a:p>
                      <a:pPr algn="l">
                        <a:lnSpc>
                          <a:spcPct val="100000"/>
                        </a:lnSpc>
                        <a:buNone/>
                      </a:pPr>
                      <a:r>
                        <a:rPr lang="id-ID" sz="1600" kern="0" dirty="0">
                          <a:effectLst/>
                        </a:rPr>
                        <a:t>73.844</a:t>
                      </a:r>
                      <a:endParaRPr lang="id-ID" sz="16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nchor="ctr"/>
                </a:tc>
                <a:extLst>
                  <a:ext uri="{0D108BD9-81ED-4DB2-BD59-A6C34878D82A}">
                    <a16:rowId xmlns:a16="http://schemas.microsoft.com/office/drawing/2014/main" val="1710501173"/>
                  </a:ext>
                </a:extLst>
              </a:tr>
            </a:tbl>
          </a:graphicData>
        </a:graphic>
      </p:graphicFrame>
    </p:spTree>
    <p:extLst>
      <p:ext uri="{BB962C8B-B14F-4D97-AF65-F5344CB8AC3E}">
        <p14:creationId xmlns:p14="http://schemas.microsoft.com/office/powerpoint/2010/main" val="2677862559"/>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7586E2-A9BF-05B4-90A1-263434866F47}"/>
            </a:ext>
          </a:extLst>
        </p:cNvPr>
        <p:cNvGrpSpPr/>
        <p:nvPr/>
      </p:nvGrpSpPr>
      <p:grpSpPr>
        <a:xfrm>
          <a:off x="0" y="0"/>
          <a:ext cx="0" cy="0"/>
          <a:chOff x="0" y="0"/>
          <a:chExt cx="0" cy="0"/>
        </a:xfrm>
      </p:grpSpPr>
      <p:sp>
        <p:nvSpPr>
          <p:cNvPr id="2" name="Judul 1">
            <a:extLst>
              <a:ext uri="{FF2B5EF4-FFF2-40B4-BE49-F238E27FC236}">
                <a16:creationId xmlns:a16="http://schemas.microsoft.com/office/drawing/2014/main" id="{AF54E904-D8A0-835D-10A1-D97C8A3D9F97}"/>
              </a:ext>
            </a:extLst>
          </p:cNvPr>
          <p:cNvSpPr>
            <a:spLocks noGrp="1"/>
          </p:cNvSpPr>
          <p:nvPr>
            <p:ph type="title"/>
          </p:nvPr>
        </p:nvSpPr>
        <p:spPr>
          <a:xfrm>
            <a:off x="1167492" y="522807"/>
            <a:ext cx="9779183" cy="1325563"/>
          </a:xfrm>
        </p:spPr>
        <p:txBody>
          <a:bodyPr rtlCol="0"/>
          <a:lstStyle/>
          <a:p>
            <a:pPr rtl="0"/>
            <a:r>
              <a:rPr lang="en-GB" sz="5400" dirty="0"/>
              <a:t>Feature Selection</a:t>
            </a:r>
            <a:endParaRPr lang="id-ID" sz="5400" dirty="0"/>
          </a:p>
        </p:txBody>
      </p:sp>
      <p:sp>
        <p:nvSpPr>
          <p:cNvPr id="6" name="Tampungan Nomor Slide 5">
            <a:extLst>
              <a:ext uri="{FF2B5EF4-FFF2-40B4-BE49-F238E27FC236}">
                <a16:creationId xmlns:a16="http://schemas.microsoft.com/office/drawing/2014/main" id="{78CCF450-F650-FC03-15F8-766225D24567}"/>
              </a:ext>
            </a:extLst>
          </p:cNvPr>
          <p:cNvSpPr>
            <a:spLocks noGrp="1"/>
          </p:cNvSpPr>
          <p:nvPr>
            <p:ph type="sldNum" sz="quarter" idx="4"/>
          </p:nvPr>
        </p:nvSpPr>
        <p:spPr/>
        <p:txBody>
          <a:bodyPr rtlCol="0"/>
          <a:lstStyle/>
          <a:p>
            <a:pPr rtl="0"/>
            <a:fld id="{294A09A9-5501-47C1-A89A-A340965A2BE2}" type="slidenum">
              <a:rPr lang="id-ID" smtClean="0"/>
              <a:pPr rtl="0"/>
              <a:t>70</a:t>
            </a:fld>
            <a:endParaRPr lang="id-ID"/>
          </a:p>
        </p:txBody>
      </p:sp>
      <p:pic>
        <p:nvPicPr>
          <p:cNvPr id="5" name="Picture 4">
            <a:extLst>
              <a:ext uri="{FF2B5EF4-FFF2-40B4-BE49-F238E27FC236}">
                <a16:creationId xmlns:a16="http://schemas.microsoft.com/office/drawing/2014/main" id="{452C62D1-A59A-4EE0-063B-5D71F65C38B6}"/>
              </a:ext>
            </a:extLst>
          </p:cNvPr>
          <p:cNvPicPr>
            <a:picLocks noChangeAspect="1"/>
          </p:cNvPicPr>
          <p:nvPr/>
        </p:nvPicPr>
        <p:blipFill>
          <a:blip r:embed="rId3" cstate="print">
            <a:extLst>
              <a:ext uri="{28A0092B-C50C-407E-A947-70E740481C1C}">
                <a14:useLocalDpi xmlns:a14="http://schemas.microsoft.com/office/drawing/2010/main" val="0"/>
              </a:ext>
            </a:extLst>
          </a:blip>
          <a:srcRect l="-1701" t="56836" r="1701" b="24906"/>
          <a:stretch>
            <a:fillRect/>
          </a:stretch>
        </p:blipFill>
        <p:spPr bwMode="auto">
          <a:xfrm>
            <a:off x="7890387" y="1848370"/>
            <a:ext cx="2050026" cy="1658666"/>
          </a:xfrm>
          <a:prstGeom prst="rect">
            <a:avLst/>
          </a:prstGeom>
          <a:noFill/>
          <a:ln>
            <a:noFill/>
          </a:ln>
        </p:spPr>
      </p:pic>
      <p:sp>
        <p:nvSpPr>
          <p:cNvPr id="7" name="Content Placeholder 3">
            <a:extLst>
              <a:ext uri="{FF2B5EF4-FFF2-40B4-BE49-F238E27FC236}">
                <a16:creationId xmlns:a16="http://schemas.microsoft.com/office/drawing/2014/main" id="{25EDFD10-4799-9EB2-C82A-D1B875A9E655}"/>
              </a:ext>
            </a:extLst>
          </p:cNvPr>
          <p:cNvSpPr>
            <a:spLocks noGrp="1"/>
          </p:cNvSpPr>
          <p:nvPr>
            <p:ph idx="1"/>
          </p:nvPr>
        </p:nvSpPr>
        <p:spPr>
          <a:xfrm>
            <a:off x="1180366" y="1878005"/>
            <a:ext cx="6242496" cy="2266292"/>
          </a:xfrm>
        </p:spPr>
        <p:txBody>
          <a:bodyPr/>
          <a:lstStyle/>
          <a:p>
            <a:r>
              <a:rPr lang="en-GB" dirty="0" err="1"/>
              <a:t>Seluruh</a:t>
            </a:r>
            <a:r>
              <a:rPr lang="en-GB" dirty="0"/>
              <a:t> dataset yang </a:t>
            </a:r>
            <a:r>
              <a:rPr lang="en-GB" dirty="0" err="1"/>
              <a:t>sudah</a:t>
            </a:r>
            <a:r>
              <a:rPr lang="en-GB" dirty="0"/>
              <a:t> </a:t>
            </a:r>
            <a:r>
              <a:rPr lang="en-GB" dirty="0" err="1"/>
              <a:t>sempurna</a:t>
            </a:r>
            <a:r>
              <a:rPr lang="en-GB" dirty="0"/>
              <a:t>, </a:t>
            </a:r>
            <a:r>
              <a:rPr lang="en-GB" dirty="0" err="1"/>
              <a:t>akan</a:t>
            </a:r>
            <a:r>
              <a:rPr lang="en-GB" dirty="0"/>
              <a:t> </a:t>
            </a:r>
            <a:r>
              <a:rPr lang="en-GB" dirty="0" err="1"/>
              <a:t>dibagi</a:t>
            </a:r>
            <a:r>
              <a:rPr lang="en-GB" dirty="0"/>
              <a:t> </a:t>
            </a:r>
            <a:r>
              <a:rPr lang="en-GB" dirty="0" err="1"/>
              <a:t>kembali</a:t>
            </a:r>
            <a:r>
              <a:rPr lang="en-GB" dirty="0"/>
              <a:t> </a:t>
            </a:r>
            <a:r>
              <a:rPr lang="en-GB" dirty="0" err="1"/>
              <a:t>fitur-fiturnya</a:t>
            </a:r>
            <a:r>
              <a:rPr lang="en-GB" dirty="0"/>
              <a:t> </a:t>
            </a:r>
            <a:r>
              <a:rPr lang="en-GB" dirty="0" err="1"/>
              <a:t>sebagai</a:t>
            </a:r>
            <a:r>
              <a:rPr lang="en-GB" dirty="0"/>
              <a:t> variable </a:t>
            </a:r>
            <a:r>
              <a:rPr lang="en-GB" dirty="0" err="1"/>
              <a:t>fitur</a:t>
            </a:r>
            <a:r>
              <a:rPr lang="en-GB" dirty="0"/>
              <a:t> (</a:t>
            </a:r>
            <a:r>
              <a:rPr lang="en-GB" i="1" dirty="0"/>
              <a:t>X</a:t>
            </a:r>
            <a:r>
              <a:rPr lang="en-GB" dirty="0"/>
              <a:t>) dan variable target (y).</a:t>
            </a:r>
            <a:endParaRPr lang="id-ID" dirty="0"/>
          </a:p>
        </p:txBody>
      </p:sp>
      <p:graphicFrame>
        <p:nvGraphicFramePr>
          <p:cNvPr id="3" name="Table 2">
            <a:extLst>
              <a:ext uri="{FF2B5EF4-FFF2-40B4-BE49-F238E27FC236}">
                <a16:creationId xmlns:a16="http://schemas.microsoft.com/office/drawing/2014/main" id="{C52E1416-68E6-21AE-3323-EB06CD1533C4}"/>
              </a:ext>
            </a:extLst>
          </p:cNvPr>
          <p:cNvGraphicFramePr>
            <a:graphicFrameLocks noGrp="1"/>
          </p:cNvGraphicFramePr>
          <p:nvPr>
            <p:extLst>
              <p:ext uri="{D42A27DB-BD31-4B8C-83A1-F6EECF244321}">
                <p14:modId xmlns:p14="http://schemas.microsoft.com/office/powerpoint/2010/main" val="2007444964"/>
              </p:ext>
            </p:extLst>
          </p:nvPr>
        </p:nvGraphicFramePr>
        <p:xfrm>
          <a:off x="1167492" y="3638031"/>
          <a:ext cx="9495592" cy="2743200"/>
        </p:xfrm>
        <a:graphic>
          <a:graphicData uri="http://schemas.openxmlformats.org/drawingml/2006/table">
            <a:tbl>
              <a:tblPr firstRow="1" firstCol="1" bandRow="1">
                <a:tableStyleId>{5C22544A-7EE6-4342-B048-85BDC9FD1C3A}</a:tableStyleId>
              </a:tblPr>
              <a:tblGrid>
                <a:gridCol w="2256479">
                  <a:extLst>
                    <a:ext uri="{9D8B030D-6E8A-4147-A177-3AD203B41FA5}">
                      <a16:colId xmlns:a16="http://schemas.microsoft.com/office/drawing/2014/main" val="517069534"/>
                    </a:ext>
                  </a:extLst>
                </a:gridCol>
                <a:gridCol w="7239113">
                  <a:extLst>
                    <a:ext uri="{9D8B030D-6E8A-4147-A177-3AD203B41FA5}">
                      <a16:colId xmlns:a16="http://schemas.microsoft.com/office/drawing/2014/main" val="2317108593"/>
                    </a:ext>
                  </a:extLst>
                </a:gridCol>
              </a:tblGrid>
              <a:tr h="0">
                <a:tc>
                  <a:txBody>
                    <a:bodyPr/>
                    <a:lstStyle/>
                    <a:p>
                      <a:pPr algn="l">
                        <a:lnSpc>
                          <a:spcPct val="100000"/>
                        </a:lnSpc>
                        <a:buNone/>
                      </a:pPr>
                      <a:r>
                        <a:rPr lang="id-ID" sz="1800" kern="0">
                          <a:effectLst/>
                        </a:rPr>
                        <a:t>Kategori Fitur</a:t>
                      </a:r>
                      <a:endParaRPr lang="id-ID" sz="28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nchor="ctr"/>
                </a:tc>
                <a:tc>
                  <a:txBody>
                    <a:bodyPr/>
                    <a:lstStyle/>
                    <a:p>
                      <a:pPr algn="l">
                        <a:lnSpc>
                          <a:spcPct val="100000"/>
                        </a:lnSpc>
                        <a:buNone/>
                      </a:pPr>
                      <a:r>
                        <a:rPr lang="id-ID" sz="1800" kern="0">
                          <a:effectLst/>
                        </a:rPr>
                        <a:t>Nama Fitur</a:t>
                      </a:r>
                      <a:endParaRPr lang="id-ID" sz="28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nchor="ctr"/>
                </a:tc>
                <a:extLst>
                  <a:ext uri="{0D108BD9-81ED-4DB2-BD59-A6C34878D82A}">
                    <a16:rowId xmlns:a16="http://schemas.microsoft.com/office/drawing/2014/main" val="158369308"/>
                  </a:ext>
                </a:extLst>
              </a:tr>
              <a:tr h="0">
                <a:tc>
                  <a:txBody>
                    <a:bodyPr/>
                    <a:lstStyle/>
                    <a:p>
                      <a:pPr algn="l">
                        <a:lnSpc>
                          <a:spcPct val="100000"/>
                        </a:lnSpc>
                        <a:buNone/>
                      </a:pPr>
                      <a:r>
                        <a:rPr lang="id-ID" sz="1800" kern="0" dirty="0">
                          <a:effectLst/>
                        </a:rPr>
                        <a:t>Dimensi Waktu</a:t>
                      </a:r>
                      <a:r>
                        <a:rPr lang="en-GB" sz="1800" kern="0" dirty="0">
                          <a:effectLst/>
                        </a:rPr>
                        <a:t> (X) </a:t>
                      </a:r>
                      <a:endParaRPr lang="id-ID" sz="28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nchor="ctr"/>
                </a:tc>
                <a:tc>
                  <a:txBody>
                    <a:bodyPr/>
                    <a:lstStyle/>
                    <a:p>
                      <a:pPr algn="l">
                        <a:lnSpc>
                          <a:spcPct val="100000"/>
                        </a:lnSpc>
                        <a:buNone/>
                      </a:pPr>
                      <a:r>
                        <a:rPr lang="id-ID" sz="1800" kern="0">
                          <a:effectLst/>
                        </a:rPr>
                        <a:t>minute, second, period</a:t>
                      </a:r>
                      <a:endParaRPr lang="id-ID" sz="28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nchor="ctr"/>
                </a:tc>
                <a:extLst>
                  <a:ext uri="{0D108BD9-81ED-4DB2-BD59-A6C34878D82A}">
                    <a16:rowId xmlns:a16="http://schemas.microsoft.com/office/drawing/2014/main" val="2963072774"/>
                  </a:ext>
                </a:extLst>
              </a:tr>
              <a:tr h="0">
                <a:tc>
                  <a:txBody>
                    <a:bodyPr/>
                    <a:lstStyle/>
                    <a:p>
                      <a:pPr algn="l">
                        <a:lnSpc>
                          <a:spcPct val="100000"/>
                        </a:lnSpc>
                        <a:buNone/>
                      </a:pPr>
                      <a:r>
                        <a:rPr lang="id-ID" sz="1800" kern="0" dirty="0">
                          <a:effectLst/>
                        </a:rPr>
                        <a:t>Dimensi Spasial</a:t>
                      </a:r>
                      <a:r>
                        <a:rPr lang="en-GB" sz="1800" kern="0" dirty="0">
                          <a:effectLst/>
                        </a:rPr>
                        <a:t> (X) </a:t>
                      </a:r>
                      <a:endParaRPr lang="id-ID" sz="28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nchor="ctr"/>
                </a:tc>
                <a:tc>
                  <a:txBody>
                    <a:bodyPr/>
                    <a:lstStyle/>
                    <a:p>
                      <a:pPr algn="l">
                        <a:lnSpc>
                          <a:spcPct val="100000"/>
                        </a:lnSpc>
                        <a:buNone/>
                      </a:pPr>
                      <a:r>
                        <a:rPr lang="id-ID" sz="1800" kern="0">
                          <a:effectLst/>
                        </a:rPr>
                        <a:t>start_x, start_y</a:t>
                      </a:r>
                      <a:endParaRPr lang="id-ID" sz="28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nchor="ctr"/>
                </a:tc>
                <a:extLst>
                  <a:ext uri="{0D108BD9-81ED-4DB2-BD59-A6C34878D82A}">
                    <a16:rowId xmlns:a16="http://schemas.microsoft.com/office/drawing/2014/main" val="3325643445"/>
                  </a:ext>
                </a:extLst>
              </a:tr>
              <a:tr h="0">
                <a:tc>
                  <a:txBody>
                    <a:bodyPr/>
                    <a:lstStyle/>
                    <a:p>
                      <a:pPr algn="l">
                        <a:lnSpc>
                          <a:spcPct val="100000"/>
                        </a:lnSpc>
                        <a:buNone/>
                      </a:pPr>
                      <a:r>
                        <a:rPr lang="id-ID" sz="1800" kern="0" dirty="0">
                          <a:effectLst/>
                        </a:rPr>
                        <a:t>Konteks Tembakan</a:t>
                      </a:r>
                      <a:r>
                        <a:rPr lang="en-GB" sz="1800" kern="0" dirty="0">
                          <a:effectLst/>
                        </a:rPr>
                        <a:t> (X) </a:t>
                      </a:r>
                      <a:endParaRPr lang="id-ID" sz="28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nchor="ctr"/>
                </a:tc>
                <a:tc>
                  <a:txBody>
                    <a:bodyPr/>
                    <a:lstStyle/>
                    <a:p>
                      <a:pPr algn="l">
                        <a:lnSpc>
                          <a:spcPct val="100000"/>
                        </a:lnSpc>
                        <a:buNone/>
                      </a:pPr>
                      <a:r>
                        <a:rPr lang="id-ID" sz="1800" kern="0" dirty="0" err="1">
                          <a:effectLst/>
                        </a:rPr>
                        <a:t>shot_body_part</a:t>
                      </a:r>
                      <a:r>
                        <a:rPr lang="id-ID" sz="1800" kern="0" dirty="0">
                          <a:effectLst/>
                        </a:rPr>
                        <a:t>, </a:t>
                      </a:r>
                      <a:r>
                        <a:rPr lang="id-ID" sz="1800" kern="0" dirty="0" err="1">
                          <a:effectLst/>
                        </a:rPr>
                        <a:t>shot_technique</a:t>
                      </a:r>
                      <a:r>
                        <a:rPr lang="id-ID" sz="1800" kern="0" dirty="0">
                          <a:effectLst/>
                        </a:rPr>
                        <a:t>, </a:t>
                      </a:r>
                      <a:r>
                        <a:rPr lang="id-ID" sz="1800" kern="0" dirty="0" err="1">
                          <a:effectLst/>
                        </a:rPr>
                        <a:t>play_pattern</a:t>
                      </a:r>
                      <a:endParaRPr lang="id-ID" sz="28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nchor="ctr"/>
                </a:tc>
                <a:extLst>
                  <a:ext uri="{0D108BD9-81ED-4DB2-BD59-A6C34878D82A}">
                    <a16:rowId xmlns:a16="http://schemas.microsoft.com/office/drawing/2014/main" val="1729401577"/>
                  </a:ext>
                </a:extLst>
              </a:tr>
              <a:tr h="0">
                <a:tc>
                  <a:txBody>
                    <a:bodyPr/>
                    <a:lstStyle/>
                    <a:p>
                      <a:pPr algn="l">
                        <a:lnSpc>
                          <a:spcPct val="100000"/>
                        </a:lnSpc>
                        <a:buNone/>
                      </a:pPr>
                      <a:r>
                        <a:rPr lang="id-ID" sz="1800" kern="0" dirty="0">
                          <a:effectLst/>
                        </a:rPr>
                        <a:t>Konteks Situasi</a:t>
                      </a:r>
                      <a:r>
                        <a:rPr lang="en-GB" sz="1800" kern="0" dirty="0">
                          <a:effectLst/>
                        </a:rPr>
                        <a:t> (X) </a:t>
                      </a:r>
                      <a:endParaRPr lang="id-ID" sz="28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nchor="ctr"/>
                </a:tc>
                <a:tc>
                  <a:txBody>
                    <a:bodyPr/>
                    <a:lstStyle/>
                    <a:p>
                      <a:pPr algn="l">
                        <a:lnSpc>
                          <a:spcPct val="100000"/>
                        </a:lnSpc>
                        <a:buNone/>
                      </a:pPr>
                      <a:r>
                        <a:rPr lang="id-ID" sz="1800" kern="0" dirty="0" err="1">
                          <a:effectLst/>
                        </a:rPr>
                        <a:t>shot_first_time</a:t>
                      </a:r>
                      <a:r>
                        <a:rPr lang="id-ID" sz="1800" kern="0" dirty="0">
                          <a:effectLst/>
                        </a:rPr>
                        <a:t>, </a:t>
                      </a:r>
                      <a:r>
                        <a:rPr lang="id-ID" sz="1800" kern="0" dirty="0" err="1">
                          <a:effectLst/>
                        </a:rPr>
                        <a:t>shot_open_goal</a:t>
                      </a:r>
                      <a:r>
                        <a:rPr lang="id-ID" sz="1800" kern="0" dirty="0">
                          <a:effectLst/>
                        </a:rPr>
                        <a:t>, </a:t>
                      </a:r>
                      <a:r>
                        <a:rPr lang="id-ID" sz="1800" kern="0" dirty="0" err="1">
                          <a:effectLst/>
                        </a:rPr>
                        <a:t>shot_one_on_one</a:t>
                      </a:r>
                      <a:r>
                        <a:rPr lang="id-ID" sz="1800" kern="0" dirty="0">
                          <a:effectLst/>
                        </a:rPr>
                        <a:t>, </a:t>
                      </a:r>
                      <a:r>
                        <a:rPr lang="id-ID" sz="1800" kern="0" dirty="0" err="1">
                          <a:effectLst/>
                        </a:rPr>
                        <a:t>shot_aerial_won</a:t>
                      </a:r>
                      <a:r>
                        <a:rPr lang="id-ID" sz="1800" kern="0" dirty="0">
                          <a:effectLst/>
                        </a:rPr>
                        <a:t>, </a:t>
                      </a:r>
                      <a:r>
                        <a:rPr lang="id-ID" sz="1800" kern="0" dirty="0" err="1">
                          <a:effectLst/>
                        </a:rPr>
                        <a:t>shot_key_pass</a:t>
                      </a:r>
                      <a:r>
                        <a:rPr lang="id-ID" sz="1800" kern="0" dirty="0">
                          <a:effectLst/>
                        </a:rPr>
                        <a:t>, </a:t>
                      </a:r>
                      <a:r>
                        <a:rPr lang="id-ID" sz="1800" kern="0" dirty="0" err="1">
                          <a:effectLst/>
                        </a:rPr>
                        <a:t>under_pressure</a:t>
                      </a:r>
                      <a:r>
                        <a:rPr lang="en-GB" sz="1800" kern="0" dirty="0">
                          <a:effectLst/>
                        </a:rPr>
                        <a:t>, possession</a:t>
                      </a:r>
                      <a:endParaRPr lang="id-ID" sz="28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nchor="ctr"/>
                </a:tc>
                <a:extLst>
                  <a:ext uri="{0D108BD9-81ED-4DB2-BD59-A6C34878D82A}">
                    <a16:rowId xmlns:a16="http://schemas.microsoft.com/office/drawing/2014/main" val="415329420"/>
                  </a:ext>
                </a:extLst>
              </a:tr>
              <a:tr h="0">
                <a:tc>
                  <a:txBody>
                    <a:bodyPr/>
                    <a:lstStyle/>
                    <a:p>
                      <a:pPr algn="l">
                        <a:lnSpc>
                          <a:spcPct val="100000"/>
                        </a:lnSpc>
                        <a:buNone/>
                      </a:pPr>
                      <a:r>
                        <a:rPr lang="id-ID" sz="1800" kern="0" dirty="0">
                          <a:effectLst/>
                        </a:rPr>
                        <a:t>Fitur Hasil Rekayasa</a:t>
                      </a:r>
                      <a:r>
                        <a:rPr lang="en-GB" sz="1800" kern="0" dirty="0">
                          <a:effectLst/>
                        </a:rPr>
                        <a:t> (X) </a:t>
                      </a:r>
                      <a:endParaRPr lang="id-ID" sz="28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nchor="ctr"/>
                </a:tc>
                <a:tc>
                  <a:txBody>
                    <a:bodyPr/>
                    <a:lstStyle/>
                    <a:p>
                      <a:pPr algn="l">
                        <a:lnSpc>
                          <a:spcPct val="100000"/>
                        </a:lnSpc>
                        <a:buNone/>
                      </a:pPr>
                      <a:r>
                        <a:rPr lang="id-ID" sz="1800" kern="0">
                          <a:effectLst/>
                        </a:rPr>
                        <a:t>distance_to_goal, angle_to_goal, type_before</a:t>
                      </a:r>
                      <a:endParaRPr lang="id-ID" sz="28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nchor="ctr"/>
                </a:tc>
                <a:extLst>
                  <a:ext uri="{0D108BD9-81ED-4DB2-BD59-A6C34878D82A}">
                    <a16:rowId xmlns:a16="http://schemas.microsoft.com/office/drawing/2014/main" val="2528449382"/>
                  </a:ext>
                </a:extLst>
              </a:tr>
              <a:tr h="0">
                <a:tc>
                  <a:txBody>
                    <a:bodyPr/>
                    <a:lstStyle/>
                    <a:p>
                      <a:pPr algn="l">
                        <a:lnSpc>
                          <a:spcPct val="100000"/>
                        </a:lnSpc>
                        <a:buNone/>
                      </a:pPr>
                      <a:r>
                        <a:rPr lang="id-ID" sz="1800" kern="0" dirty="0">
                          <a:effectLst/>
                        </a:rPr>
                        <a:t>Variabel Target</a:t>
                      </a:r>
                      <a:r>
                        <a:rPr lang="en-GB" sz="1800" kern="0" dirty="0">
                          <a:effectLst/>
                        </a:rPr>
                        <a:t> (y) </a:t>
                      </a:r>
                      <a:endParaRPr lang="id-ID" sz="28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nchor="ctr"/>
                </a:tc>
                <a:tc>
                  <a:txBody>
                    <a:bodyPr/>
                    <a:lstStyle/>
                    <a:p>
                      <a:pPr algn="l">
                        <a:lnSpc>
                          <a:spcPct val="100000"/>
                        </a:lnSpc>
                        <a:buNone/>
                      </a:pPr>
                      <a:r>
                        <a:rPr lang="id-ID" sz="1800" kern="0" dirty="0" err="1">
                          <a:effectLst/>
                        </a:rPr>
                        <a:t>shot_outcome</a:t>
                      </a:r>
                      <a:endParaRPr lang="id-ID" sz="28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nchor="ctr"/>
                </a:tc>
                <a:extLst>
                  <a:ext uri="{0D108BD9-81ED-4DB2-BD59-A6C34878D82A}">
                    <a16:rowId xmlns:a16="http://schemas.microsoft.com/office/drawing/2014/main" val="2162916381"/>
                  </a:ext>
                </a:extLst>
              </a:tr>
            </a:tbl>
          </a:graphicData>
        </a:graphic>
      </p:graphicFrame>
    </p:spTree>
    <p:extLst>
      <p:ext uri="{BB962C8B-B14F-4D97-AF65-F5344CB8AC3E}">
        <p14:creationId xmlns:p14="http://schemas.microsoft.com/office/powerpoint/2010/main" val="1878692139"/>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79A8EC-DA5A-B5F7-AC4F-15566A9F9BA8}"/>
            </a:ext>
          </a:extLst>
        </p:cNvPr>
        <p:cNvGrpSpPr/>
        <p:nvPr/>
      </p:nvGrpSpPr>
      <p:grpSpPr>
        <a:xfrm>
          <a:off x="0" y="0"/>
          <a:ext cx="0" cy="0"/>
          <a:chOff x="0" y="0"/>
          <a:chExt cx="0" cy="0"/>
        </a:xfrm>
      </p:grpSpPr>
      <p:sp>
        <p:nvSpPr>
          <p:cNvPr id="2" name="Judul 1">
            <a:extLst>
              <a:ext uri="{FF2B5EF4-FFF2-40B4-BE49-F238E27FC236}">
                <a16:creationId xmlns:a16="http://schemas.microsoft.com/office/drawing/2014/main" id="{119A1BD0-04CF-893D-7999-9A26BDBDD997}"/>
              </a:ext>
            </a:extLst>
          </p:cNvPr>
          <p:cNvSpPr>
            <a:spLocks noGrp="1"/>
          </p:cNvSpPr>
          <p:nvPr>
            <p:ph type="title"/>
          </p:nvPr>
        </p:nvSpPr>
        <p:spPr>
          <a:xfrm>
            <a:off x="824174" y="376750"/>
            <a:ext cx="10678142" cy="1325563"/>
          </a:xfrm>
        </p:spPr>
        <p:txBody>
          <a:bodyPr rtlCol="0"/>
          <a:lstStyle/>
          <a:p>
            <a:r>
              <a:rPr lang="id-ID" dirty="0"/>
              <a:t>Data Mining</a:t>
            </a:r>
          </a:p>
        </p:txBody>
      </p:sp>
      <p:sp>
        <p:nvSpPr>
          <p:cNvPr id="3" name="Tampungan Tanggal 2">
            <a:extLst>
              <a:ext uri="{FF2B5EF4-FFF2-40B4-BE49-F238E27FC236}">
                <a16:creationId xmlns:a16="http://schemas.microsoft.com/office/drawing/2014/main" id="{7C210DFE-C317-47FB-9704-A3ED269F3C25}"/>
              </a:ext>
            </a:extLst>
          </p:cNvPr>
          <p:cNvSpPr>
            <a:spLocks noGrp="1"/>
          </p:cNvSpPr>
          <p:nvPr>
            <p:ph type="dt" sz="half" idx="25"/>
          </p:nvPr>
        </p:nvSpPr>
        <p:spPr>
          <a:xfrm>
            <a:off x="381000" y="6356350"/>
            <a:ext cx="2743200" cy="365125"/>
          </a:xfrm>
        </p:spPr>
        <p:txBody>
          <a:bodyPr rtlCol="0"/>
          <a:lstStyle/>
          <a:p>
            <a:pPr rtl="0"/>
            <a:fld id="{423EE75F-42B8-4E1A-83C6-1B72B3C0E408}" type="datetime1">
              <a:rPr lang="id-ID" smtClean="0"/>
              <a:t>24/11/2025</a:t>
            </a:fld>
            <a:endParaRPr lang="id-ID"/>
          </a:p>
        </p:txBody>
      </p:sp>
      <p:sp>
        <p:nvSpPr>
          <p:cNvPr id="5" name="Tampungan Nomor Slide 4">
            <a:extLst>
              <a:ext uri="{FF2B5EF4-FFF2-40B4-BE49-F238E27FC236}">
                <a16:creationId xmlns:a16="http://schemas.microsoft.com/office/drawing/2014/main" id="{7D3E9E9B-EA43-631A-89C3-7FCD821CC81E}"/>
              </a:ext>
            </a:extLst>
          </p:cNvPr>
          <p:cNvSpPr>
            <a:spLocks noGrp="1"/>
          </p:cNvSpPr>
          <p:nvPr>
            <p:ph type="sldNum" sz="quarter" idx="27"/>
          </p:nvPr>
        </p:nvSpPr>
        <p:spPr>
          <a:xfrm>
            <a:off x="9067800" y="6356350"/>
            <a:ext cx="2743200" cy="365125"/>
          </a:xfrm>
        </p:spPr>
        <p:txBody>
          <a:bodyPr rtlCol="0"/>
          <a:lstStyle/>
          <a:p>
            <a:pPr rtl="0"/>
            <a:fld id="{294A09A9-5501-47C1-A89A-A340965A2BE2}" type="slidenum">
              <a:rPr lang="id-ID" smtClean="0"/>
              <a:pPr rtl="0"/>
              <a:t>71</a:t>
            </a:fld>
            <a:endParaRPr lang="id-ID"/>
          </a:p>
        </p:txBody>
      </p:sp>
      <p:sp>
        <p:nvSpPr>
          <p:cNvPr id="78" name="Content Placeholder 7">
            <a:extLst>
              <a:ext uri="{FF2B5EF4-FFF2-40B4-BE49-F238E27FC236}">
                <a16:creationId xmlns:a16="http://schemas.microsoft.com/office/drawing/2014/main" id="{C699F3B8-B598-FB65-4137-EE669993D8CB}"/>
              </a:ext>
            </a:extLst>
          </p:cNvPr>
          <p:cNvSpPr txBox="1">
            <a:spLocks/>
          </p:cNvSpPr>
          <p:nvPr/>
        </p:nvSpPr>
        <p:spPr>
          <a:xfrm>
            <a:off x="750430" y="1706563"/>
            <a:ext cx="5547131" cy="93339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r>
              <a:rPr lang="id-ID" sz="2400" dirty="0"/>
              <a:t>Tahap </a:t>
            </a:r>
            <a:r>
              <a:rPr lang="en-GB" sz="2400" dirty="0"/>
              <a:t>data mining</a:t>
            </a:r>
            <a:r>
              <a:rPr lang="id-ID" sz="2400" dirty="0"/>
              <a:t> </a:t>
            </a:r>
            <a:r>
              <a:rPr lang="en-GB" sz="2400" dirty="0" err="1"/>
              <a:t>yaitu</a:t>
            </a:r>
            <a:r>
              <a:rPr lang="id-ID" sz="2400" dirty="0"/>
              <a:t> pemodelan menggunakan </a:t>
            </a:r>
            <a:r>
              <a:rPr lang="id-ID" sz="2400" dirty="0" err="1"/>
              <a:t>LightGBM</a:t>
            </a:r>
            <a:r>
              <a:rPr lang="id-ID" sz="2400" dirty="0"/>
              <a:t>. </a:t>
            </a:r>
          </a:p>
        </p:txBody>
      </p:sp>
      <p:pic>
        <p:nvPicPr>
          <p:cNvPr id="4" name="Picture 3">
            <a:extLst>
              <a:ext uri="{FF2B5EF4-FFF2-40B4-BE49-F238E27FC236}">
                <a16:creationId xmlns:a16="http://schemas.microsoft.com/office/drawing/2014/main" id="{FA07EF4D-7E68-3BBA-8932-74EFFD7A014F}"/>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000422" y="238472"/>
            <a:ext cx="1353671" cy="6381055"/>
          </a:xfrm>
          <a:prstGeom prst="rect">
            <a:avLst/>
          </a:prstGeom>
          <a:noFill/>
          <a:ln>
            <a:noFill/>
          </a:ln>
        </p:spPr>
      </p:pic>
    </p:spTree>
    <p:extLst>
      <p:ext uri="{BB962C8B-B14F-4D97-AF65-F5344CB8AC3E}">
        <p14:creationId xmlns:p14="http://schemas.microsoft.com/office/powerpoint/2010/main" val="2452654879"/>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1996C1-2073-6F5A-4EE3-15687A8A22E6}"/>
            </a:ext>
          </a:extLst>
        </p:cNvPr>
        <p:cNvGrpSpPr/>
        <p:nvPr/>
      </p:nvGrpSpPr>
      <p:grpSpPr>
        <a:xfrm>
          <a:off x="0" y="0"/>
          <a:ext cx="0" cy="0"/>
          <a:chOff x="0" y="0"/>
          <a:chExt cx="0" cy="0"/>
        </a:xfrm>
      </p:grpSpPr>
      <p:sp>
        <p:nvSpPr>
          <p:cNvPr id="2" name="Judul 1">
            <a:extLst>
              <a:ext uri="{FF2B5EF4-FFF2-40B4-BE49-F238E27FC236}">
                <a16:creationId xmlns:a16="http://schemas.microsoft.com/office/drawing/2014/main" id="{14D8A4B0-94E6-282B-42E8-486EAA6836CB}"/>
              </a:ext>
            </a:extLst>
          </p:cNvPr>
          <p:cNvSpPr>
            <a:spLocks noGrp="1"/>
          </p:cNvSpPr>
          <p:nvPr>
            <p:ph type="title"/>
          </p:nvPr>
        </p:nvSpPr>
        <p:spPr>
          <a:xfrm>
            <a:off x="824174" y="376750"/>
            <a:ext cx="10678142" cy="1325563"/>
          </a:xfrm>
        </p:spPr>
        <p:txBody>
          <a:bodyPr rtlCol="0"/>
          <a:lstStyle/>
          <a:p>
            <a:r>
              <a:rPr lang="en-GB" dirty="0" err="1"/>
              <a:t>Hyperarameter</a:t>
            </a:r>
            <a:r>
              <a:rPr lang="en-GB" dirty="0"/>
              <a:t> Tuning</a:t>
            </a:r>
            <a:endParaRPr lang="id-ID" dirty="0"/>
          </a:p>
        </p:txBody>
      </p:sp>
      <p:sp>
        <p:nvSpPr>
          <p:cNvPr id="3" name="Tampungan Tanggal 2">
            <a:extLst>
              <a:ext uri="{FF2B5EF4-FFF2-40B4-BE49-F238E27FC236}">
                <a16:creationId xmlns:a16="http://schemas.microsoft.com/office/drawing/2014/main" id="{587328E4-2A6A-312C-EAD7-9B37BFBA06F8}"/>
              </a:ext>
            </a:extLst>
          </p:cNvPr>
          <p:cNvSpPr>
            <a:spLocks noGrp="1"/>
          </p:cNvSpPr>
          <p:nvPr>
            <p:ph type="dt" sz="half" idx="25"/>
          </p:nvPr>
        </p:nvSpPr>
        <p:spPr>
          <a:xfrm>
            <a:off x="381000" y="6356350"/>
            <a:ext cx="2743200" cy="365125"/>
          </a:xfrm>
        </p:spPr>
        <p:txBody>
          <a:bodyPr rtlCol="0"/>
          <a:lstStyle/>
          <a:p>
            <a:pPr rtl="0"/>
            <a:fld id="{423EE75F-42B8-4E1A-83C6-1B72B3C0E408}" type="datetime1">
              <a:rPr lang="id-ID" smtClean="0"/>
              <a:t>24/11/2025</a:t>
            </a:fld>
            <a:endParaRPr lang="id-ID"/>
          </a:p>
        </p:txBody>
      </p:sp>
      <p:sp>
        <p:nvSpPr>
          <p:cNvPr id="5" name="Tampungan Nomor Slide 4">
            <a:extLst>
              <a:ext uri="{FF2B5EF4-FFF2-40B4-BE49-F238E27FC236}">
                <a16:creationId xmlns:a16="http://schemas.microsoft.com/office/drawing/2014/main" id="{1CFDFC04-2604-34F2-A720-F6BC18D8F270}"/>
              </a:ext>
            </a:extLst>
          </p:cNvPr>
          <p:cNvSpPr>
            <a:spLocks noGrp="1"/>
          </p:cNvSpPr>
          <p:nvPr>
            <p:ph type="sldNum" sz="quarter" idx="27"/>
          </p:nvPr>
        </p:nvSpPr>
        <p:spPr>
          <a:xfrm>
            <a:off x="9067800" y="6356350"/>
            <a:ext cx="2743200" cy="365125"/>
          </a:xfrm>
        </p:spPr>
        <p:txBody>
          <a:bodyPr rtlCol="0"/>
          <a:lstStyle/>
          <a:p>
            <a:pPr rtl="0"/>
            <a:fld id="{294A09A9-5501-47C1-A89A-A340965A2BE2}" type="slidenum">
              <a:rPr lang="id-ID" smtClean="0"/>
              <a:pPr rtl="0"/>
              <a:t>72</a:t>
            </a:fld>
            <a:endParaRPr lang="id-ID"/>
          </a:p>
        </p:txBody>
      </p:sp>
      <p:sp>
        <p:nvSpPr>
          <p:cNvPr id="78" name="Content Placeholder 7">
            <a:extLst>
              <a:ext uri="{FF2B5EF4-FFF2-40B4-BE49-F238E27FC236}">
                <a16:creationId xmlns:a16="http://schemas.microsoft.com/office/drawing/2014/main" id="{C3EDCD21-511C-2AC2-97E2-59F3B042DEA4}"/>
              </a:ext>
            </a:extLst>
          </p:cNvPr>
          <p:cNvSpPr txBox="1">
            <a:spLocks/>
          </p:cNvSpPr>
          <p:nvPr/>
        </p:nvSpPr>
        <p:spPr>
          <a:xfrm>
            <a:off x="750430" y="1706563"/>
            <a:ext cx="6048576" cy="329314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r>
              <a:rPr lang="en-GB" sz="2400" dirty="0" err="1"/>
              <a:t>Pertama</a:t>
            </a:r>
            <a:r>
              <a:rPr lang="en-GB" sz="2400" dirty="0"/>
              <a:t> </a:t>
            </a:r>
            <a:r>
              <a:rPr lang="en-GB" sz="2400" dirty="0" err="1"/>
              <a:t>yaitu</a:t>
            </a:r>
            <a:r>
              <a:rPr lang="en-GB" sz="2400" dirty="0"/>
              <a:t> </a:t>
            </a:r>
            <a:r>
              <a:rPr lang="en-GB" sz="2400" dirty="0" err="1"/>
              <a:t>dilakukan</a:t>
            </a:r>
            <a:r>
              <a:rPr lang="en-GB" sz="2400" dirty="0"/>
              <a:t> Hyperparameter Tuning, </a:t>
            </a:r>
            <a:r>
              <a:rPr lang="en-GB" sz="2400" dirty="0" err="1"/>
              <a:t>menggunakan</a:t>
            </a:r>
            <a:r>
              <a:rPr lang="en-GB" sz="2400" dirty="0"/>
              <a:t> </a:t>
            </a:r>
            <a:r>
              <a:rPr lang="en-GB" sz="2400" dirty="0" err="1"/>
              <a:t>RandomizedSearchCV</a:t>
            </a:r>
            <a:r>
              <a:rPr lang="en-GB" sz="2400" dirty="0"/>
              <a:t>  </a:t>
            </a:r>
            <a:r>
              <a:rPr lang="en-GB" sz="2400" dirty="0" err="1"/>
              <a:t>dengan</a:t>
            </a:r>
            <a:r>
              <a:rPr lang="en-GB" sz="2400" dirty="0"/>
              <a:t> </a:t>
            </a:r>
            <a:r>
              <a:rPr lang="en-GB" sz="2400" dirty="0" err="1"/>
              <a:t>pengaturan</a:t>
            </a:r>
            <a:r>
              <a:rPr lang="en-GB" sz="2400" dirty="0"/>
              <a:t>:</a:t>
            </a:r>
          </a:p>
          <a:p>
            <a:pPr algn="just">
              <a:lnSpc>
                <a:spcPct val="100000"/>
              </a:lnSpc>
              <a:spcBef>
                <a:spcPts val="0"/>
              </a:spcBef>
            </a:pPr>
            <a:r>
              <a:rPr lang="en-GB" sz="2400" dirty="0"/>
              <a:t>Estimator = </a:t>
            </a:r>
            <a:r>
              <a:rPr lang="en-GB" sz="2400" dirty="0" err="1"/>
              <a:t>lgbm</a:t>
            </a:r>
            <a:r>
              <a:rPr lang="en-GB" sz="2400" dirty="0"/>
              <a:t>,</a:t>
            </a:r>
          </a:p>
          <a:p>
            <a:pPr algn="just">
              <a:lnSpc>
                <a:spcPct val="100000"/>
              </a:lnSpc>
              <a:spcBef>
                <a:spcPts val="0"/>
              </a:spcBef>
            </a:pPr>
            <a:r>
              <a:rPr lang="en-GB" sz="2400" dirty="0" err="1"/>
              <a:t>N_iter</a:t>
            </a:r>
            <a:r>
              <a:rPr lang="en-GB" sz="2400" dirty="0"/>
              <a:t> = 100,</a:t>
            </a:r>
          </a:p>
          <a:p>
            <a:pPr algn="just">
              <a:lnSpc>
                <a:spcPct val="100000"/>
              </a:lnSpc>
              <a:spcBef>
                <a:spcPts val="0"/>
              </a:spcBef>
            </a:pPr>
            <a:r>
              <a:rPr lang="en-GB" sz="2400" dirty="0" err="1"/>
              <a:t>Param_distributions</a:t>
            </a:r>
            <a:r>
              <a:rPr lang="en-GB" sz="2400" dirty="0"/>
              <a:t> = </a:t>
            </a:r>
            <a:r>
              <a:rPr lang="en-GB" sz="2400" dirty="0" err="1"/>
              <a:t>lgbm_param_grid</a:t>
            </a:r>
            <a:r>
              <a:rPr lang="en-GB" sz="2400" dirty="0"/>
              <a:t>,</a:t>
            </a:r>
          </a:p>
          <a:p>
            <a:pPr algn="just">
              <a:lnSpc>
                <a:spcPct val="100000"/>
              </a:lnSpc>
              <a:spcBef>
                <a:spcPts val="0"/>
              </a:spcBef>
            </a:pPr>
            <a:r>
              <a:rPr lang="en-GB" sz="2400" dirty="0" err="1"/>
              <a:t>Cv</a:t>
            </a:r>
            <a:r>
              <a:rPr lang="en-GB" sz="2400" dirty="0"/>
              <a:t> = 5,</a:t>
            </a:r>
          </a:p>
          <a:p>
            <a:pPr algn="just">
              <a:lnSpc>
                <a:spcPct val="100000"/>
              </a:lnSpc>
              <a:spcBef>
                <a:spcPts val="0"/>
              </a:spcBef>
            </a:pPr>
            <a:r>
              <a:rPr lang="en-GB" sz="2400" dirty="0"/>
              <a:t>Refit = </a:t>
            </a:r>
            <a:r>
              <a:rPr lang="en-GB" sz="2400" dirty="0" err="1"/>
              <a:t>roc_aug</a:t>
            </a:r>
            <a:r>
              <a:rPr lang="en-GB" sz="2400" dirty="0"/>
              <a:t>,</a:t>
            </a:r>
          </a:p>
          <a:p>
            <a:pPr algn="just">
              <a:lnSpc>
                <a:spcPct val="100000"/>
              </a:lnSpc>
              <a:spcBef>
                <a:spcPts val="0"/>
              </a:spcBef>
            </a:pPr>
            <a:r>
              <a:rPr lang="en-GB" sz="2400" dirty="0" err="1"/>
              <a:t>N_jobs</a:t>
            </a:r>
            <a:r>
              <a:rPr lang="en-GB" sz="2400" dirty="0"/>
              <a:t> = -1,</a:t>
            </a:r>
            <a:endParaRPr lang="id-ID" sz="2400" dirty="0"/>
          </a:p>
        </p:txBody>
      </p:sp>
      <p:pic>
        <p:nvPicPr>
          <p:cNvPr id="4" name="Picture 3">
            <a:extLst>
              <a:ext uri="{FF2B5EF4-FFF2-40B4-BE49-F238E27FC236}">
                <a16:creationId xmlns:a16="http://schemas.microsoft.com/office/drawing/2014/main" id="{E8353D2A-F96C-61A8-CA44-06D9352749D5}"/>
              </a:ext>
            </a:extLst>
          </p:cNvPr>
          <p:cNvPicPr>
            <a:picLocks noChangeAspect="1"/>
          </p:cNvPicPr>
          <p:nvPr/>
        </p:nvPicPr>
        <p:blipFill>
          <a:blip r:embed="rId3" cstate="print">
            <a:extLst>
              <a:ext uri="{28A0092B-C50C-407E-A947-70E740481C1C}">
                <a14:useLocalDpi xmlns:a14="http://schemas.microsoft.com/office/drawing/2010/main" val="0"/>
              </a:ext>
            </a:extLst>
          </a:blip>
          <a:srcRect t="19145" b="67912"/>
          <a:stretch>
            <a:fillRect/>
          </a:stretch>
        </p:blipFill>
        <p:spPr bwMode="auto">
          <a:xfrm>
            <a:off x="7013399" y="1460091"/>
            <a:ext cx="3227053" cy="1968909"/>
          </a:xfrm>
          <a:prstGeom prst="rect">
            <a:avLst/>
          </a:prstGeom>
          <a:noFill/>
          <a:ln>
            <a:noFill/>
          </a:ln>
        </p:spPr>
      </p:pic>
    </p:spTree>
    <p:extLst>
      <p:ext uri="{BB962C8B-B14F-4D97-AF65-F5344CB8AC3E}">
        <p14:creationId xmlns:p14="http://schemas.microsoft.com/office/powerpoint/2010/main" val="2264544284"/>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5817C8-9F60-9F40-EE31-CF2F1F8A95DF}"/>
            </a:ext>
          </a:extLst>
        </p:cNvPr>
        <p:cNvGrpSpPr/>
        <p:nvPr/>
      </p:nvGrpSpPr>
      <p:grpSpPr>
        <a:xfrm>
          <a:off x="0" y="0"/>
          <a:ext cx="0" cy="0"/>
          <a:chOff x="0" y="0"/>
          <a:chExt cx="0" cy="0"/>
        </a:xfrm>
      </p:grpSpPr>
      <p:sp>
        <p:nvSpPr>
          <p:cNvPr id="2" name="Judul 1">
            <a:extLst>
              <a:ext uri="{FF2B5EF4-FFF2-40B4-BE49-F238E27FC236}">
                <a16:creationId xmlns:a16="http://schemas.microsoft.com/office/drawing/2014/main" id="{F685BB4A-8A3C-97C4-A668-6F8E8C08BE98}"/>
              </a:ext>
            </a:extLst>
          </p:cNvPr>
          <p:cNvSpPr>
            <a:spLocks noGrp="1"/>
          </p:cNvSpPr>
          <p:nvPr>
            <p:ph type="title"/>
          </p:nvPr>
        </p:nvSpPr>
        <p:spPr>
          <a:xfrm>
            <a:off x="771126" y="343565"/>
            <a:ext cx="10678142" cy="802661"/>
          </a:xfrm>
        </p:spPr>
        <p:txBody>
          <a:bodyPr rtlCol="0"/>
          <a:lstStyle/>
          <a:p>
            <a:r>
              <a:rPr lang="en-GB" dirty="0" err="1"/>
              <a:t>Hyperarameter</a:t>
            </a:r>
            <a:r>
              <a:rPr lang="en-GB" dirty="0"/>
              <a:t> Tuning</a:t>
            </a:r>
            <a:endParaRPr lang="id-ID" dirty="0"/>
          </a:p>
        </p:txBody>
      </p:sp>
      <p:sp>
        <p:nvSpPr>
          <p:cNvPr id="3" name="Tampungan Tanggal 2">
            <a:extLst>
              <a:ext uri="{FF2B5EF4-FFF2-40B4-BE49-F238E27FC236}">
                <a16:creationId xmlns:a16="http://schemas.microsoft.com/office/drawing/2014/main" id="{3E82F62E-11B0-E54E-124A-6205AABF0A40}"/>
              </a:ext>
            </a:extLst>
          </p:cNvPr>
          <p:cNvSpPr>
            <a:spLocks noGrp="1"/>
          </p:cNvSpPr>
          <p:nvPr>
            <p:ph type="dt" sz="half" idx="25"/>
          </p:nvPr>
        </p:nvSpPr>
        <p:spPr>
          <a:xfrm>
            <a:off x="381000" y="6356350"/>
            <a:ext cx="2743200" cy="365125"/>
          </a:xfrm>
        </p:spPr>
        <p:txBody>
          <a:bodyPr rtlCol="0"/>
          <a:lstStyle/>
          <a:p>
            <a:pPr rtl="0"/>
            <a:fld id="{423EE75F-42B8-4E1A-83C6-1B72B3C0E408}" type="datetime1">
              <a:rPr lang="id-ID" smtClean="0"/>
              <a:t>24/11/2025</a:t>
            </a:fld>
            <a:endParaRPr lang="id-ID"/>
          </a:p>
        </p:txBody>
      </p:sp>
      <p:sp>
        <p:nvSpPr>
          <p:cNvPr id="5" name="Tampungan Nomor Slide 4">
            <a:extLst>
              <a:ext uri="{FF2B5EF4-FFF2-40B4-BE49-F238E27FC236}">
                <a16:creationId xmlns:a16="http://schemas.microsoft.com/office/drawing/2014/main" id="{E5343C88-2491-27E1-8E7D-C4E8976E333F}"/>
              </a:ext>
            </a:extLst>
          </p:cNvPr>
          <p:cNvSpPr>
            <a:spLocks noGrp="1"/>
          </p:cNvSpPr>
          <p:nvPr>
            <p:ph type="sldNum" sz="quarter" idx="27"/>
          </p:nvPr>
        </p:nvSpPr>
        <p:spPr>
          <a:xfrm>
            <a:off x="9067800" y="6356350"/>
            <a:ext cx="2743200" cy="365125"/>
          </a:xfrm>
        </p:spPr>
        <p:txBody>
          <a:bodyPr rtlCol="0"/>
          <a:lstStyle/>
          <a:p>
            <a:pPr rtl="0"/>
            <a:fld id="{294A09A9-5501-47C1-A89A-A340965A2BE2}" type="slidenum">
              <a:rPr lang="id-ID" smtClean="0"/>
              <a:pPr rtl="0"/>
              <a:t>73</a:t>
            </a:fld>
            <a:endParaRPr lang="id-ID"/>
          </a:p>
        </p:txBody>
      </p:sp>
      <p:graphicFrame>
        <p:nvGraphicFramePr>
          <p:cNvPr id="6" name="Table 5">
            <a:extLst>
              <a:ext uri="{FF2B5EF4-FFF2-40B4-BE49-F238E27FC236}">
                <a16:creationId xmlns:a16="http://schemas.microsoft.com/office/drawing/2014/main" id="{91CE9139-B390-C879-26BF-1FAD13DE4C1D}"/>
              </a:ext>
            </a:extLst>
          </p:cNvPr>
          <p:cNvGraphicFramePr>
            <a:graphicFrameLocks noGrp="1"/>
          </p:cNvGraphicFramePr>
          <p:nvPr>
            <p:extLst>
              <p:ext uri="{D42A27DB-BD31-4B8C-83A1-F6EECF244321}">
                <p14:modId xmlns:p14="http://schemas.microsoft.com/office/powerpoint/2010/main" val="2037790025"/>
              </p:ext>
            </p:extLst>
          </p:nvPr>
        </p:nvGraphicFramePr>
        <p:xfrm>
          <a:off x="771126" y="1310553"/>
          <a:ext cx="8977558" cy="4352826"/>
        </p:xfrm>
        <a:graphic>
          <a:graphicData uri="http://schemas.openxmlformats.org/drawingml/2006/table">
            <a:tbl>
              <a:tblPr firstRow="1" firstCol="1" bandRow="1">
                <a:tableStyleId>{5C22544A-7EE6-4342-B048-85BDC9FD1C3A}</a:tableStyleId>
              </a:tblPr>
              <a:tblGrid>
                <a:gridCol w="3675972">
                  <a:extLst>
                    <a:ext uri="{9D8B030D-6E8A-4147-A177-3AD203B41FA5}">
                      <a16:colId xmlns:a16="http://schemas.microsoft.com/office/drawing/2014/main" val="2656392974"/>
                    </a:ext>
                  </a:extLst>
                </a:gridCol>
                <a:gridCol w="5301586">
                  <a:extLst>
                    <a:ext uri="{9D8B030D-6E8A-4147-A177-3AD203B41FA5}">
                      <a16:colId xmlns:a16="http://schemas.microsoft.com/office/drawing/2014/main" val="1213556386"/>
                    </a:ext>
                  </a:extLst>
                </a:gridCol>
              </a:tblGrid>
              <a:tr h="725471">
                <a:tc>
                  <a:txBody>
                    <a:bodyPr/>
                    <a:lstStyle/>
                    <a:p>
                      <a:pPr algn="l">
                        <a:lnSpc>
                          <a:spcPct val="115000"/>
                        </a:lnSpc>
                        <a:buNone/>
                      </a:pPr>
                      <a:r>
                        <a:rPr lang="id-ID" sz="2400" kern="0">
                          <a:effectLst/>
                        </a:rPr>
                        <a:t>Nama Hyperparameter</a:t>
                      </a:r>
                      <a:endParaRPr lang="id-ID" sz="36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tc>
                <a:tc>
                  <a:txBody>
                    <a:bodyPr/>
                    <a:lstStyle/>
                    <a:p>
                      <a:pPr algn="l">
                        <a:lnSpc>
                          <a:spcPct val="115000"/>
                        </a:lnSpc>
                        <a:buNone/>
                      </a:pPr>
                      <a:r>
                        <a:rPr lang="id-ID" sz="2400" kern="0" dirty="0">
                          <a:effectLst/>
                        </a:rPr>
                        <a:t>Nilai yang Diuji</a:t>
                      </a:r>
                      <a:endParaRPr lang="id-ID" sz="36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3588265982"/>
                  </a:ext>
                </a:extLst>
              </a:tr>
              <a:tr h="725471">
                <a:tc>
                  <a:txBody>
                    <a:bodyPr/>
                    <a:lstStyle/>
                    <a:p>
                      <a:pPr algn="l">
                        <a:lnSpc>
                          <a:spcPct val="115000"/>
                        </a:lnSpc>
                        <a:buNone/>
                      </a:pPr>
                      <a:r>
                        <a:rPr lang="id-ID" sz="2400" kern="0" dirty="0" err="1">
                          <a:effectLst/>
                        </a:rPr>
                        <a:t>min_child_samples</a:t>
                      </a:r>
                      <a:endParaRPr lang="id-ID" sz="36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tc>
                <a:tc>
                  <a:txBody>
                    <a:bodyPr/>
                    <a:lstStyle/>
                    <a:p>
                      <a:pPr algn="l">
                        <a:lnSpc>
                          <a:spcPct val="115000"/>
                        </a:lnSpc>
                        <a:buNone/>
                      </a:pPr>
                      <a:r>
                        <a:rPr lang="id-ID" sz="2400" kern="0">
                          <a:effectLst/>
                        </a:rPr>
                        <a:t>Distribusi integer acak dari 0-200</a:t>
                      </a:r>
                      <a:endParaRPr lang="id-ID" sz="36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1116104125"/>
                  </a:ext>
                </a:extLst>
              </a:tr>
              <a:tr h="725471">
                <a:tc>
                  <a:txBody>
                    <a:bodyPr/>
                    <a:lstStyle/>
                    <a:p>
                      <a:pPr algn="l">
                        <a:lnSpc>
                          <a:spcPct val="115000"/>
                        </a:lnSpc>
                        <a:buNone/>
                      </a:pPr>
                      <a:r>
                        <a:rPr lang="id-ID" sz="2400" kern="0">
                          <a:effectLst/>
                        </a:rPr>
                        <a:t>num_leaves</a:t>
                      </a:r>
                      <a:endParaRPr lang="id-ID" sz="36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tc>
                <a:tc>
                  <a:txBody>
                    <a:bodyPr/>
                    <a:lstStyle/>
                    <a:p>
                      <a:pPr algn="l">
                        <a:lnSpc>
                          <a:spcPct val="115000"/>
                        </a:lnSpc>
                        <a:buNone/>
                      </a:pPr>
                      <a:r>
                        <a:rPr lang="id-ID" sz="2400" kern="0" dirty="0">
                          <a:effectLst/>
                        </a:rPr>
                        <a:t>Distribusi integer acak dari 2-500</a:t>
                      </a:r>
                      <a:endParaRPr lang="id-ID" sz="36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3877251401"/>
                  </a:ext>
                </a:extLst>
              </a:tr>
              <a:tr h="725471">
                <a:tc>
                  <a:txBody>
                    <a:bodyPr/>
                    <a:lstStyle/>
                    <a:p>
                      <a:pPr algn="l">
                        <a:lnSpc>
                          <a:spcPct val="115000"/>
                        </a:lnSpc>
                        <a:buNone/>
                      </a:pPr>
                      <a:r>
                        <a:rPr lang="id-ID" sz="2400" kern="0">
                          <a:effectLst/>
                        </a:rPr>
                        <a:t>reg_lambda</a:t>
                      </a:r>
                      <a:endParaRPr lang="id-ID" sz="36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tc>
                <a:tc>
                  <a:txBody>
                    <a:bodyPr/>
                    <a:lstStyle/>
                    <a:p>
                      <a:pPr algn="l">
                        <a:lnSpc>
                          <a:spcPct val="115000"/>
                        </a:lnSpc>
                        <a:buNone/>
                      </a:pPr>
                      <a:r>
                        <a:rPr lang="id-ID" sz="2400" kern="0">
                          <a:effectLst/>
                        </a:rPr>
                        <a:t>Distribusi uniform acak dari 0-1</a:t>
                      </a:r>
                      <a:endParaRPr lang="id-ID" sz="36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1299080159"/>
                  </a:ext>
                </a:extLst>
              </a:tr>
              <a:tr h="725471">
                <a:tc>
                  <a:txBody>
                    <a:bodyPr/>
                    <a:lstStyle/>
                    <a:p>
                      <a:pPr algn="l">
                        <a:lnSpc>
                          <a:spcPct val="115000"/>
                        </a:lnSpc>
                        <a:buNone/>
                      </a:pPr>
                      <a:r>
                        <a:rPr lang="id-ID" sz="2400" kern="0">
                          <a:effectLst/>
                        </a:rPr>
                        <a:t>reg_alpha</a:t>
                      </a:r>
                      <a:endParaRPr lang="id-ID" sz="36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tc>
                <a:tc>
                  <a:txBody>
                    <a:bodyPr/>
                    <a:lstStyle/>
                    <a:p>
                      <a:pPr algn="l">
                        <a:lnSpc>
                          <a:spcPct val="115000"/>
                        </a:lnSpc>
                        <a:buNone/>
                      </a:pPr>
                      <a:r>
                        <a:rPr lang="id-ID" sz="2400" kern="0" dirty="0">
                          <a:effectLst/>
                        </a:rPr>
                        <a:t>Distribusi uniform acak dari 0-1</a:t>
                      </a:r>
                      <a:endParaRPr lang="id-ID" sz="36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4164721062"/>
                  </a:ext>
                </a:extLst>
              </a:tr>
              <a:tr h="725471">
                <a:tc>
                  <a:txBody>
                    <a:bodyPr/>
                    <a:lstStyle/>
                    <a:p>
                      <a:pPr algn="l">
                        <a:lnSpc>
                          <a:spcPct val="115000"/>
                        </a:lnSpc>
                        <a:buNone/>
                      </a:pPr>
                      <a:r>
                        <a:rPr lang="id-ID" sz="2400" kern="0" dirty="0" err="1">
                          <a:effectLst/>
                        </a:rPr>
                        <a:t>max_depth</a:t>
                      </a:r>
                      <a:endParaRPr lang="id-ID" sz="36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tc>
                <a:tc>
                  <a:txBody>
                    <a:bodyPr/>
                    <a:lstStyle/>
                    <a:p>
                      <a:pPr algn="l">
                        <a:lnSpc>
                          <a:spcPct val="115000"/>
                        </a:lnSpc>
                        <a:buNone/>
                      </a:pPr>
                      <a:r>
                        <a:rPr lang="id-ID" sz="2400" kern="0" dirty="0">
                          <a:effectLst/>
                        </a:rPr>
                        <a:t>Distribusi integer acak dari 0-500</a:t>
                      </a:r>
                      <a:endParaRPr lang="id-ID" sz="36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905021421"/>
                  </a:ext>
                </a:extLst>
              </a:tr>
            </a:tbl>
          </a:graphicData>
        </a:graphic>
      </p:graphicFrame>
    </p:spTree>
    <p:extLst>
      <p:ext uri="{BB962C8B-B14F-4D97-AF65-F5344CB8AC3E}">
        <p14:creationId xmlns:p14="http://schemas.microsoft.com/office/powerpoint/2010/main" val="261215971"/>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6221B4-FDEF-ED34-2092-C0A5CE53F128}"/>
            </a:ext>
          </a:extLst>
        </p:cNvPr>
        <p:cNvGrpSpPr/>
        <p:nvPr/>
      </p:nvGrpSpPr>
      <p:grpSpPr>
        <a:xfrm>
          <a:off x="0" y="0"/>
          <a:ext cx="0" cy="0"/>
          <a:chOff x="0" y="0"/>
          <a:chExt cx="0" cy="0"/>
        </a:xfrm>
      </p:grpSpPr>
      <p:sp>
        <p:nvSpPr>
          <p:cNvPr id="2" name="Judul 1">
            <a:extLst>
              <a:ext uri="{FF2B5EF4-FFF2-40B4-BE49-F238E27FC236}">
                <a16:creationId xmlns:a16="http://schemas.microsoft.com/office/drawing/2014/main" id="{949ED68E-9EBE-415E-3EC3-6D036D70544C}"/>
              </a:ext>
            </a:extLst>
          </p:cNvPr>
          <p:cNvSpPr>
            <a:spLocks noGrp="1"/>
          </p:cNvSpPr>
          <p:nvPr>
            <p:ph type="title"/>
          </p:nvPr>
        </p:nvSpPr>
        <p:spPr>
          <a:xfrm>
            <a:off x="771126" y="343565"/>
            <a:ext cx="10678142" cy="802661"/>
          </a:xfrm>
        </p:spPr>
        <p:txBody>
          <a:bodyPr rtlCol="0"/>
          <a:lstStyle/>
          <a:p>
            <a:r>
              <a:rPr lang="en-GB" dirty="0" err="1"/>
              <a:t>Hyperarameter</a:t>
            </a:r>
            <a:r>
              <a:rPr lang="en-GB" dirty="0"/>
              <a:t> Tuning</a:t>
            </a:r>
            <a:endParaRPr lang="id-ID" dirty="0"/>
          </a:p>
        </p:txBody>
      </p:sp>
      <p:sp>
        <p:nvSpPr>
          <p:cNvPr id="3" name="Tampungan Tanggal 2">
            <a:extLst>
              <a:ext uri="{FF2B5EF4-FFF2-40B4-BE49-F238E27FC236}">
                <a16:creationId xmlns:a16="http://schemas.microsoft.com/office/drawing/2014/main" id="{2A6AA565-23A9-3617-F3E7-2AB6EB56974B}"/>
              </a:ext>
            </a:extLst>
          </p:cNvPr>
          <p:cNvSpPr>
            <a:spLocks noGrp="1"/>
          </p:cNvSpPr>
          <p:nvPr>
            <p:ph type="dt" sz="half" idx="25"/>
          </p:nvPr>
        </p:nvSpPr>
        <p:spPr>
          <a:xfrm>
            <a:off x="381000" y="6356350"/>
            <a:ext cx="2743200" cy="365125"/>
          </a:xfrm>
        </p:spPr>
        <p:txBody>
          <a:bodyPr rtlCol="0"/>
          <a:lstStyle/>
          <a:p>
            <a:pPr rtl="0"/>
            <a:fld id="{423EE75F-42B8-4E1A-83C6-1B72B3C0E408}" type="datetime1">
              <a:rPr lang="id-ID" smtClean="0"/>
              <a:t>24/11/2025</a:t>
            </a:fld>
            <a:endParaRPr lang="id-ID"/>
          </a:p>
        </p:txBody>
      </p:sp>
      <p:sp>
        <p:nvSpPr>
          <p:cNvPr id="5" name="Tampungan Nomor Slide 4">
            <a:extLst>
              <a:ext uri="{FF2B5EF4-FFF2-40B4-BE49-F238E27FC236}">
                <a16:creationId xmlns:a16="http://schemas.microsoft.com/office/drawing/2014/main" id="{5324057F-A739-2EE9-00CE-765C38CEE901}"/>
              </a:ext>
            </a:extLst>
          </p:cNvPr>
          <p:cNvSpPr>
            <a:spLocks noGrp="1"/>
          </p:cNvSpPr>
          <p:nvPr>
            <p:ph type="sldNum" sz="quarter" idx="27"/>
          </p:nvPr>
        </p:nvSpPr>
        <p:spPr>
          <a:xfrm>
            <a:off x="9067800" y="6356350"/>
            <a:ext cx="2743200" cy="365125"/>
          </a:xfrm>
        </p:spPr>
        <p:txBody>
          <a:bodyPr rtlCol="0"/>
          <a:lstStyle/>
          <a:p>
            <a:pPr rtl="0"/>
            <a:fld id="{294A09A9-5501-47C1-A89A-A340965A2BE2}" type="slidenum">
              <a:rPr lang="id-ID" smtClean="0"/>
              <a:pPr rtl="0"/>
              <a:t>74</a:t>
            </a:fld>
            <a:endParaRPr lang="id-ID"/>
          </a:p>
        </p:txBody>
      </p:sp>
      <p:pic>
        <p:nvPicPr>
          <p:cNvPr id="7170" name="Picture 2">
            <a:extLst>
              <a:ext uri="{FF2B5EF4-FFF2-40B4-BE49-F238E27FC236}">
                <a16:creationId xmlns:a16="http://schemas.microsoft.com/office/drawing/2014/main" id="{1C300531-3D93-9167-0C87-041B45F9FA3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42732" y="1146226"/>
            <a:ext cx="8274061" cy="493599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36079093"/>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3CC768-07AA-EEF5-7990-B47D7BC95BC1}"/>
            </a:ext>
          </a:extLst>
        </p:cNvPr>
        <p:cNvGrpSpPr/>
        <p:nvPr/>
      </p:nvGrpSpPr>
      <p:grpSpPr>
        <a:xfrm>
          <a:off x="0" y="0"/>
          <a:ext cx="0" cy="0"/>
          <a:chOff x="0" y="0"/>
          <a:chExt cx="0" cy="0"/>
        </a:xfrm>
      </p:grpSpPr>
      <p:sp>
        <p:nvSpPr>
          <p:cNvPr id="2" name="Judul 1">
            <a:extLst>
              <a:ext uri="{FF2B5EF4-FFF2-40B4-BE49-F238E27FC236}">
                <a16:creationId xmlns:a16="http://schemas.microsoft.com/office/drawing/2014/main" id="{9819B9B2-82FD-FF13-C1AF-B31A952262E7}"/>
              </a:ext>
            </a:extLst>
          </p:cNvPr>
          <p:cNvSpPr>
            <a:spLocks noGrp="1"/>
          </p:cNvSpPr>
          <p:nvPr>
            <p:ph type="title"/>
          </p:nvPr>
        </p:nvSpPr>
        <p:spPr>
          <a:xfrm>
            <a:off x="771126" y="343565"/>
            <a:ext cx="10678142" cy="802661"/>
          </a:xfrm>
        </p:spPr>
        <p:txBody>
          <a:bodyPr rtlCol="0"/>
          <a:lstStyle/>
          <a:p>
            <a:r>
              <a:rPr lang="id-ID" dirty="0"/>
              <a:t>Data Mining</a:t>
            </a:r>
          </a:p>
        </p:txBody>
      </p:sp>
      <p:sp>
        <p:nvSpPr>
          <p:cNvPr id="3" name="Tampungan Tanggal 2">
            <a:extLst>
              <a:ext uri="{FF2B5EF4-FFF2-40B4-BE49-F238E27FC236}">
                <a16:creationId xmlns:a16="http://schemas.microsoft.com/office/drawing/2014/main" id="{092084A5-DF71-2939-DC06-0E5D25D914AF}"/>
              </a:ext>
            </a:extLst>
          </p:cNvPr>
          <p:cNvSpPr>
            <a:spLocks noGrp="1"/>
          </p:cNvSpPr>
          <p:nvPr>
            <p:ph type="dt" sz="half" idx="25"/>
          </p:nvPr>
        </p:nvSpPr>
        <p:spPr>
          <a:xfrm>
            <a:off x="381000" y="6356350"/>
            <a:ext cx="2743200" cy="365125"/>
          </a:xfrm>
        </p:spPr>
        <p:txBody>
          <a:bodyPr rtlCol="0"/>
          <a:lstStyle/>
          <a:p>
            <a:pPr rtl="0"/>
            <a:fld id="{423EE75F-42B8-4E1A-83C6-1B72B3C0E408}" type="datetime1">
              <a:rPr lang="id-ID" smtClean="0"/>
              <a:t>24/11/2025</a:t>
            </a:fld>
            <a:endParaRPr lang="id-ID"/>
          </a:p>
        </p:txBody>
      </p:sp>
      <p:sp>
        <p:nvSpPr>
          <p:cNvPr id="5" name="Tampungan Nomor Slide 4">
            <a:extLst>
              <a:ext uri="{FF2B5EF4-FFF2-40B4-BE49-F238E27FC236}">
                <a16:creationId xmlns:a16="http://schemas.microsoft.com/office/drawing/2014/main" id="{43FACFE9-163D-633D-1177-19771BE26EE4}"/>
              </a:ext>
            </a:extLst>
          </p:cNvPr>
          <p:cNvSpPr>
            <a:spLocks noGrp="1"/>
          </p:cNvSpPr>
          <p:nvPr>
            <p:ph type="sldNum" sz="quarter" idx="27"/>
          </p:nvPr>
        </p:nvSpPr>
        <p:spPr>
          <a:xfrm>
            <a:off x="9067800" y="6356350"/>
            <a:ext cx="2743200" cy="365125"/>
          </a:xfrm>
        </p:spPr>
        <p:txBody>
          <a:bodyPr rtlCol="0"/>
          <a:lstStyle/>
          <a:p>
            <a:pPr rtl="0"/>
            <a:fld id="{294A09A9-5501-47C1-A89A-A340965A2BE2}" type="slidenum">
              <a:rPr lang="id-ID" smtClean="0"/>
              <a:pPr rtl="0"/>
              <a:t>75</a:t>
            </a:fld>
            <a:endParaRPr lang="id-ID"/>
          </a:p>
        </p:txBody>
      </p:sp>
      <p:graphicFrame>
        <p:nvGraphicFramePr>
          <p:cNvPr id="4" name="Table 3">
            <a:extLst>
              <a:ext uri="{FF2B5EF4-FFF2-40B4-BE49-F238E27FC236}">
                <a16:creationId xmlns:a16="http://schemas.microsoft.com/office/drawing/2014/main" id="{C44B9AEA-607B-6401-E1C3-5374E00B1D3B}"/>
              </a:ext>
            </a:extLst>
          </p:cNvPr>
          <p:cNvGraphicFramePr>
            <a:graphicFrameLocks noGrp="1"/>
          </p:cNvGraphicFramePr>
          <p:nvPr>
            <p:extLst>
              <p:ext uri="{D42A27DB-BD31-4B8C-83A1-F6EECF244321}">
                <p14:modId xmlns:p14="http://schemas.microsoft.com/office/powerpoint/2010/main" val="626653055"/>
              </p:ext>
            </p:extLst>
          </p:nvPr>
        </p:nvGraphicFramePr>
        <p:xfrm>
          <a:off x="771126" y="1391987"/>
          <a:ext cx="5826717" cy="3374643"/>
        </p:xfrm>
        <a:graphic>
          <a:graphicData uri="http://schemas.openxmlformats.org/drawingml/2006/table">
            <a:tbl>
              <a:tblPr firstRow="1" firstCol="1" bandRow="1">
                <a:tableStyleId>{5C22544A-7EE6-4342-B048-85BDC9FD1C3A}</a:tableStyleId>
              </a:tblPr>
              <a:tblGrid>
                <a:gridCol w="1650852">
                  <a:extLst>
                    <a:ext uri="{9D8B030D-6E8A-4147-A177-3AD203B41FA5}">
                      <a16:colId xmlns:a16="http://schemas.microsoft.com/office/drawing/2014/main" val="1920469064"/>
                    </a:ext>
                  </a:extLst>
                </a:gridCol>
                <a:gridCol w="4175865">
                  <a:extLst>
                    <a:ext uri="{9D8B030D-6E8A-4147-A177-3AD203B41FA5}">
                      <a16:colId xmlns:a16="http://schemas.microsoft.com/office/drawing/2014/main" val="2925692599"/>
                    </a:ext>
                  </a:extLst>
                </a:gridCol>
              </a:tblGrid>
              <a:tr h="948830">
                <a:tc>
                  <a:txBody>
                    <a:bodyPr/>
                    <a:lstStyle/>
                    <a:p>
                      <a:pPr algn="just">
                        <a:lnSpc>
                          <a:spcPct val="115000"/>
                        </a:lnSpc>
                        <a:buNone/>
                      </a:pPr>
                      <a:r>
                        <a:rPr lang="id-ID" sz="2400" kern="0">
                          <a:effectLst/>
                        </a:rPr>
                        <a:t>Skor ROC AUC</a:t>
                      </a:r>
                      <a:endParaRPr lang="id-ID" sz="36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tc>
                <a:tc>
                  <a:txBody>
                    <a:bodyPr/>
                    <a:lstStyle/>
                    <a:p>
                      <a:pPr algn="just">
                        <a:lnSpc>
                          <a:spcPct val="115000"/>
                        </a:lnSpc>
                        <a:buNone/>
                      </a:pPr>
                      <a:r>
                        <a:rPr lang="id-ID" sz="2400" kern="0" dirty="0">
                          <a:effectLst/>
                        </a:rPr>
                        <a:t>Konfigurasi </a:t>
                      </a:r>
                      <a:r>
                        <a:rPr lang="id-ID" sz="2400" kern="0" dirty="0" err="1">
                          <a:effectLst/>
                        </a:rPr>
                        <a:t>Hyperparameter</a:t>
                      </a:r>
                      <a:endParaRPr lang="id-ID" sz="36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4210073653"/>
                  </a:ext>
                </a:extLst>
              </a:tr>
              <a:tr h="2425813">
                <a:tc>
                  <a:txBody>
                    <a:bodyPr/>
                    <a:lstStyle/>
                    <a:p>
                      <a:pPr algn="just">
                        <a:lnSpc>
                          <a:spcPct val="115000"/>
                        </a:lnSpc>
                        <a:buNone/>
                      </a:pPr>
                      <a:r>
                        <a:rPr lang="id-ID" sz="2400" kern="0" dirty="0">
                          <a:effectLst/>
                        </a:rPr>
                        <a:t>0.922487</a:t>
                      </a:r>
                      <a:endParaRPr lang="id-ID" sz="36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tc>
                <a:tc>
                  <a:txBody>
                    <a:bodyPr/>
                    <a:lstStyle/>
                    <a:p>
                      <a:pPr algn="just">
                        <a:lnSpc>
                          <a:spcPct val="115000"/>
                        </a:lnSpc>
                        <a:buNone/>
                      </a:pPr>
                      <a:r>
                        <a:rPr lang="id-ID" sz="2400" kern="0" dirty="0" err="1">
                          <a:effectLst/>
                        </a:rPr>
                        <a:t>max_depth</a:t>
                      </a:r>
                      <a:r>
                        <a:rPr lang="id-ID" sz="2400" kern="0" dirty="0">
                          <a:effectLst/>
                        </a:rPr>
                        <a:t>: 3</a:t>
                      </a:r>
                      <a:endParaRPr lang="id-ID" sz="3600" kern="100" dirty="0">
                        <a:effectLst/>
                      </a:endParaRPr>
                    </a:p>
                    <a:p>
                      <a:pPr algn="just">
                        <a:lnSpc>
                          <a:spcPct val="115000"/>
                        </a:lnSpc>
                        <a:buNone/>
                      </a:pPr>
                      <a:r>
                        <a:rPr lang="id-ID" sz="2400" kern="0" dirty="0" err="1">
                          <a:effectLst/>
                        </a:rPr>
                        <a:t>min_child_samples</a:t>
                      </a:r>
                      <a:r>
                        <a:rPr lang="id-ID" sz="2400" kern="0" dirty="0">
                          <a:effectLst/>
                        </a:rPr>
                        <a:t>: 38</a:t>
                      </a:r>
                      <a:endParaRPr lang="id-ID" sz="3600" kern="100" dirty="0">
                        <a:effectLst/>
                      </a:endParaRPr>
                    </a:p>
                    <a:p>
                      <a:pPr algn="just">
                        <a:lnSpc>
                          <a:spcPct val="115000"/>
                        </a:lnSpc>
                        <a:buNone/>
                      </a:pPr>
                      <a:r>
                        <a:rPr lang="id-ID" sz="2400" kern="0" dirty="0" err="1">
                          <a:effectLst/>
                        </a:rPr>
                        <a:t>num_leaves</a:t>
                      </a:r>
                      <a:r>
                        <a:rPr lang="id-ID" sz="2400" kern="0" dirty="0">
                          <a:effectLst/>
                        </a:rPr>
                        <a:t>: 247</a:t>
                      </a:r>
                      <a:endParaRPr lang="id-ID" sz="3600" kern="100" dirty="0">
                        <a:effectLst/>
                      </a:endParaRPr>
                    </a:p>
                    <a:p>
                      <a:pPr algn="just">
                        <a:lnSpc>
                          <a:spcPct val="115000"/>
                        </a:lnSpc>
                        <a:buNone/>
                      </a:pPr>
                      <a:r>
                        <a:rPr lang="id-ID" sz="2400" kern="0" dirty="0" err="1">
                          <a:effectLst/>
                        </a:rPr>
                        <a:t>reg_alpha</a:t>
                      </a:r>
                      <a:r>
                        <a:rPr lang="id-ID" sz="2400" kern="0" dirty="0">
                          <a:effectLst/>
                        </a:rPr>
                        <a:t>: 0.00374</a:t>
                      </a:r>
                      <a:endParaRPr lang="id-ID" sz="3600" kern="100" dirty="0">
                        <a:effectLst/>
                      </a:endParaRPr>
                    </a:p>
                    <a:p>
                      <a:pPr algn="just">
                        <a:lnSpc>
                          <a:spcPct val="115000"/>
                        </a:lnSpc>
                        <a:buNone/>
                      </a:pPr>
                      <a:r>
                        <a:rPr lang="id-ID" sz="2400" kern="0" dirty="0" err="1">
                          <a:effectLst/>
                        </a:rPr>
                        <a:t>reg_lambda</a:t>
                      </a:r>
                      <a:r>
                        <a:rPr lang="id-ID" sz="2400" kern="0" dirty="0">
                          <a:effectLst/>
                        </a:rPr>
                        <a:t>: 0.08957</a:t>
                      </a:r>
                      <a:endParaRPr lang="id-ID" sz="36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115375198"/>
                  </a:ext>
                </a:extLst>
              </a:tr>
            </a:tbl>
          </a:graphicData>
        </a:graphic>
      </p:graphicFrame>
    </p:spTree>
    <p:extLst>
      <p:ext uri="{BB962C8B-B14F-4D97-AF65-F5344CB8AC3E}">
        <p14:creationId xmlns:p14="http://schemas.microsoft.com/office/powerpoint/2010/main" val="1143484566"/>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E9A330-C3CE-04F4-D0E2-FF81469A87BA}"/>
            </a:ext>
          </a:extLst>
        </p:cNvPr>
        <p:cNvGrpSpPr/>
        <p:nvPr/>
      </p:nvGrpSpPr>
      <p:grpSpPr>
        <a:xfrm>
          <a:off x="0" y="0"/>
          <a:ext cx="0" cy="0"/>
          <a:chOff x="0" y="0"/>
          <a:chExt cx="0" cy="0"/>
        </a:xfrm>
      </p:grpSpPr>
      <p:sp>
        <p:nvSpPr>
          <p:cNvPr id="2" name="Judul 1">
            <a:extLst>
              <a:ext uri="{FF2B5EF4-FFF2-40B4-BE49-F238E27FC236}">
                <a16:creationId xmlns:a16="http://schemas.microsoft.com/office/drawing/2014/main" id="{488B638D-343A-4754-4A35-33D058D1112A}"/>
              </a:ext>
            </a:extLst>
          </p:cNvPr>
          <p:cNvSpPr>
            <a:spLocks noGrp="1"/>
          </p:cNvSpPr>
          <p:nvPr>
            <p:ph type="title"/>
          </p:nvPr>
        </p:nvSpPr>
        <p:spPr>
          <a:xfrm>
            <a:off x="771126" y="343565"/>
            <a:ext cx="10678142" cy="802661"/>
          </a:xfrm>
        </p:spPr>
        <p:txBody>
          <a:bodyPr rtlCol="0"/>
          <a:lstStyle/>
          <a:p>
            <a:r>
              <a:rPr lang="en-GB" dirty="0"/>
              <a:t>Train Model</a:t>
            </a:r>
            <a:endParaRPr lang="id-ID" dirty="0"/>
          </a:p>
        </p:txBody>
      </p:sp>
      <p:sp>
        <p:nvSpPr>
          <p:cNvPr id="3" name="Tampungan Tanggal 2">
            <a:extLst>
              <a:ext uri="{FF2B5EF4-FFF2-40B4-BE49-F238E27FC236}">
                <a16:creationId xmlns:a16="http://schemas.microsoft.com/office/drawing/2014/main" id="{4DEABFA0-6955-9F87-F848-994680481D7A}"/>
              </a:ext>
            </a:extLst>
          </p:cNvPr>
          <p:cNvSpPr>
            <a:spLocks noGrp="1"/>
          </p:cNvSpPr>
          <p:nvPr>
            <p:ph type="dt" sz="half" idx="25"/>
          </p:nvPr>
        </p:nvSpPr>
        <p:spPr>
          <a:xfrm>
            <a:off x="381000" y="6356350"/>
            <a:ext cx="2743200" cy="365125"/>
          </a:xfrm>
        </p:spPr>
        <p:txBody>
          <a:bodyPr rtlCol="0"/>
          <a:lstStyle/>
          <a:p>
            <a:pPr rtl="0"/>
            <a:fld id="{423EE75F-42B8-4E1A-83C6-1B72B3C0E408}" type="datetime1">
              <a:rPr lang="id-ID" smtClean="0"/>
              <a:t>27/11/2025</a:t>
            </a:fld>
            <a:endParaRPr lang="id-ID"/>
          </a:p>
        </p:txBody>
      </p:sp>
      <p:sp>
        <p:nvSpPr>
          <p:cNvPr id="5" name="Tampungan Nomor Slide 4">
            <a:extLst>
              <a:ext uri="{FF2B5EF4-FFF2-40B4-BE49-F238E27FC236}">
                <a16:creationId xmlns:a16="http://schemas.microsoft.com/office/drawing/2014/main" id="{5489A020-0158-9733-37E8-5D67362BF1C8}"/>
              </a:ext>
            </a:extLst>
          </p:cNvPr>
          <p:cNvSpPr>
            <a:spLocks noGrp="1"/>
          </p:cNvSpPr>
          <p:nvPr>
            <p:ph type="sldNum" sz="quarter" idx="27"/>
          </p:nvPr>
        </p:nvSpPr>
        <p:spPr>
          <a:xfrm>
            <a:off x="9067800" y="6356350"/>
            <a:ext cx="2743200" cy="365125"/>
          </a:xfrm>
        </p:spPr>
        <p:txBody>
          <a:bodyPr rtlCol="0"/>
          <a:lstStyle/>
          <a:p>
            <a:pPr rtl="0"/>
            <a:fld id="{294A09A9-5501-47C1-A89A-A340965A2BE2}" type="slidenum">
              <a:rPr lang="id-ID" smtClean="0"/>
              <a:pPr rtl="0"/>
              <a:t>76</a:t>
            </a:fld>
            <a:endParaRPr lang="id-ID"/>
          </a:p>
        </p:txBody>
      </p:sp>
      <p:pic>
        <p:nvPicPr>
          <p:cNvPr id="6" name="Picture 5">
            <a:extLst>
              <a:ext uri="{FF2B5EF4-FFF2-40B4-BE49-F238E27FC236}">
                <a16:creationId xmlns:a16="http://schemas.microsoft.com/office/drawing/2014/main" id="{43E2B597-CEF1-27DA-25A9-D724381D8EE6}"/>
              </a:ext>
            </a:extLst>
          </p:cNvPr>
          <p:cNvPicPr>
            <a:picLocks noChangeAspect="1"/>
          </p:cNvPicPr>
          <p:nvPr/>
        </p:nvPicPr>
        <p:blipFill>
          <a:blip r:embed="rId3" cstate="print">
            <a:extLst>
              <a:ext uri="{28A0092B-C50C-407E-A947-70E740481C1C}">
                <a14:useLocalDpi xmlns:a14="http://schemas.microsoft.com/office/drawing/2010/main" val="0"/>
              </a:ext>
            </a:extLst>
          </a:blip>
          <a:srcRect l="-914" t="43286" r="914" b="43771"/>
          <a:stretch>
            <a:fillRect/>
          </a:stretch>
        </p:blipFill>
        <p:spPr bwMode="auto">
          <a:xfrm>
            <a:off x="7066949" y="941773"/>
            <a:ext cx="3227053" cy="1968909"/>
          </a:xfrm>
          <a:prstGeom prst="rect">
            <a:avLst/>
          </a:prstGeom>
          <a:noFill/>
          <a:ln>
            <a:noFill/>
          </a:ln>
        </p:spPr>
      </p:pic>
      <p:sp>
        <p:nvSpPr>
          <p:cNvPr id="7" name="Content Placeholder 7">
            <a:extLst>
              <a:ext uri="{FF2B5EF4-FFF2-40B4-BE49-F238E27FC236}">
                <a16:creationId xmlns:a16="http://schemas.microsoft.com/office/drawing/2014/main" id="{27C210EF-6859-3439-B24E-ABA2B64AF035}"/>
              </a:ext>
            </a:extLst>
          </p:cNvPr>
          <p:cNvSpPr txBox="1">
            <a:spLocks/>
          </p:cNvSpPr>
          <p:nvPr/>
        </p:nvSpPr>
        <p:spPr>
          <a:xfrm>
            <a:off x="771126" y="1264112"/>
            <a:ext cx="6048576" cy="329314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r>
              <a:rPr lang="en-GB" sz="2400" dirty="0" err="1"/>
              <a:t>Setelah</a:t>
            </a:r>
            <a:r>
              <a:rPr lang="en-GB" sz="2400" dirty="0"/>
              <a:t> </a:t>
            </a:r>
            <a:r>
              <a:rPr lang="en-GB" sz="2400" dirty="0" err="1"/>
              <a:t>mendapat</a:t>
            </a:r>
            <a:r>
              <a:rPr lang="en-GB" sz="2400" dirty="0"/>
              <a:t> hyperparameter yang </a:t>
            </a:r>
            <a:r>
              <a:rPr lang="en-GB" sz="2400" dirty="0" err="1"/>
              <a:t>terbaik</a:t>
            </a:r>
            <a:r>
              <a:rPr lang="en-GB" sz="2400" dirty="0"/>
              <a:t>, </a:t>
            </a:r>
            <a:r>
              <a:rPr lang="en-GB" sz="2400" dirty="0" err="1"/>
              <a:t>maka</a:t>
            </a:r>
            <a:r>
              <a:rPr lang="en-GB" sz="2400" dirty="0"/>
              <a:t> model </a:t>
            </a:r>
            <a:r>
              <a:rPr lang="en-GB" sz="2400" dirty="0" err="1"/>
              <a:t>selanjutnya</a:t>
            </a:r>
            <a:r>
              <a:rPr lang="en-GB" sz="2400" dirty="0"/>
              <a:t> </a:t>
            </a:r>
            <a:r>
              <a:rPr lang="en-GB" sz="2400" dirty="0" err="1"/>
              <a:t>dilatih</a:t>
            </a:r>
            <a:r>
              <a:rPr lang="en-GB" sz="2400" dirty="0"/>
              <a:t> </a:t>
            </a:r>
            <a:r>
              <a:rPr lang="en-GB" sz="2400" dirty="0" err="1"/>
              <a:t>menggunakan</a:t>
            </a:r>
            <a:r>
              <a:rPr lang="en-GB" sz="2400" dirty="0"/>
              <a:t> data </a:t>
            </a:r>
            <a:r>
              <a:rPr lang="en-GB" sz="2400" dirty="0" err="1"/>
              <a:t>latih</a:t>
            </a:r>
            <a:r>
              <a:rPr lang="en-GB" sz="2400" dirty="0"/>
              <a:t> X dan y, </a:t>
            </a:r>
            <a:r>
              <a:rPr lang="en-GB" sz="2400" dirty="0" err="1"/>
              <a:t>dengan</a:t>
            </a:r>
            <a:r>
              <a:rPr lang="en-GB" sz="2400" dirty="0"/>
              <a:t> </a:t>
            </a:r>
            <a:r>
              <a:rPr lang="en-GB" sz="2400" dirty="0" err="1"/>
              <a:t>pengaturan</a:t>
            </a:r>
            <a:r>
              <a:rPr lang="en-GB" sz="2400" dirty="0"/>
              <a:t>:</a:t>
            </a:r>
          </a:p>
          <a:p>
            <a:pPr algn="just">
              <a:lnSpc>
                <a:spcPct val="100000"/>
              </a:lnSpc>
            </a:pPr>
            <a:r>
              <a:rPr lang="id-ID" sz="2400" dirty="0" err="1"/>
              <a:t>boosting_type</a:t>
            </a:r>
            <a:r>
              <a:rPr lang="id-ID" sz="2400" dirty="0"/>
              <a:t>='</a:t>
            </a:r>
            <a:r>
              <a:rPr lang="id-ID" sz="2400" dirty="0" err="1"/>
              <a:t>goss</a:t>
            </a:r>
            <a:r>
              <a:rPr lang="id-ID" sz="2400" dirty="0"/>
              <a:t>'</a:t>
            </a:r>
          </a:p>
          <a:p>
            <a:pPr algn="just">
              <a:lnSpc>
                <a:spcPct val="100000"/>
              </a:lnSpc>
            </a:pPr>
            <a:r>
              <a:rPr lang="id-ID" sz="2400" dirty="0" err="1"/>
              <a:t>random_state</a:t>
            </a:r>
            <a:r>
              <a:rPr lang="id-ID" sz="2400" dirty="0"/>
              <a:t>=42</a:t>
            </a:r>
            <a:endParaRPr lang="en-GB" sz="2400" dirty="0"/>
          </a:p>
          <a:p>
            <a:pPr marL="0" indent="0" algn="just">
              <a:lnSpc>
                <a:spcPct val="100000"/>
              </a:lnSpc>
              <a:buNone/>
            </a:pPr>
            <a:endParaRPr lang="en-GB" sz="2400" dirty="0"/>
          </a:p>
          <a:p>
            <a:pPr marL="0" indent="0" algn="just">
              <a:lnSpc>
                <a:spcPct val="100000"/>
              </a:lnSpc>
              <a:buNone/>
            </a:pPr>
            <a:r>
              <a:rPr lang="en-GB" sz="2400" dirty="0" err="1"/>
              <a:t>Setelah</a:t>
            </a:r>
            <a:r>
              <a:rPr lang="en-GB" sz="2400" dirty="0"/>
              <a:t> model </a:t>
            </a:r>
            <a:r>
              <a:rPr lang="en-GB" sz="2400" dirty="0" err="1"/>
              <a:t>dilatih</a:t>
            </a:r>
            <a:r>
              <a:rPr lang="en-GB" sz="2400" dirty="0"/>
              <a:t> </a:t>
            </a:r>
            <a:r>
              <a:rPr lang="en-GB" sz="2400" dirty="0" err="1"/>
              <a:t>kita</a:t>
            </a:r>
            <a:r>
              <a:rPr lang="en-GB" sz="2400" dirty="0"/>
              <a:t> </a:t>
            </a:r>
            <a:r>
              <a:rPr lang="en-GB" sz="2400" dirty="0" err="1"/>
              <a:t>bisa</a:t>
            </a:r>
            <a:r>
              <a:rPr lang="en-GB" sz="2400" dirty="0"/>
              <a:t> </a:t>
            </a:r>
            <a:r>
              <a:rPr lang="en-GB" sz="2400" dirty="0" err="1"/>
              <a:t>terapkan</a:t>
            </a:r>
            <a:r>
              <a:rPr lang="en-GB" sz="2400" i="1" dirty="0"/>
              <a:t> </a:t>
            </a:r>
            <a:r>
              <a:rPr lang="en-GB" sz="2400" i="1" dirty="0" err="1"/>
              <a:t>predict.proba</a:t>
            </a:r>
            <a:r>
              <a:rPr lang="en-GB" sz="2400" i="1" dirty="0"/>
              <a:t>() </a:t>
            </a:r>
            <a:r>
              <a:rPr lang="en-GB" sz="2400" dirty="0"/>
              <a:t>pada </a:t>
            </a:r>
            <a:r>
              <a:rPr lang="en-GB" sz="2400" dirty="0" err="1"/>
              <a:t>sklearn</a:t>
            </a:r>
            <a:r>
              <a:rPr lang="en-GB" sz="2400" dirty="0"/>
              <a:t> </a:t>
            </a:r>
            <a:r>
              <a:rPr lang="en-GB" sz="2400" dirty="0" err="1"/>
              <a:t>untuk</a:t>
            </a:r>
            <a:r>
              <a:rPr lang="en-GB" sz="2400" dirty="0"/>
              <a:t> </a:t>
            </a:r>
            <a:r>
              <a:rPr lang="en-GB" sz="2400" dirty="0" err="1"/>
              <a:t>menghasilkan</a:t>
            </a:r>
            <a:r>
              <a:rPr lang="en-GB" sz="2400" dirty="0"/>
              <a:t> output </a:t>
            </a:r>
            <a:r>
              <a:rPr lang="en-GB" sz="2400" dirty="0" err="1"/>
              <a:t>berupa</a:t>
            </a:r>
            <a:r>
              <a:rPr lang="en-GB" sz="2400" dirty="0"/>
              <a:t> </a:t>
            </a:r>
            <a:r>
              <a:rPr lang="en-GB" sz="2400" dirty="0" err="1"/>
              <a:t>probabilitas</a:t>
            </a:r>
            <a:endParaRPr lang="id-ID" sz="2400" dirty="0"/>
          </a:p>
        </p:txBody>
      </p:sp>
      <p:pic>
        <p:nvPicPr>
          <p:cNvPr id="4" name="Picture 3">
            <a:extLst>
              <a:ext uri="{FF2B5EF4-FFF2-40B4-BE49-F238E27FC236}">
                <a16:creationId xmlns:a16="http://schemas.microsoft.com/office/drawing/2014/main" id="{96587FE5-0BDA-B888-1EC4-2DF9611783B9}"/>
              </a:ext>
            </a:extLst>
          </p:cNvPr>
          <p:cNvPicPr>
            <a:picLocks noChangeAspect="1"/>
          </p:cNvPicPr>
          <p:nvPr/>
        </p:nvPicPr>
        <p:blipFill>
          <a:blip r:embed="rId4"/>
          <a:stretch>
            <a:fillRect/>
          </a:stretch>
        </p:blipFill>
        <p:spPr>
          <a:xfrm>
            <a:off x="7229981" y="3345338"/>
            <a:ext cx="2900987" cy="3011012"/>
          </a:xfrm>
          <a:prstGeom prst="rect">
            <a:avLst/>
          </a:prstGeom>
        </p:spPr>
      </p:pic>
    </p:spTree>
    <p:extLst>
      <p:ext uri="{BB962C8B-B14F-4D97-AF65-F5344CB8AC3E}">
        <p14:creationId xmlns:p14="http://schemas.microsoft.com/office/powerpoint/2010/main" val="1943019676"/>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2977F9-BABF-5E5E-3FE4-BFDDE4021C55}"/>
            </a:ext>
          </a:extLst>
        </p:cNvPr>
        <p:cNvGrpSpPr/>
        <p:nvPr/>
      </p:nvGrpSpPr>
      <p:grpSpPr>
        <a:xfrm>
          <a:off x="0" y="0"/>
          <a:ext cx="0" cy="0"/>
          <a:chOff x="0" y="0"/>
          <a:chExt cx="0" cy="0"/>
        </a:xfrm>
      </p:grpSpPr>
      <p:sp>
        <p:nvSpPr>
          <p:cNvPr id="2" name="Judul 1">
            <a:extLst>
              <a:ext uri="{FF2B5EF4-FFF2-40B4-BE49-F238E27FC236}">
                <a16:creationId xmlns:a16="http://schemas.microsoft.com/office/drawing/2014/main" id="{6837360C-5C6F-377B-4153-164020AC99A8}"/>
              </a:ext>
            </a:extLst>
          </p:cNvPr>
          <p:cNvSpPr>
            <a:spLocks noGrp="1"/>
          </p:cNvSpPr>
          <p:nvPr>
            <p:ph type="title"/>
          </p:nvPr>
        </p:nvSpPr>
        <p:spPr>
          <a:xfrm>
            <a:off x="771126" y="343565"/>
            <a:ext cx="10678142" cy="802661"/>
          </a:xfrm>
        </p:spPr>
        <p:txBody>
          <a:bodyPr rtlCol="0"/>
          <a:lstStyle/>
          <a:p>
            <a:r>
              <a:rPr lang="en-GB" dirty="0"/>
              <a:t>Model Probability Calibration</a:t>
            </a:r>
            <a:endParaRPr lang="id-ID" dirty="0"/>
          </a:p>
        </p:txBody>
      </p:sp>
      <p:sp>
        <p:nvSpPr>
          <p:cNvPr id="3" name="Tampungan Tanggal 2">
            <a:extLst>
              <a:ext uri="{FF2B5EF4-FFF2-40B4-BE49-F238E27FC236}">
                <a16:creationId xmlns:a16="http://schemas.microsoft.com/office/drawing/2014/main" id="{62D8CA09-D2D7-1B1C-6A0E-8B45D32EC374}"/>
              </a:ext>
            </a:extLst>
          </p:cNvPr>
          <p:cNvSpPr>
            <a:spLocks noGrp="1"/>
          </p:cNvSpPr>
          <p:nvPr>
            <p:ph type="dt" sz="half" idx="25"/>
          </p:nvPr>
        </p:nvSpPr>
        <p:spPr>
          <a:xfrm>
            <a:off x="381000" y="6356350"/>
            <a:ext cx="2743200" cy="365125"/>
          </a:xfrm>
        </p:spPr>
        <p:txBody>
          <a:bodyPr rtlCol="0"/>
          <a:lstStyle/>
          <a:p>
            <a:pPr rtl="0"/>
            <a:fld id="{423EE75F-42B8-4E1A-83C6-1B72B3C0E408}" type="datetime1">
              <a:rPr lang="id-ID" smtClean="0"/>
              <a:t>24/11/2025</a:t>
            </a:fld>
            <a:endParaRPr lang="id-ID"/>
          </a:p>
        </p:txBody>
      </p:sp>
      <p:sp>
        <p:nvSpPr>
          <p:cNvPr id="5" name="Tampungan Nomor Slide 4">
            <a:extLst>
              <a:ext uri="{FF2B5EF4-FFF2-40B4-BE49-F238E27FC236}">
                <a16:creationId xmlns:a16="http://schemas.microsoft.com/office/drawing/2014/main" id="{2A8B9E37-50C3-AA58-21C6-C0DA40C6DB26}"/>
              </a:ext>
            </a:extLst>
          </p:cNvPr>
          <p:cNvSpPr>
            <a:spLocks noGrp="1"/>
          </p:cNvSpPr>
          <p:nvPr>
            <p:ph type="sldNum" sz="quarter" idx="27"/>
          </p:nvPr>
        </p:nvSpPr>
        <p:spPr>
          <a:xfrm>
            <a:off x="9067800" y="6356350"/>
            <a:ext cx="2743200" cy="365125"/>
          </a:xfrm>
        </p:spPr>
        <p:txBody>
          <a:bodyPr rtlCol="0"/>
          <a:lstStyle/>
          <a:p>
            <a:pPr rtl="0"/>
            <a:fld id="{294A09A9-5501-47C1-A89A-A340965A2BE2}" type="slidenum">
              <a:rPr lang="id-ID" smtClean="0"/>
              <a:pPr rtl="0"/>
              <a:t>77</a:t>
            </a:fld>
            <a:endParaRPr lang="id-ID"/>
          </a:p>
        </p:txBody>
      </p:sp>
      <p:pic>
        <p:nvPicPr>
          <p:cNvPr id="6" name="Picture 5">
            <a:extLst>
              <a:ext uri="{FF2B5EF4-FFF2-40B4-BE49-F238E27FC236}">
                <a16:creationId xmlns:a16="http://schemas.microsoft.com/office/drawing/2014/main" id="{6B0C930A-09ED-104D-A9DC-FECFB956A85C}"/>
              </a:ext>
            </a:extLst>
          </p:cNvPr>
          <p:cNvPicPr>
            <a:picLocks noChangeAspect="1"/>
          </p:cNvPicPr>
          <p:nvPr/>
        </p:nvPicPr>
        <p:blipFill>
          <a:blip r:embed="rId3" cstate="print">
            <a:extLst>
              <a:ext uri="{28A0092B-C50C-407E-A947-70E740481C1C}">
                <a14:useLocalDpi xmlns:a14="http://schemas.microsoft.com/office/drawing/2010/main" val="0"/>
              </a:ext>
            </a:extLst>
          </a:blip>
          <a:srcRect l="914" t="67813" r="-914" b="19244"/>
          <a:stretch>
            <a:fillRect/>
          </a:stretch>
        </p:blipFill>
        <p:spPr bwMode="auto">
          <a:xfrm>
            <a:off x="7013399" y="1460091"/>
            <a:ext cx="3227053" cy="1968909"/>
          </a:xfrm>
          <a:prstGeom prst="rect">
            <a:avLst/>
          </a:prstGeom>
          <a:noFill/>
          <a:ln>
            <a:noFill/>
          </a:ln>
        </p:spPr>
      </p:pic>
      <p:sp>
        <p:nvSpPr>
          <p:cNvPr id="7" name="Content Placeholder 7">
            <a:extLst>
              <a:ext uri="{FF2B5EF4-FFF2-40B4-BE49-F238E27FC236}">
                <a16:creationId xmlns:a16="http://schemas.microsoft.com/office/drawing/2014/main" id="{3908E6ED-F2DC-A0CB-A816-7E3C48A36321}"/>
              </a:ext>
            </a:extLst>
          </p:cNvPr>
          <p:cNvSpPr txBox="1">
            <a:spLocks/>
          </p:cNvSpPr>
          <p:nvPr/>
        </p:nvSpPr>
        <p:spPr>
          <a:xfrm>
            <a:off x="771126" y="1264112"/>
            <a:ext cx="6048576" cy="329314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r>
              <a:rPr lang="en-GB" sz="2400" dirty="0" err="1"/>
              <a:t>Setelah</a:t>
            </a:r>
            <a:r>
              <a:rPr lang="en-GB" sz="2400" dirty="0"/>
              <a:t> model </a:t>
            </a:r>
            <a:r>
              <a:rPr lang="en-GB" sz="2400" dirty="0" err="1"/>
              <a:t>dilatih</a:t>
            </a:r>
            <a:r>
              <a:rPr lang="en-GB" sz="2400" dirty="0"/>
              <a:t>, </a:t>
            </a:r>
            <a:r>
              <a:rPr lang="en-GB" sz="2400" dirty="0" err="1"/>
              <a:t>dilakukan</a:t>
            </a:r>
            <a:r>
              <a:rPr lang="en-GB" sz="2400" dirty="0"/>
              <a:t> </a:t>
            </a:r>
            <a:r>
              <a:rPr lang="en-GB" sz="2400" dirty="0" err="1"/>
              <a:t>kalibrasi</a:t>
            </a:r>
            <a:r>
              <a:rPr lang="en-GB" sz="2400" dirty="0"/>
              <a:t> </a:t>
            </a:r>
            <a:r>
              <a:rPr lang="en-GB" sz="2400" dirty="0" err="1"/>
              <a:t>probabilitas</a:t>
            </a:r>
            <a:r>
              <a:rPr lang="en-GB" sz="2400" dirty="0"/>
              <a:t> yang </a:t>
            </a:r>
            <a:r>
              <a:rPr lang="en-GB" sz="2400" dirty="0" err="1"/>
              <a:t>dihasilkan</a:t>
            </a:r>
            <a:r>
              <a:rPr lang="en-GB" sz="2400" dirty="0"/>
              <a:t> model </a:t>
            </a:r>
            <a:r>
              <a:rPr lang="en-GB" sz="2400" dirty="0" err="1"/>
              <a:t>dengan</a:t>
            </a:r>
            <a:r>
              <a:rPr lang="en-GB" sz="2400" dirty="0"/>
              <a:t> library </a:t>
            </a:r>
            <a:r>
              <a:rPr lang="en-GB" sz="2400" dirty="0" err="1"/>
              <a:t>CalibratedClassifierCV</a:t>
            </a:r>
            <a:r>
              <a:rPr lang="en-GB" sz="2400" dirty="0"/>
              <a:t> </a:t>
            </a:r>
            <a:r>
              <a:rPr lang="en-GB" sz="2400" dirty="0" err="1"/>
              <a:t>menggunakan</a:t>
            </a:r>
            <a:r>
              <a:rPr lang="en-GB" sz="2400" dirty="0"/>
              <a:t> </a:t>
            </a:r>
            <a:r>
              <a:rPr lang="en-GB" sz="2400" dirty="0" err="1"/>
              <a:t>pengaturan</a:t>
            </a:r>
            <a:r>
              <a:rPr lang="en-GB" sz="2400" dirty="0"/>
              <a:t>:</a:t>
            </a:r>
          </a:p>
          <a:p>
            <a:pPr algn="just"/>
            <a:r>
              <a:rPr lang="id-ID" sz="2400" dirty="0" err="1"/>
              <a:t>method</a:t>
            </a:r>
            <a:r>
              <a:rPr lang="id-ID" sz="2400" dirty="0"/>
              <a:t>='</a:t>
            </a:r>
            <a:r>
              <a:rPr lang="id-ID" sz="2400" dirty="0" err="1"/>
              <a:t>isotonic</a:t>
            </a:r>
            <a:r>
              <a:rPr lang="id-ID" sz="2400" dirty="0"/>
              <a:t>’,</a:t>
            </a:r>
            <a:endParaRPr lang="en-GB" sz="2400" dirty="0"/>
          </a:p>
          <a:p>
            <a:pPr algn="just"/>
            <a:r>
              <a:rPr lang="id-ID" sz="2400" dirty="0"/>
              <a:t>cv='</a:t>
            </a:r>
            <a:r>
              <a:rPr lang="id-ID" sz="2400" dirty="0" err="1"/>
              <a:t>prefit</a:t>
            </a:r>
            <a:r>
              <a:rPr lang="id-ID" sz="2400" dirty="0"/>
              <a:t>’</a:t>
            </a:r>
            <a:endParaRPr lang="en-GB" sz="2400" dirty="0"/>
          </a:p>
          <a:p>
            <a:pPr marL="0" indent="0" algn="just">
              <a:buNone/>
            </a:pPr>
            <a:endParaRPr lang="id-ID" sz="2400" dirty="0"/>
          </a:p>
          <a:p>
            <a:pPr marL="0" indent="0" algn="just">
              <a:buNone/>
            </a:pPr>
            <a:endParaRPr lang="en-GB" sz="2400" dirty="0"/>
          </a:p>
          <a:p>
            <a:pPr marL="0" indent="0" algn="just">
              <a:buNone/>
            </a:pPr>
            <a:endParaRPr lang="en-GB" sz="2400" dirty="0"/>
          </a:p>
          <a:p>
            <a:pPr marL="0" indent="0" algn="just">
              <a:buNone/>
            </a:pPr>
            <a:endParaRPr lang="id-ID" sz="2400" dirty="0"/>
          </a:p>
        </p:txBody>
      </p:sp>
      <p:sp>
        <p:nvSpPr>
          <p:cNvPr id="12" name="TextBox 11">
            <a:extLst>
              <a:ext uri="{FF2B5EF4-FFF2-40B4-BE49-F238E27FC236}">
                <a16:creationId xmlns:a16="http://schemas.microsoft.com/office/drawing/2014/main" id="{4D7779B0-8256-BE48-A4A2-7C2E67FE31E6}"/>
              </a:ext>
            </a:extLst>
          </p:cNvPr>
          <p:cNvSpPr txBox="1"/>
          <p:nvPr/>
        </p:nvSpPr>
        <p:spPr>
          <a:xfrm>
            <a:off x="771126" y="4393254"/>
            <a:ext cx="8490857" cy="834844"/>
          </a:xfrm>
          <a:prstGeom prst="rect">
            <a:avLst/>
          </a:prstGeom>
          <a:solidFill>
            <a:schemeClr val="bg1">
              <a:lumMod val="50000"/>
            </a:schemeClr>
          </a:solidFill>
        </p:spPr>
        <p:txBody>
          <a:bodyPr wrap="square">
            <a:spAutoFit/>
          </a:bodyPr>
          <a:lstStyle/>
          <a:p>
            <a:pPr>
              <a:lnSpc>
                <a:spcPts val="1425"/>
              </a:lnSpc>
              <a:buNone/>
            </a:pPr>
            <a:r>
              <a:rPr lang="id-ID" b="0" dirty="0" err="1">
                <a:solidFill>
                  <a:srgbClr val="000000"/>
                </a:solidFill>
                <a:effectLst/>
                <a:latin typeface="Courier New" panose="02070309020205020404" pitchFamily="49" charset="0"/>
              </a:rPr>
              <a:t>calibrated_lgbm</a:t>
            </a:r>
            <a:r>
              <a:rPr lang="id-ID" b="0" dirty="0">
                <a:solidFill>
                  <a:srgbClr val="000000"/>
                </a:solidFill>
                <a:effectLst/>
                <a:latin typeface="Courier New" panose="02070309020205020404" pitchFamily="49" charset="0"/>
              </a:rPr>
              <a:t> = </a:t>
            </a:r>
            <a:r>
              <a:rPr lang="id-ID" b="0" dirty="0" err="1">
                <a:solidFill>
                  <a:srgbClr val="000000"/>
                </a:solidFill>
                <a:effectLst/>
                <a:latin typeface="Courier New" panose="02070309020205020404" pitchFamily="49" charset="0"/>
              </a:rPr>
              <a:t>CalibratedClassifierCV</a:t>
            </a:r>
            <a:r>
              <a:rPr lang="id-ID" b="0" dirty="0">
                <a:solidFill>
                  <a:srgbClr val="000000"/>
                </a:solidFill>
                <a:effectLst/>
                <a:latin typeface="Courier New" panose="02070309020205020404" pitchFamily="49" charset="0"/>
              </a:rPr>
              <a:t>(</a:t>
            </a:r>
            <a:r>
              <a:rPr lang="id-ID" b="0" dirty="0" err="1">
                <a:solidFill>
                  <a:srgbClr val="000000"/>
                </a:solidFill>
                <a:effectLst/>
                <a:latin typeface="Courier New" panose="02070309020205020404" pitchFamily="49" charset="0"/>
              </a:rPr>
              <a:t>searchcv</a:t>
            </a:r>
            <a:r>
              <a:rPr lang="id-ID" b="0" dirty="0">
                <a:solidFill>
                  <a:srgbClr val="000000"/>
                </a:solidFill>
                <a:effectLst/>
                <a:latin typeface="Courier New" panose="02070309020205020404" pitchFamily="49" charset="0"/>
              </a:rPr>
              <a:t>, </a:t>
            </a:r>
            <a:r>
              <a:rPr lang="id-ID" b="0" dirty="0" err="1">
                <a:solidFill>
                  <a:srgbClr val="000000"/>
                </a:solidFill>
                <a:effectLst/>
                <a:latin typeface="Courier New" panose="02070309020205020404" pitchFamily="49" charset="0"/>
              </a:rPr>
              <a:t>method</a:t>
            </a:r>
            <a:r>
              <a:rPr lang="id-ID" b="0" dirty="0">
                <a:solidFill>
                  <a:srgbClr val="000000"/>
                </a:solidFill>
                <a:effectLst/>
                <a:latin typeface="Courier New" panose="02070309020205020404" pitchFamily="49" charset="0"/>
              </a:rPr>
              <a:t>=</a:t>
            </a:r>
            <a:r>
              <a:rPr lang="id-ID" b="0" dirty="0">
                <a:solidFill>
                  <a:srgbClr val="A31515"/>
                </a:solidFill>
                <a:effectLst/>
                <a:latin typeface="Courier New" panose="02070309020205020404" pitchFamily="49" charset="0"/>
              </a:rPr>
              <a:t>'</a:t>
            </a:r>
            <a:r>
              <a:rPr lang="id-ID" b="0" dirty="0" err="1">
                <a:solidFill>
                  <a:srgbClr val="A31515"/>
                </a:solidFill>
                <a:effectLst/>
                <a:latin typeface="Courier New" panose="02070309020205020404" pitchFamily="49" charset="0"/>
              </a:rPr>
              <a:t>isotonic</a:t>
            </a:r>
            <a:r>
              <a:rPr lang="id-ID" b="0" dirty="0">
                <a:solidFill>
                  <a:srgbClr val="A31515"/>
                </a:solidFill>
                <a:effectLst/>
                <a:latin typeface="Courier New" panose="02070309020205020404" pitchFamily="49" charset="0"/>
              </a:rPr>
              <a:t>'</a:t>
            </a:r>
            <a:r>
              <a:rPr lang="id-ID" b="0" dirty="0">
                <a:solidFill>
                  <a:srgbClr val="000000"/>
                </a:solidFill>
                <a:effectLst/>
                <a:latin typeface="Courier New" panose="02070309020205020404" pitchFamily="49" charset="0"/>
              </a:rPr>
              <a:t>, cv=</a:t>
            </a:r>
            <a:r>
              <a:rPr lang="id-ID" b="0" dirty="0">
                <a:solidFill>
                  <a:srgbClr val="A31515"/>
                </a:solidFill>
                <a:effectLst/>
                <a:latin typeface="Courier New" panose="02070309020205020404" pitchFamily="49" charset="0"/>
              </a:rPr>
              <a:t>'</a:t>
            </a:r>
            <a:r>
              <a:rPr lang="id-ID" b="0" dirty="0" err="1">
                <a:solidFill>
                  <a:srgbClr val="A31515"/>
                </a:solidFill>
                <a:effectLst/>
                <a:latin typeface="Courier New" panose="02070309020205020404" pitchFamily="49" charset="0"/>
              </a:rPr>
              <a:t>prefit</a:t>
            </a:r>
            <a:r>
              <a:rPr lang="id-ID" b="0" dirty="0">
                <a:solidFill>
                  <a:srgbClr val="A31515"/>
                </a:solidFill>
                <a:effectLst/>
                <a:latin typeface="Courier New" panose="02070309020205020404" pitchFamily="49" charset="0"/>
              </a:rPr>
              <a:t>'</a:t>
            </a:r>
            <a:r>
              <a:rPr lang="id-ID" b="0" dirty="0">
                <a:solidFill>
                  <a:srgbClr val="000000"/>
                </a:solidFill>
                <a:effectLst/>
                <a:latin typeface="Courier New" panose="02070309020205020404" pitchFamily="49" charset="0"/>
              </a:rPr>
              <a:t>)</a:t>
            </a:r>
          </a:p>
          <a:p>
            <a:pPr>
              <a:lnSpc>
                <a:spcPts val="1425"/>
              </a:lnSpc>
              <a:buNone/>
            </a:pPr>
            <a:r>
              <a:rPr lang="id-ID" b="0" dirty="0" err="1">
                <a:solidFill>
                  <a:srgbClr val="000000"/>
                </a:solidFill>
                <a:effectLst/>
                <a:latin typeface="Courier New" panose="02070309020205020404" pitchFamily="49" charset="0"/>
              </a:rPr>
              <a:t>calibrated_lgbm.fit</a:t>
            </a:r>
            <a:r>
              <a:rPr lang="id-ID" b="0" dirty="0">
                <a:solidFill>
                  <a:srgbClr val="000000"/>
                </a:solidFill>
                <a:effectLst/>
                <a:latin typeface="Courier New" panose="02070309020205020404" pitchFamily="49" charset="0"/>
              </a:rPr>
              <a:t>(</a:t>
            </a:r>
            <a:r>
              <a:rPr lang="id-ID" b="0" dirty="0" err="1">
                <a:solidFill>
                  <a:srgbClr val="000000"/>
                </a:solidFill>
                <a:effectLst/>
                <a:latin typeface="Courier New" panose="02070309020205020404" pitchFamily="49" charset="0"/>
              </a:rPr>
              <a:t>X_train</a:t>
            </a:r>
            <a:r>
              <a:rPr lang="id-ID" b="0" dirty="0">
                <a:solidFill>
                  <a:srgbClr val="000000"/>
                </a:solidFill>
                <a:effectLst/>
                <a:latin typeface="Courier New" panose="02070309020205020404" pitchFamily="49" charset="0"/>
              </a:rPr>
              <a:t>, </a:t>
            </a:r>
            <a:r>
              <a:rPr lang="id-ID" b="0" dirty="0" err="1">
                <a:solidFill>
                  <a:srgbClr val="000000"/>
                </a:solidFill>
                <a:effectLst/>
                <a:latin typeface="Courier New" panose="02070309020205020404" pitchFamily="49" charset="0"/>
              </a:rPr>
              <a:t>y_train</a:t>
            </a:r>
            <a:r>
              <a:rPr lang="id-ID" b="0" dirty="0">
                <a:solidFill>
                  <a:srgbClr val="000000"/>
                </a:solidFill>
                <a:effectLst/>
                <a:latin typeface="Courier New" panose="02070309020205020404" pitchFamily="49" charset="0"/>
              </a:rPr>
              <a:t>)</a:t>
            </a:r>
          </a:p>
          <a:p>
            <a:pPr>
              <a:lnSpc>
                <a:spcPts val="1425"/>
              </a:lnSpc>
              <a:buNone/>
            </a:pPr>
            <a:r>
              <a:rPr lang="id-ID" b="0" dirty="0" err="1">
                <a:solidFill>
                  <a:srgbClr val="000000"/>
                </a:solidFill>
                <a:effectLst/>
                <a:latin typeface="Courier New" panose="02070309020205020404" pitchFamily="49" charset="0"/>
              </a:rPr>
              <a:t>best_model</a:t>
            </a:r>
            <a:r>
              <a:rPr lang="id-ID" b="0" dirty="0">
                <a:solidFill>
                  <a:srgbClr val="000000"/>
                </a:solidFill>
                <a:effectLst/>
                <a:latin typeface="Courier New" panose="02070309020205020404" pitchFamily="49" charset="0"/>
              </a:rPr>
              <a:t> = </a:t>
            </a:r>
            <a:r>
              <a:rPr lang="id-ID" b="0" dirty="0" err="1">
                <a:solidFill>
                  <a:srgbClr val="000000"/>
                </a:solidFill>
                <a:effectLst/>
                <a:latin typeface="Courier New" panose="02070309020205020404" pitchFamily="49" charset="0"/>
              </a:rPr>
              <a:t>calibrated_lgbm</a:t>
            </a:r>
            <a:endParaRPr lang="id-ID" b="0" dirty="0">
              <a:solidFill>
                <a:srgbClr val="000000"/>
              </a:solidFill>
              <a:effectLst/>
              <a:latin typeface="Courier New" panose="02070309020205020404" pitchFamily="49" charset="0"/>
            </a:endParaRPr>
          </a:p>
        </p:txBody>
      </p:sp>
    </p:spTree>
    <p:extLst>
      <p:ext uri="{BB962C8B-B14F-4D97-AF65-F5344CB8AC3E}">
        <p14:creationId xmlns:p14="http://schemas.microsoft.com/office/powerpoint/2010/main" val="88393660"/>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0F32C7-FB47-58EB-A9C0-3A685EB87FA8}"/>
            </a:ext>
          </a:extLst>
        </p:cNvPr>
        <p:cNvGrpSpPr/>
        <p:nvPr/>
      </p:nvGrpSpPr>
      <p:grpSpPr>
        <a:xfrm>
          <a:off x="0" y="0"/>
          <a:ext cx="0" cy="0"/>
          <a:chOff x="0" y="0"/>
          <a:chExt cx="0" cy="0"/>
        </a:xfrm>
      </p:grpSpPr>
      <p:sp>
        <p:nvSpPr>
          <p:cNvPr id="2" name="Judul 1">
            <a:extLst>
              <a:ext uri="{FF2B5EF4-FFF2-40B4-BE49-F238E27FC236}">
                <a16:creationId xmlns:a16="http://schemas.microsoft.com/office/drawing/2014/main" id="{A906A093-4313-B0E5-ACBD-AACB5A4F6E11}"/>
              </a:ext>
            </a:extLst>
          </p:cNvPr>
          <p:cNvSpPr>
            <a:spLocks noGrp="1"/>
          </p:cNvSpPr>
          <p:nvPr>
            <p:ph type="title"/>
          </p:nvPr>
        </p:nvSpPr>
        <p:spPr>
          <a:xfrm>
            <a:off x="771126" y="343565"/>
            <a:ext cx="10678142" cy="802661"/>
          </a:xfrm>
        </p:spPr>
        <p:txBody>
          <a:bodyPr rtlCol="0"/>
          <a:lstStyle/>
          <a:p>
            <a:r>
              <a:rPr lang="en-GB" dirty="0"/>
              <a:t>Model Probability Calibration</a:t>
            </a:r>
            <a:endParaRPr lang="id-ID" dirty="0"/>
          </a:p>
        </p:txBody>
      </p:sp>
      <p:sp>
        <p:nvSpPr>
          <p:cNvPr id="3" name="Tampungan Tanggal 2">
            <a:extLst>
              <a:ext uri="{FF2B5EF4-FFF2-40B4-BE49-F238E27FC236}">
                <a16:creationId xmlns:a16="http://schemas.microsoft.com/office/drawing/2014/main" id="{8026C67E-3414-C4D3-91C9-8703AE3C0857}"/>
              </a:ext>
            </a:extLst>
          </p:cNvPr>
          <p:cNvSpPr>
            <a:spLocks noGrp="1"/>
          </p:cNvSpPr>
          <p:nvPr>
            <p:ph type="dt" sz="half" idx="25"/>
          </p:nvPr>
        </p:nvSpPr>
        <p:spPr>
          <a:xfrm>
            <a:off x="381000" y="6356350"/>
            <a:ext cx="2743200" cy="365125"/>
          </a:xfrm>
        </p:spPr>
        <p:txBody>
          <a:bodyPr rtlCol="0"/>
          <a:lstStyle/>
          <a:p>
            <a:pPr rtl="0"/>
            <a:fld id="{423EE75F-42B8-4E1A-83C6-1B72B3C0E408}" type="datetime1">
              <a:rPr lang="id-ID" smtClean="0"/>
              <a:t>24/11/2025</a:t>
            </a:fld>
            <a:endParaRPr lang="id-ID"/>
          </a:p>
        </p:txBody>
      </p:sp>
      <p:sp>
        <p:nvSpPr>
          <p:cNvPr id="5" name="Tampungan Nomor Slide 4">
            <a:extLst>
              <a:ext uri="{FF2B5EF4-FFF2-40B4-BE49-F238E27FC236}">
                <a16:creationId xmlns:a16="http://schemas.microsoft.com/office/drawing/2014/main" id="{5BDC2271-1C94-D047-46C0-D38CF0BE0D54}"/>
              </a:ext>
            </a:extLst>
          </p:cNvPr>
          <p:cNvSpPr>
            <a:spLocks noGrp="1"/>
          </p:cNvSpPr>
          <p:nvPr>
            <p:ph type="sldNum" sz="quarter" idx="27"/>
          </p:nvPr>
        </p:nvSpPr>
        <p:spPr>
          <a:xfrm>
            <a:off x="9067800" y="6356350"/>
            <a:ext cx="2743200" cy="365125"/>
          </a:xfrm>
        </p:spPr>
        <p:txBody>
          <a:bodyPr rtlCol="0"/>
          <a:lstStyle/>
          <a:p>
            <a:pPr rtl="0"/>
            <a:fld id="{294A09A9-5501-47C1-A89A-A340965A2BE2}" type="slidenum">
              <a:rPr lang="id-ID" smtClean="0"/>
              <a:pPr rtl="0"/>
              <a:t>78</a:t>
            </a:fld>
            <a:endParaRPr lang="id-ID"/>
          </a:p>
        </p:txBody>
      </p:sp>
      <p:graphicFrame>
        <p:nvGraphicFramePr>
          <p:cNvPr id="4" name="Table 3">
            <a:extLst>
              <a:ext uri="{FF2B5EF4-FFF2-40B4-BE49-F238E27FC236}">
                <a16:creationId xmlns:a16="http://schemas.microsoft.com/office/drawing/2014/main" id="{A2DD0D6F-A8FF-FCB6-DF1B-667BFCD44701}"/>
              </a:ext>
            </a:extLst>
          </p:cNvPr>
          <p:cNvGraphicFramePr>
            <a:graphicFrameLocks noGrp="1"/>
          </p:cNvGraphicFramePr>
          <p:nvPr>
            <p:extLst>
              <p:ext uri="{D42A27DB-BD31-4B8C-83A1-F6EECF244321}">
                <p14:modId xmlns:p14="http://schemas.microsoft.com/office/powerpoint/2010/main" val="1936442190"/>
              </p:ext>
            </p:extLst>
          </p:nvPr>
        </p:nvGraphicFramePr>
        <p:xfrm>
          <a:off x="771125" y="1146226"/>
          <a:ext cx="7308532" cy="5081244"/>
        </p:xfrm>
        <a:graphic>
          <a:graphicData uri="http://schemas.openxmlformats.org/drawingml/2006/table">
            <a:tbl>
              <a:tblPr firstRow="1" firstCol="1" bandRow="1">
                <a:tableStyleId>{5C22544A-7EE6-4342-B048-85BDC9FD1C3A}</a:tableStyleId>
              </a:tblPr>
              <a:tblGrid>
                <a:gridCol w="1827133">
                  <a:extLst>
                    <a:ext uri="{9D8B030D-6E8A-4147-A177-3AD203B41FA5}">
                      <a16:colId xmlns:a16="http://schemas.microsoft.com/office/drawing/2014/main" val="198799218"/>
                    </a:ext>
                  </a:extLst>
                </a:gridCol>
                <a:gridCol w="1827133">
                  <a:extLst>
                    <a:ext uri="{9D8B030D-6E8A-4147-A177-3AD203B41FA5}">
                      <a16:colId xmlns:a16="http://schemas.microsoft.com/office/drawing/2014/main" val="1547934252"/>
                    </a:ext>
                  </a:extLst>
                </a:gridCol>
                <a:gridCol w="1827133">
                  <a:extLst>
                    <a:ext uri="{9D8B030D-6E8A-4147-A177-3AD203B41FA5}">
                      <a16:colId xmlns:a16="http://schemas.microsoft.com/office/drawing/2014/main" val="3125558420"/>
                    </a:ext>
                  </a:extLst>
                </a:gridCol>
                <a:gridCol w="1827133">
                  <a:extLst>
                    <a:ext uri="{9D8B030D-6E8A-4147-A177-3AD203B41FA5}">
                      <a16:colId xmlns:a16="http://schemas.microsoft.com/office/drawing/2014/main" val="1600514162"/>
                    </a:ext>
                  </a:extLst>
                </a:gridCol>
              </a:tblGrid>
              <a:tr h="732615">
                <a:tc>
                  <a:txBody>
                    <a:bodyPr/>
                    <a:lstStyle/>
                    <a:p>
                      <a:pPr algn="ctr">
                        <a:lnSpc>
                          <a:spcPct val="100000"/>
                        </a:lnSpc>
                        <a:buNone/>
                      </a:pPr>
                      <a:r>
                        <a:rPr lang="id-ID" sz="1600" kern="100">
                          <a:effectLst/>
                        </a:rPr>
                        <a:t>Bin Probabilitas Prediksi (dari Model Mentah)</a:t>
                      </a:r>
                      <a:endParaRPr lang="id-ID" sz="24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742" marR="68742" marT="68742" marB="68742" anchor="ctr"/>
                </a:tc>
                <a:tc>
                  <a:txBody>
                    <a:bodyPr/>
                    <a:lstStyle/>
                    <a:p>
                      <a:pPr algn="ctr">
                        <a:lnSpc>
                          <a:spcPct val="100000"/>
                        </a:lnSpc>
                        <a:buNone/>
                      </a:pPr>
                      <a:r>
                        <a:rPr lang="id-ID" sz="1600" kern="100" dirty="0" err="1">
                          <a:effectLst/>
                        </a:rPr>
                        <a:t>Rata-Rata</a:t>
                      </a:r>
                      <a:r>
                        <a:rPr lang="id-ID" sz="1600" kern="100" dirty="0">
                          <a:effectLst/>
                        </a:rPr>
                        <a:t> Probabilitas Prediksi</a:t>
                      </a:r>
                      <a:endParaRPr lang="id-ID" sz="24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742" marR="68742" marT="68742" marB="68742" anchor="ctr"/>
                </a:tc>
                <a:tc>
                  <a:txBody>
                    <a:bodyPr/>
                    <a:lstStyle/>
                    <a:p>
                      <a:pPr algn="ctr">
                        <a:lnSpc>
                          <a:spcPct val="100000"/>
                        </a:lnSpc>
                        <a:buNone/>
                      </a:pPr>
                      <a:r>
                        <a:rPr lang="id-ID" sz="1600" kern="100" dirty="0">
                          <a:effectLst/>
                        </a:rPr>
                        <a:t>Proporsi Aktual (</a:t>
                      </a:r>
                      <a:r>
                        <a:rPr lang="id-ID" sz="1600" kern="100" dirty="0" err="1">
                          <a:effectLst/>
                        </a:rPr>
                        <a:t>JmlTembakan</a:t>
                      </a:r>
                      <a:r>
                        <a:rPr lang="id-ID" sz="1600" kern="100" dirty="0">
                          <a:effectLst/>
                        </a:rPr>
                        <a:t> / </a:t>
                      </a:r>
                      <a:r>
                        <a:rPr lang="id-ID" sz="1600" kern="100" dirty="0" err="1">
                          <a:effectLst/>
                        </a:rPr>
                        <a:t>JmlGol</a:t>
                      </a:r>
                      <a:r>
                        <a:rPr lang="id-ID" sz="1600" kern="100" dirty="0">
                          <a:effectLst/>
                        </a:rPr>
                        <a:t>)</a:t>
                      </a:r>
                      <a:endParaRPr lang="id-ID" sz="24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742" marR="68742" marT="68742" marB="68742" anchor="ctr"/>
                </a:tc>
                <a:tc>
                  <a:txBody>
                    <a:bodyPr/>
                    <a:lstStyle/>
                    <a:p>
                      <a:pPr algn="ctr">
                        <a:lnSpc>
                          <a:spcPct val="100000"/>
                        </a:lnSpc>
                        <a:spcAft>
                          <a:spcPts val="800"/>
                        </a:spcAft>
                        <a:buNone/>
                      </a:pPr>
                      <a:r>
                        <a:rPr lang="id-ID" sz="1600" kern="100">
                          <a:effectLst/>
                        </a:rPr>
                        <a:t>Keterangan Bias</a:t>
                      </a:r>
                      <a:endParaRPr lang="id-ID" sz="24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8593" marR="8593" marT="8593" marB="8593" anchor="ctr"/>
                </a:tc>
                <a:extLst>
                  <a:ext uri="{0D108BD9-81ED-4DB2-BD59-A6C34878D82A}">
                    <a16:rowId xmlns:a16="http://schemas.microsoft.com/office/drawing/2014/main" val="1437100891"/>
                  </a:ext>
                </a:extLst>
              </a:tr>
              <a:tr h="421224">
                <a:tc>
                  <a:txBody>
                    <a:bodyPr/>
                    <a:lstStyle/>
                    <a:p>
                      <a:pPr algn="ctr">
                        <a:lnSpc>
                          <a:spcPct val="100000"/>
                        </a:lnSpc>
                        <a:buNone/>
                      </a:pPr>
                      <a:r>
                        <a:rPr lang="id-ID" sz="1600" kern="100" dirty="0">
                          <a:effectLst/>
                        </a:rPr>
                        <a:t>0.0 - 0.1</a:t>
                      </a:r>
                      <a:endParaRPr lang="id-ID" sz="24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742" marR="68742" marT="68742" marB="68742" anchor="ctr"/>
                </a:tc>
                <a:tc>
                  <a:txBody>
                    <a:bodyPr/>
                    <a:lstStyle/>
                    <a:p>
                      <a:pPr algn="ctr">
                        <a:lnSpc>
                          <a:spcPct val="100000"/>
                        </a:lnSpc>
                        <a:buNone/>
                      </a:pPr>
                      <a:r>
                        <a:rPr lang="id-ID" sz="1600" kern="100">
                          <a:effectLst/>
                        </a:rPr>
                        <a:t>0.014566</a:t>
                      </a:r>
                      <a:endParaRPr lang="id-ID" sz="24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742" marR="68742" marT="68742" marB="68742" anchor="ctr"/>
                </a:tc>
                <a:tc>
                  <a:txBody>
                    <a:bodyPr/>
                    <a:lstStyle/>
                    <a:p>
                      <a:pPr algn="ctr">
                        <a:lnSpc>
                          <a:spcPct val="100000"/>
                        </a:lnSpc>
                        <a:buNone/>
                      </a:pPr>
                      <a:r>
                        <a:rPr lang="id-ID" sz="1600" kern="100">
                          <a:effectLst/>
                        </a:rPr>
                        <a:t>0.012848</a:t>
                      </a:r>
                      <a:endParaRPr lang="id-ID" sz="24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742" marR="68742" marT="68742" marB="68742" anchor="ctr"/>
                </a:tc>
                <a:tc>
                  <a:txBody>
                    <a:bodyPr/>
                    <a:lstStyle/>
                    <a:p>
                      <a:pPr algn="ctr">
                        <a:lnSpc>
                          <a:spcPct val="100000"/>
                        </a:lnSpc>
                        <a:buNone/>
                      </a:pPr>
                      <a:r>
                        <a:rPr lang="id-ID" sz="1600" kern="100">
                          <a:effectLst/>
                        </a:rPr>
                        <a:t>Well-calibrated</a:t>
                      </a:r>
                      <a:endParaRPr lang="id-ID" sz="24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742" marR="68742" marT="68742" marB="68742" anchor="ctr"/>
                </a:tc>
                <a:extLst>
                  <a:ext uri="{0D108BD9-81ED-4DB2-BD59-A6C34878D82A}">
                    <a16:rowId xmlns:a16="http://schemas.microsoft.com/office/drawing/2014/main" val="1814986153"/>
                  </a:ext>
                </a:extLst>
              </a:tr>
              <a:tr h="421224">
                <a:tc>
                  <a:txBody>
                    <a:bodyPr/>
                    <a:lstStyle/>
                    <a:p>
                      <a:pPr algn="ctr">
                        <a:lnSpc>
                          <a:spcPct val="100000"/>
                        </a:lnSpc>
                        <a:buNone/>
                      </a:pPr>
                      <a:r>
                        <a:rPr lang="id-ID" sz="1600" kern="100">
                          <a:effectLst/>
                        </a:rPr>
                        <a:t>0.1 - 0.2</a:t>
                      </a:r>
                      <a:endParaRPr lang="id-ID" sz="24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742" marR="68742" marT="68742" marB="68742" anchor="ctr"/>
                </a:tc>
                <a:tc>
                  <a:txBody>
                    <a:bodyPr/>
                    <a:lstStyle/>
                    <a:p>
                      <a:pPr algn="ctr">
                        <a:lnSpc>
                          <a:spcPct val="100000"/>
                        </a:lnSpc>
                        <a:buNone/>
                      </a:pPr>
                      <a:r>
                        <a:rPr lang="id-ID" sz="1600" kern="100">
                          <a:effectLst/>
                        </a:rPr>
                        <a:t>0.144129</a:t>
                      </a:r>
                      <a:endParaRPr lang="id-ID" sz="24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742" marR="68742" marT="68742" marB="68742" anchor="ctr"/>
                </a:tc>
                <a:tc>
                  <a:txBody>
                    <a:bodyPr/>
                    <a:lstStyle/>
                    <a:p>
                      <a:pPr algn="ctr">
                        <a:lnSpc>
                          <a:spcPct val="100000"/>
                        </a:lnSpc>
                        <a:buNone/>
                      </a:pPr>
                      <a:r>
                        <a:rPr lang="id-ID" sz="1600" kern="100">
                          <a:effectLst/>
                        </a:rPr>
                        <a:t>0.141237</a:t>
                      </a:r>
                      <a:endParaRPr lang="id-ID" sz="24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742" marR="68742" marT="68742" marB="68742" anchor="ctr"/>
                </a:tc>
                <a:tc>
                  <a:txBody>
                    <a:bodyPr/>
                    <a:lstStyle/>
                    <a:p>
                      <a:pPr algn="ctr">
                        <a:lnSpc>
                          <a:spcPct val="100000"/>
                        </a:lnSpc>
                        <a:buNone/>
                      </a:pPr>
                      <a:r>
                        <a:rPr lang="id-ID" sz="1600" kern="100">
                          <a:effectLst/>
                        </a:rPr>
                        <a:t>Well-calibrated</a:t>
                      </a:r>
                      <a:endParaRPr lang="id-ID" sz="24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742" marR="68742" marT="68742" marB="68742" anchor="ctr"/>
                </a:tc>
                <a:extLst>
                  <a:ext uri="{0D108BD9-81ED-4DB2-BD59-A6C34878D82A}">
                    <a16:rowId xmlns:a16="http://schemas.microsoft.com/office/drawing/2014/main" val="2670935822"/>
                  </a:ext>
                </a:extLst>
              </a:tr>
              <a:tr h="421224">
                <a:tc>
                  <a:txBody>
                    <a:bodyPr/>
                    <a:lstStyle/>
                    <a:p>
                      <a:pPr algn="ctr">
                        <a:lnSpc>
                          <a:spcPct val="100000"/>
                        </a:lnSpc>
                        <a:buNone/>
                      </a:pPr>
                      <a:r>
                        <a:rPr lang="id-ID" sz="1600" kern="100">
                          <a:effectLst/>
                        </a:rPr>
                        <a:t>0.2 - 0.3</a:t>
                      </a:r>
                      <a:endParaRPr lang="id-ID" sz="24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742" marR="68742" marT="68742" marB="68742" anchor="ctr"/>
                </a:tc>
                <a:tc>
                  <a:txBody>
                    <a:bodyPr/>
                    <a:lstStyle/>
                    <a:p>
                      <a:pPr algn="ctr">
                        <a:lnSpc>
                          <a:spcPct val="100000"/>
                        </a:lnSpc>
                        <a:buNone/>
                      </a:pPr>
                      <a:r>
                        <a:rPr lang="id-ID" sz="1600" kern="100">
                          <a:effectLst/>
                        </a:rPr>
                        <a:t>0.245802</a:t>
                      </a:r>
                      <a:endParaRPr lang="id-ID" sz="24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742" marR="68742" marT="68742" marB="68742" anchor="ctr"/>
                </a:tc>
                <a:tc>
                  <a:txBody>
                    <a:bodyPr/>
                    <a:lstStyle/>
                    <a:p>
                      <a:pPr algn="ctr">
                        <a:lnSpc>
                          <a:spcPct val="100000"/>
                        </a:lnSpc>
                        <a:buNone/>
                      </a:pPr>
                      <a:r>
                        <a:rPr lang="id-ID" sz="1600" kern="100">
                          <a:effectLst/>
                        </a:rPr>
                        <a:t>0.238418</a:t>
                      </a:r>
                      <a:endParaRPr lang="id-ID" sz="24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742" marR="68742" marT="68742" marB="68742" anchor="ctr"/>
                </a:tc>
                <a:tc>
                  <a:txBody>
                    <a:bodyPr/>
                    <a:lstStyle/>
                    <a:p>
                      <a:pPr algn="ctr">
                        <a:lnSpc>
                          <a:spcPct val="100000"/>
                        </a:lnSpc>
                        <a:buNone/>
                      </a:pPr>
                      <a:r>
                        <a:rPr lang="id-ID" sz="1600" kern="100">
                          <a:effectLst/>
                        </a:rPr>
                        <a:t>Well-calibrated</a:t>
                      </a:r>
                      <a:endParaRPr lang="id-ID" sz="24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742" marR="68742" marT="68742" marB="68742" anchor="ctr"/>
                </a:tc>
                <a:extLst>
                  <a:ext uri="{0D108BD9-81ED-4DB2-BD59-A6C34878D82A}">
                    <a16:rowId xmlns:a16="http://schemas.microsoft.com/office/drawing/2014/main" val="805012143"/>
                  </a:ext>
                </a:extLst>
              </a:tr>
              <a:tr h="421224">
                <a:tc>
                  <a:txBody>
                    <a:bodyPr/>
                    <a:lstStyle/>
                    <a:p>
                      <a:pPr algn="ctr">
                        <a:lnSpc>
                          <a:spcPct val="100000"/>
                        </a:lnSpc>
                        <a:buNone/>
                      </a:pPr>
                      <a:r>
                        <a:rPr lang="id-ID" sz="1600" kern="100">
                          <a:effectLst/>
                        </a:rPr>
                        <a:t>0.3 - 0.4</a:t>
                      </a:r>
                      <a:endParaRPr lang="id-ID" sz="24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742" marR="68742" marT="68742" marB="68742" anchor="ctr"/>
                </a:tc>
                <a:tc>
                  <a:txBody>
                    <a:bodyPr/>
                    <a:lstStyle/>
                    <a:p>
                      <a:pPr algn="ctr">
                        <a:lnSpc>
                          <a:spcPct val="100000"/>
                        </a:lnSpc>
                        <a:buNone/>
                      </a:pPr>
                      <a:r>
                        <a:rPr lang="id-ID" sz="1600" kern="100">
                          <a:effectLst/>
                        </a:rPr>
                        <a:t>0.346410</a:t>
                      </a:r>
                      <a:endParaRPr lang="id-ID" sz="24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742" marR="68742" marT="68742" marB="68742" anchor="ctr"/>
                </a:tc>
                <a:tc>
                  <a:txBody>
                    <a:bodyPr/>
                    <a:lstStyle/>
                    <a:p>
                      <a:pPr algn="ctr">
                        <a:lnSpc>
                          <a:spcPct val="100000"/>
                        </a:lnSpc>
                        <a:buNone/>
                      </a:pPr>
                      <a:r>
                        <a:rPr lang="id-ID" sz="1600" kern="100">
                          <a:effectLst/>
                        </a:rPr>
                        <a:t>0.335095</a:t>
                      </a:r>
                      <a:endParaRPr lang="id-ID" sz="24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742" marR="68742" marT="68742" marB="68742" anchor="ctr"/>
                </a:tc>
                <a:tc>
                  <a:txBody>
                    <a:bodyPr/>
                    <a:lstStyle/>
                    <a:p>
                      <a:pPr algn="ctr">
                        <a:lnSpc>
                          <a:spcPct val="100000"/>
                        </a:lnSpc>
                        <a:buNone/>
                      </a:pPr>
                      <a:r>
                        <a:rPr lang="id-ID" sz="1600" kern="100">
                          <a:effectLst/>
                        </a:rPr>
                        <a:t>Over-confident</a:t>
                      </a:r>
                      <a:endParaRPr lang="id-ID" sz="24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742" marR="68742" marT="68742" marB="68742" anchor="ctr"/>
                </a:tc>
                <a:extLst>
                  <a:ext uri="{0D108BD9-81ED-4DB2-BD59-A6C34878D82A}">
                    <a16:rowId xmlns:a16="http://schemas.microsoft.com/office/drawing/2014/main" val="4069933142"/>
                  </a:ext>
                </a:extLst>
              </a:tr>
              <a:tr h="421224">
                <a:tc>
                  <a:txBody>
                    <a:bodyPr/>
                    <a:lstStyle/>
                    <a:p>
                      <a:pPr algn="ctr">
                        <a:lnSpc>
                          <a:spcPct val="100000"/>
                        </a:lnSpc>
                        <a:buNone/>
                      </a:pPr>
                      <a:r>
                        <a:rPr lang="id-ID" sz="1600" kern="100">
                          <a:effectLst/>
                        </a:rPr>
                        <a:t>0.4 - 0.5</a:t>
                      </a:r>
                      <a:endParaRPr lang="id-ID" sz="24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742" marR="68742" marT="68742" marB="68742" anchor="ctr"/>
                </a:tc>
                <a:tc>
                  <a:txBody>
                    <a:bodyPr/>
                    <a:lstStyle/>
                    <a:p>
                      <a:pPr algn="ctr">
                        <a:lnSpc>
                          <a:spcPct val="100000"/>
                        </a:lnSpc>
                        <a:buNone/>
                      </a:pPr>
                      <a:r>
                        <a:rPr lang="id-ID" sz="1600" kern="100">
                          <a:effectLst/>
                        </a:rPr>
                        <a:t>0.450104</a:t>
                      </a:r>
                      <a:endParaRPr lang="id-ID" sz="24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742" marR="68742" marT="68742" marB="68742" anchor="ctr"/>
                </a:tc>
                <a:tc>
                  <a:txBody>
                    <a:bodyPr/>
                    <a:lstStyle/>
                    <a:p>
                      <a:pPr algn="ctr">
                        <a:lnSpc>
                          <a:spcPct val="100000"/>
                        </a:lnSpc>
                        <a:buNone/>
                      </a:pPr>
                      <a:r>
                        <a:rPr lang="id-ID" sz="1600" kern="100">
                          <a:effectLst/>
                        </a:rPr>
                        <a:t>0.462106</a:t>
                      </a:r>
                      <a:endParaRPr lang="id-ID" sz="24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742" marR="68742" marT="68742" marB="68742" anchor="ctr"/>
                </a:tc>
                <a:tc>
                  <a:txBody>
                    <a:bodyPr/>
                    <a:lstStyle/>
                    <a:p>
                      <a:pPr algn="ctr">
                        <a:lnSpc>
                          <a:spcPct val="100000"/>
                        </a:lnSpc>
                        <a:buNone/>
                      </a:pPr>
                      <a:r>
                        <a:rPr lang="id-ID" sz="1600" kern="100" dirty="0" err="1">
                          <a:effectLst/>
                        </a:rPr>
                        <a:t>Under-confident</a:t>
                      </a:r>
                      <a:endParaRPr lang="id-ID" sz="24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742" marR="68742" marT="68742" marB="68742" anchor="ctr"/>
                </a:tc>
                <a:extLst>
                  <a:ext uri="{0D108BD9-81ED-4DB2-BD59-A6C34878D82A}">
                    <a16:rowId xmlns:a16="http://schemas.microsoft.com/office/drawing/2014/main" val="3542236037"/>
                  </a:ext>
                </a:extLst>
              </a:tr>
              <a:tr h="421224">
                <a:tc>
                  <a:txBody>
                    <a:bodyPr/>
                    <a:lstStyle/>
                    <a:p>
                      <a:pPr algn="ctr">
                        <a:lnSpc>
                          <a:spcPct val="100000"/>
                        </a:lnSpc>
                        <a:buNone/>
                      </a:pPr>
                      <a:r>
                        <a:rPr lang="id-ID" sz="1600" kern="100">
                          <a:effectLst/>
                        </a:rPr>
                        <a:t>0.5 - 0.6</a:t>
                      </a:r>
                      <a:endParaRPr lang="id-ID" sz="24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742" marR="68742" marT="68742" marB="68742" anchor="ctr"/>
                </a:tc>
                <a:tc>
                  <a:txBody>
                    <a:bodyPr/>
                    <a:lstStyle/>
                    <a:p>
                      <a:pPr algn="ctr">
                        <a:lnSpc>
                          <a:spcPct val="100000"/>
                        </a:lnSpc>
                        <a:buNone/>
                      </a:pPr>
                      <a:r>
                        <a:rPr lang="id-ID" sz="1600" kern="100">
                          <a:effectLst/>
                        </a:rPr>
                        <a:t>0.544950</a:t>
                      </a:r>
                      <a:endParaRPr lang="id-ID" sz="24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742" marR="68742" marT="68742" marB="68742" anchor="ctr"/>
                </a:tc>
                <a:tc>
                  <a:txBody>
                    <a:bodyPr/>
                    <a:lstStyle/>
                    <a:p>
                      <a:pPr algn="ctr">
                        <a:lnSpc>
                          <a:spcPct val="100000"/>
                        </a:lnSpc>
                        <a:buNone/>
                      </a:pPr>
                      <a:r>
                        <a:rPr lang="id-ID" sz="1600" kern="100">
                          <a:effectLst/>
                        </a:rPr>
                        <a:t>0.579041</a:t>
                      </a:r>
                      <a:endParaRPr lang="id-ID" sz="24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742" marR="68742" marT="68742" marB="68742" anchor="ctr"/>
                </a:tc>
                <a:tc>
                  <a:txBody>
                    <a:bodyPr/>
                    <a:lstStyle/>
                    <a:p>
                      <a:pPr algn="ctr">
                        <a:lnSpc>
                          <a:spcPct val="100000"/>
                        </a:lnSpc>
                        <a:buNone/>
                      </a:pPr>
                      <a:r>
                        <a:rPr lang="id-ID" sz="1600" kern="100">
                          <a:effectLst/>
                        </a:rPr>
                        <a:t>Under-confident</a:t>
                      </a:r>
                      <a:endParaRPr lang="id-ID" sz="24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742" marR="68742" marT="68742" marB="68742" anchor="ctr"/>
                </a:tc>
                <a:extLst>
                  <a:ext uri="{0D108BD9-81ED-4DB2-BD59-A6C34878D82A}">
                    <a16:rowId xmlns:a16="http://schemas.microsoft.com/office/drawing/2014/main" val="179266938"/>
                  </a:ext>
                </a:extLst>
              </a:tr>
              <a:tr h="421224">
                <a:tc>
                  <a:txBody>
                    <a:bodyPr/>
                    <a:lstStyle/>
                    <a:p>
                      <a:pPr algn="ctr">
                        <a:lnSpc>
                          <a:spcPct val="100000"/>
                        </a:lnSpc>
                        <a:buNone/>
                      </a:pPr>
                      <a:r>
                        <a:rPr lang="id-ID" sz="1600" kern="100">
                          <a:effectLst/>
                        </a:rPr>
                        <a:t>0.6 - 0.7</a:t>
                      </a:r>
                      <a:endParaRPr lang="id-ID" sz="24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742" marR="68742" marT="68742" marB="68742" anchor="ctr"/>
                </a:tc>
                <a:tc>
                  <a:txBody>
                    <a:bodyPr/>
                    <a:lstStyle/>
                    <a:p>
                      <a:pPr algn="ctr">
                        <a:lnSpc>
                          <a:spcPct val="100000"/>
                        </a:lnSpc>
                        <a:buNone/>
                      </a:pPr>
                      <a:r>
                        <a:rPr lang="id-ID" sz="1600" kern="100">
                          <a:effectLst/>
                        </a:rPr>
                        <a:t>0.647357</a:t>
                      </a:r>
                      <a:endParaRPr lang="id-ID" sz="24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742" marR="68742" marT="68742" marB="68742" anchor="ctr"/>
                </a:tc>
                <a:tc>
                  <a:txBody>
                    <a:bodyPr/>
                    <a:lstStyle/>
                    <a:p>
                      <a:pPr algn="ctr">
                        <a:lnSpc>
                          <a:spcPct val="100000"/>
                        </a:lnSpc>
                        <a:buNone/>
                      </a:pPr>
                      <a:r>
                        <a:rPr lang="id-ID" sz="1600" kern="100">
                          <a:effectLst/>
                        </a:rPr>
                        <a:t>0.655473</a:t>
                      </a:r>
                      <a:endParaRPr lang="id-ID" sz="24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742" marR="68742" marT="68742" marB="68742" anchor="ctr"/>
                </a:tc>
                <a:tc>
                  <a:txBody>
                    <a:bodyPr/>
                    <a:lstStyle/>
                    <a:p>
                      <a:pPr algn="ctr">
                        <a:lnSpc>
                          <a:spcPct val="100000"/>
                        </a:lnSpc>
                        <a:buNone/>
                      </a:pPr>
                      <a:r>
                        <a:rPr lang="id-ID" sz="1600" kern="100">
                          <a:effectLst/>
                        </a:rPr>
                        <a:t>Well-calibrated</a:t>
                      </a:r>
                      <a:endParaRPr lang="id-ID" sz="24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742" marR="68742" marT="68742" marB="68742" anchor="ctr"/>
                </a:tc>
                <a:extLst>
                  <a:ext uri="{0D108BD9-81ED-4DB2-BD59-A6C34878D82A}">
                    <a16:rowId xmlns:a16="http://schemas.microsoft.com/office/drawing/2014/main" val="2365582871"/>
                  </a:ext>
                </a:extLst>
              </a:tr>
              <a:tr h="421224">
                <a:tc>
                  <a:txBody>
                    <a:bodyPr/>
                    <a:lstStyle/>
                    <a:p>
                      <a:pPr algn="ctr">
                        <a:lnSpc>
                          <a:spcPct val="100000"/>
                        </a:lnSpc>
                        <a:buNone/>
                      </a:pPr>
                      <a:r>
                        <a:rPr lang="id-ID" sz="1600" kern="100">
                          <a:effectLst/>
                        </a:rPr>
                        <a:t>0.7 - 0.8</a:t>
                      </a:r>
                      <a:endParaRPr lang="id-ID" sz="24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742" marR="68742" marT="68742" marB="68742" anchor="ctr"/>
                </a:tc>
                <a:tc>
                  <a:txBody>
                    <a:bodyPr/>
                    <a:lstStyle/>
                    <a:p>
                      <a:pPr algn="ctr">
                        <a:lnSpc>
                          <a:spcPct val="100000"/>
                        </a:lnSpc>
                        <a:buNone/>
                      </a:pPr>
                      <a:r>
                        <a:rPr lang="id-ID" sz="1600" kern="100">
                          <a:effectLst/>
                        </a:rPr>
                        <a:t>0.755396</a:t>
                      </a:r>
                      <a:endParaRPr lang="id-ID" sz="24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742" marR="68742" marT="68742" marB="68742" anchor="ctr"/>
                </a:tc>
                <a:tc>
                  <a:txBody>
                    <a:bodyPr/>
                    <a:lstStyle/>
                    <a:p>
                      <a:pPr algn="ctr">
                        <a:lnSpc>
                          <a:spcPct val="100000"/>
                        </a:lnSpc>
                        <a:buNone/>
                      </a:pPr>
                      <a:r>
                        <a:rPr lang="id-ID" sz="1600" kern="100">
                          <a:effectLst/>
                        </a:rPr>
                        <a:t>0.866035</a:t>
                      </a:r>
                      <a:endParaRPr lang="id-ID" sz="24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742" marR="68742" marT="68742" marB="68742" anchor="ctr"/>
                </a:tc>
                <a:tc>
                  <a:txBody>
                    <a:bodyPr/>
                    <a:lstStyle/>
                    <a:p>
                      <a:pPr algn="ctr">
                        <a:lnSpc>
                          <a:spcPct val="100000"/>
                        </a:lnSpc>
                        <a:buNone/>
                      </a:pPr>
                      <a:r>
                        <a:rPr lang="id-ID" sz="1600" kern="100">
                          <a:effectLst/>
                        </a:rPr>
                        <a:t>Under-confident</a:t>
                      </a:r>
                      <a:endParaRPr lang="id-ID" sz="24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742" marR="68742" marT="68742" marB="68742" anchor="ctr"/>
                </a:tc>
                <a:extLst>
                  <a:ext uri="{0D108BD9-81ED-4DB2-BD59-A6C34878D82A}">
                    <a16:rowId xmlns:a16="http://schemas.microsoft.com/office/drawing/2014/main" val="3637249761"/>
                  </a:ext>
                </a:extLst>
              </a:tr>
              <a:tr h="421224">
                <a:tc>
                  <a:txBody>
                    <a:bodyPr/>
                    <a:lstStyle/>
                    <a:p>
                      <a:pPr algn="ctr">
                        <a:lnSpc>
                          <a:spcPct val="100000"/>
                        </a:lnSpc>
                        <a:buNone/>
                      </a:pPr>
                      <a:r>
                        <a:rPr lang="id-ID" sz="1600" kern="100">
                          <a:effectLst/>
                        </a:rPr>
                        <a:t>0.8 - 0.9</a:t>
                      </a:r>
                      <a:endParaRPr lang="id-ID" sz="24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742" marR="68742" marT="68742" marB="68742" anchor="ctr"/>
                </a:tc>
                <a:tc>
                  <a:txBody>
                    <a:bodyPr/>
                    <a:lstStyle/>
                    <a:p>
                      <a:pPr algn="ctr">
                        <a:lnSpc>
                          <a:spcPct val="100000"/>
                        </a:lnSpc>
                        <a:buNone/>
                      </a:pPr>
                      <a:r>
                        <a:rPr lang="id-ID" sz="1600" kern="100">
                          <a:effectLst/>
                        </a:rPr>
                        <a:t>0.842134</a:t>
                      </a:r>
                      <a:endParaRPr lang="id-ID" sz="24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742" marR="68742" marT="68742" marB="68742" anchor="ctr"/>
                </a:tc>
                <a:tc>
                  <a:txBody>
                    <a:bodyPr/>
                    <a:lstStyle/>
                    <a:p>
                      <a:pPr algn="ctr">
                        <a:lnSpc>
                          <a:spcPct val="100000"/>
                        </a:lnSpc>
                        <a:buNone/>
                      </a:pPr>
                      <a:r>
                        <a:rPr lang="id-ID" sz="1600" kern="100">
                          <a:effectLst/>
                        </a:rPr>
                        <a:t>0.900000</a:t>
                      </a:r>
                      <a:endParaRPr lang="id-ID" sz="24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742" marR="68742" marT="68742" marB="68742" anchor="ctr"/>
                </a:tc>
                <a:tc>
                  <a:txBody>
                    <a:bodyPr/>
                    <a:lstStyle/>
                    <a:p>
                      <a:pPr algn="ctr">
                        <a:lnSpc>
                          <a:spcPct val="100000"/>
                        </a:lnSpc>
                        <a:buNone/>
                      </a:pPr>
                      <a:r>
                        <a:rPr lang="id-ID" sz="1600" kern="100">
                          <a:effectLst/>
                        </a:rPr>
                        <a:t>Under-confident</a:t>
                      </a:r>
                      <a:endParaRPr lang="id-ID" sz="24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742" marR="68742" marT="68742" marB="68742" anchor="ctr"/>
                </a:tc>
                <a:extLst>
                  <a:ext uri="{0D108BD9-81ED-4DB2-BD59-A6C34878D82A}">
                    <a16:rowId xmlns:a16="http://schemas.microsoft.com/office/drawing/2014/main" val="2262700613"/>
                  </a:ext>
                </a:extLst>
              </a:tr>
              <a:tr h="421224">
                <a:tc>
                  <a:txBody>
                    <a:bodyPr/>
                    <a:lstStyle/>
                    <a:p>
                      <a:pPr algn="ctr">
                        <a:lnSpc>
                          <a:spcPct val="100000"/>
                        </a:lnSpc>
                        <a:buNone/>
                      </a:pPr>
                      <a:r>
                        <a:rPr lang="id-ID" sz="1600" kern="100">
                          <a:effectLst/>
                        </a:rPr>
                        <a:t>0.9 - 1.0</a:t>
                      </a:r>
                      <a:endParaRPr lang="id-ID" sz="24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742" marR="68742" marT="68742" marB="68742" anchor="ctr"/>
                </a:tc>
                <a:tc>
                  <a:txBody>
                    <a:bodyPr/>
                    <a:lstStyle/>
                    <a:p>
                      <a:pPr algn="ctr">
                        <a:lnSpc>
                          <a:spcPct val="100000"/>
                        </a:lnSpc>
                        <a:buNone/>
                      </a:pPr>
                      <a:r>
                        <a:rPr lang="id-ID" sz="1600" kern="100" dirty="0">
                          <a:effectLst/>
                        </a:rPr>
                        <a:t>0.924237</a:t>
                      </a:r>
                      <a:endParaRPr lang="id-ID" sz="24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742" marR="68742" marT="68742" marB="68742" anchor="ctr"/>
                </a:tc>
                <a:tc>
                  <a:txBody>
                    <a:bodyPr/>
                    <a:lstStyle/>
                    <a:p>
                      <a:pPr algn="ctr">
                        <a:lnSpc>
                          <a:spcPct val="100000"/>
                        </a:lnSpc>
                        <a:buNone/>
                      </a:pPr>
                      <a:r>
                        <a:rPr lang="id-ID" sz="1600" kern="100" dirty="0">
                          <a:effectLst/>
                        </a:rPr>
                        <a:t>0.958333</a:t>
                      </a:r>
                      <a:endParaRPr lang="id-ID" sz="24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742" marR="68742" marT="68742" marB="68742" anchor="ctr"/>
                </a:tc>
                <a:tc>
                  <a:txBody>
                    <a:bodyPr/>
                    <a:lstStyle/>
                    <a:p>
                      <a:pPr algn="ctr">
                        <a:lnSpc>
                          <a:spcPct val="100000"/>
                        </a:lnSpc>
                        <a:buNone/>
                      </a:pPr>
                      <a:r>
                        <a:rPr lang="id-ID" sz="1600" kern="100" dirty="0" err="1">
                          <a:effectLst/>
                        </a:rPr>
                        <a:t>Under-confident</a:t>
                      </a:r>
                      <a:endParaRPr lang="id-ID" sz="24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742" marR="68742" marT="68742" marB="68742" anchor="ctr"/>
                </a:tc>
                <a:extLst>
                  <a:ext uri="{0D108BD9-81ED-4DB2-BD59-A6C34878D82A}">
                    <a16:rowId xmlns:a16="http://schemas.microsoft.com/office/drawing/2014/main" val="685581729"/>
                  </a:ext>
                </a:extLst>
              </a:tr>
            </a:tbl>
          </a:graphicData>
        </a:graphic>
      </p:graphicFrame>
      <p:sp>
        <p:nvSpPr>
          <p:cNvPr id="9" name="TextBox 8">
            <a:extLst>
              <a:ext uri="{FF2B5EF4-FFF2-40B4-BE49-F238E27FC236}">
                <a16:creationId xmlns:a16="http://schemas.microsoft.com/office/drawing/2014/main" id="{9EEE6E94-84F7-D85D-B674-22EE28438635}"/>
              </a:ext>
            </a:extLst>
          </p:cNvPr>
          <p:cNvSpPr txBox="1"/>
          <p:nvPr/>
        </p:nvSpPr>
        <p:spPr>
          <a:xfrm>
            <a:off x="8079657" y="2313053"/>
            <a:ext cx="3731343" cy="1200329"/>
          </a:xfrm>
          <a:prstGeom prst="rect">
            <a:avLst/>
          </a:prstGeom>
          <a:noFill/>
        </p:spPr>
        <p:txBody>
          <a:bodyPr wrap="square">
            <a:spAutoFit/>
          </a:bodyPr>
          <a:lstStyle/>
          <a:p>
            <a:pPr algn="ctr"/>
            <a:r>
              <a:rPr lang="id-ID" sz="2400" b="1" kern="100" dirty="0">
                <a:effectLst/>
                <a:ea typeface="Times New Roman" panose="02020603050405020304" pitchFamily="18" charset="0"/>
                <a:cs typeface="Times New Roman" panose="02020603050405020304" pitchFamily="18" charset="0"/>
              </a:rPr>
              <a:t>Tabel Agregasi Kalibrasi (Model Sebelum Kalibrasi)</a:t>
            </a:r>
          </a:p>
        </p:txBody>
      </p:sp>
    </p:spTree>
    <p:extLst>
      <p:ext uri="{BB962C8B-B14F-4D97-AF65-F5344CB8AC3E}">
        <p14:creationId xmlns:p14="http://schemas.microsoft.com/office/powerpoint/2010/main" val="381053029"/>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BB1CF9-D31D-B697-8179-9C2218D6E518}"/>
            </a:ext>
          </a:extLst>
        </p:cNvPr>
        <p:cNvGrpSpPr/>
        <p:nvPr/>
      </p:nvGrpSpPr>
      <p:grpSpPr>
        <a:xfrm>
          <a:off x="0" y="0"/>
          <a:ext cx="0" cy="0"/>
          <a:chOff x="0" y="0"/>
          <a:chExt cx="0" cy="0"/>
        </a:xfrm>
      </p:grpSpPr>
      <p:sp>
        <p:nvSpPr>
          <p:cNvPr id="2" name="Judul 1">
            <a:extLst>
              <a:ext uri="{FF2B5EF4-FFF2-40B4-BE49-F238E27FC236}">
                <a16:creationId xmlns:a16="http://schemas.microsoft.com/office/drawing/2014/main" id="{1E228008-8667-B0D6-9BB7-1ECD1BDEA756}"/>
              </a:ext>
            </a:extLst>
          </p:cNvPr>
          <p:cNvSpPr>
            <a:spLocks noGrp="1"/>
          </p:cNvSpPr>
          <p:nvPr>
            <p:ph type="title"/>
          </p:nvPr>
        </p:nvSpPr>
        <p:spPr>
          <a:xfrm>
            <a:off x="771126" y="343565"/>
            <a:ext cx="10678142" cy="802661"/>
          </a:xfrm>
        </p:spPr>
        <p:txBody>
          <a:bodyPr rtlCol="0"/>
          <a:lstStyle/>
          <a:p>
            <a:r>
              <a:rPr lang="en-GB" dirty="0"/>
              <a:t>Model Probability Calibration</a:t>
            </a:r>
            <a:endParaRPr lang="id-ID" dirty="0"/>
          </a:p>
        </p:txBody>
      </p:sp>
      <p:sp>
        <p:nvSpPr>
          <p:cNvPr id="3" name="Tampungan Tanggal 2">
            <a:extLst>
              <a:ext uri="{FF2B5EF4-FFF2-40B4-BE49-F238E27FC236}">
                <a16:creationId xmlns:a16="http://schemas.microsoft.com/office/drawing/2014/main" id="{BE32E445-FE3F-6D33-1246-E7BFFF5640CB}"/>
              </a:ext>
            </a:extLst>
          </p:cNvPr>
          <p:cNvSpPr>
            <a:spLocks noGrp="1"/>
          </p:cNvSpPr>
          <p:nvPr>
            <p:ph type="dt" sz="half" idx="25"/>
          </p:nvPr>
        </p:nvSpPr>
        <p:spPr>
          <a:xfrm>
            <a:off x="381000" y="6356350"/>
            <a:ext cx="2743200" cy="365125"/>
          </a:xfrm>
        </p:spPr>
        <p:txBody>
          <a:bodyPr rtlCol="0"/>
          <a:lstStyle/>
          <a:p>
            <a:pPr rtl="0"/>
            <a:fld id="{423EE75F-42B8-4E1A-83C6-1B72B3C0E408}" type="datetime1">
              <a:rPr lang="id-ID" smtClean="0"/>
              <a:t>24/11/2025</a:t>
            </a:fld>
            <a:endParaRPr lang="id-ID"/>
          </a:p>
        </p:txBody>
      </p:sp>
      <p:sp>
        <p:nvSpPr>
          <p:cNvPr id="5" name="Tampungan Nomor Slide 4">
            <a:extLst>
              <a:ext uri="{FF2B5EF4-FFF2-40B4-BE49-F238E27FC236}">
                <a16:creationId xmlns:a16="http://schemas.microsoft.com/office/drawing/2014/main" id="{8526D65E-0513-F2A1-1A60-15BE08EB67F8}"/>
              </a:ext>
            </a:extLst>
          </p:cNvPr>
          <p:cNvSpPr>
            <a:spLocks noGrp="1"/>
          </p:cNvSpPr>
          <p:nvPr>
            <p:ph type="sldNum" sz="quarter" idx="27"/>
          </p:nvPr>
        </p:nvSpPr>
        <p:spPr>
          <a:xfrm>
            <a:off x="9067800" y="6356350"/>
            <a:ext cx="2743200" cy="365125"/>
          </a:xfrm>
        </p:spPr>
        <p:txBody>
          <a:bodyPr rtlCol="0"/>
          <a:lstStyle/>
          <a:p>
            <a:pPr rtl="0"/>
            <a:fld id="{294A09A9-5501-47C1-A89A-A340965A2BE2}" type="slidenum">
              <a:rPr lang="id-ID" smtClean="0"/>
              <a:pPr rtl="0"/>
              <a:t>79</a:t>
            </a:fld>
            <a:endParaRPr lang="id-ID"/>
          </a:p>
        </p:txBody>
      </p:sp>
      <p:sp>
        <p:nvSpPr>
          <p:cNvPr id="9" name="TextBox 8">
            <a:extLst>
              <a:ext uri="{FF2B5EF4-FFF2-40B4-BE49-F238E27FC236}">
                <a16:creationId xmlns:a16="http://schemas.microsoft.com/office/drawing/2014/main" id="{B66B53E9-2E8D-C047-4FD3-4F37C5C77FCE}"/>
              </a:ext>
            </a:extLst>
          </p:cNvPr>
          <p:cNvSpPr txBox="1"/>
          <p:nvPr/>
        </p:nvSpPr>
        <p:spPr>
          <a:xfrm>
            <a:off x="8079657" y="2313053"/>
            <a:ext cx="3731343" cy="830997"/>
          </a:xfrm>
          <a:prstGeom prst="rect">
            <a:avLst/>
          </a:prstGeom>
          <a:noFill/>
        </p:spPr>
        <p:txBody>
          <a:bodyPr wrap="square">
            <a:spAutoFit/>
          </a:bodyPr>
          <a:lstStyle/>
          <a:p>
            <a:pPr algn="ctr"/>
            <a:r>
              <a:rPr lang="id-ID" sz="2400" b="1" kern="100" dirty="0">
                <a:effectLst/>
                <a:ea typeface="Times New Roman" panose="02020603050405020304" pitchFamily="18" charset="0"/>
                <a:cs typeface="Times New Roman" panose="02020603050405020304" pitchFamily="18" charset="0"/>
              </a:rPr>
              <a:t>Tabel Agregasi Kalibrasi (Model </a:t>
            </a:r>
            <a:r>
              <a:rPr lang="en-GB" sz="2400" b="1" kern="100" dirty="0" err="1">
                <a:effectLst/>
                <a:ea typeface="Times New Roman" panose="02020603050405020304" pitchFamily="18" charset="0"/>
                <a:cs typeface="Times New Roman" panose="02020603050405020304" pitchFamily="18" charset="0"/>
              </a:rPr>
              <a:t>Sesudah</a:t>
            </a:r>
            <a:r>
              <a:rPr lang="id-ID" sz="2400" b="1" kern="100" dirty="0">
                <a:effectLst/>
                <a:ea typeface="Times New Roman" panose="02020603050405020304" pitchFamily="18" charset="0"/>
                <a:cs typeface="Times New Roman" panose="02020603050405020304" pitchFamily="18" charset="0"/>
              </a:rPr>
              <a:t> Kalibrasi)</a:t>
            </a:r>
          </a:p>
        </p:txBody>
      </p:sp>
      <p:graphicFrame>
        <p:nvGraphicFramePr>
          <p:cNvPr id="6" name="Table 5">
            <a:extLst>
              <a:ext uri="{FF2B5EF4-FFF2-40B4-BE49-F238E27FC236}">
                <a16:creationId xmlns:a16="http://schemas.microsoft.com/office/drawing/2014/main" id="{CF7F0BA2-C8CE-E1AA-3778-5F97923A4E36}"/>
              </a:ext>
            </a:extLst>
          </p:cNvPr>
          <p:cNvGraphicFramePr>
            <a:graphicFrameLocks noGrp="1"/>
          </p:cNvGraphicFramePr>
          <p:nvPr>
            <p:extLst>
              <p:ext uri="{D42A27DB-BD31-4B8C-83A1-F6EECF244321}">
                <p14:modId xmlns:p14="http://schemas.microsoft.com/office/powerpoint/2010/main" val="3237214701"/>
              </p:ext>
            </p:extLst>
          </p:nvPr>
        </p:nvGraphicFramePr>
        <p:xfrm>
          <a:off x="771126" y="1250406"/>
          <a:ext cx="7183580" cy="4682244"/>
        </p:xfrm>
        <a:graphic>
          <a:graphicData uri="http://schemas.openxmlformats.org/drawingml/2006/table">
            <a:tbl>
              <a:tblPr firstRow="1" firstCol="1" bandRow="1">
                <a:tableStyleId>{5C22544A-7EE6-4342-B048-85BDC9FD1C3A}</a:tableStyleId>
              </a:tblPr>
              <a:tblGrid>
                <a:gridCol w="1795895">
                  <a:extLst>
                    <a:ext uri="{9D8B030D-6E8A-4147-A177-3AD203B41FA5}">
                      <a16:colId xmlns:a16="http://schemas.microsoft.com/office/drawing/2014/main" val="4289177258"/>
                    </a:ext>
                  </a:extLst>
                </a:gridCol>
                <a:gridCol w="1795895">
                  <a:extLst>
                    <a:ext uri="{9D8B030D-6E8A-4147-A177-3AD203B41FA5}">
                      <a16:colId xmlns:a16="http://schemas.microsoft.com/office/drawing/2014/main" val="1920119663"/>
                    </a:ext>
                  </a:extLst>
                </a:gridCol>
                <a:gridCol w="1795895">
                  <a:extLst>
                    <a:ext uri="{9D8B030D-6E8A-4147-A177-3AD203B41FA5}">
                      <a16:colId xmlns:a16="http://schemas.microsoft.com/office/drawing/2014/main" val="2088315742"/>
                    </a:ext>
                  </a:extLst>
                </a:gridCol>
                <a:gridCol w="1795895">
                  <a:extLst>
                    <a:ext uri="{9D8B030D-6E8A-4147-A177-3AD203B41FA5}">
                      <a16:colId xmlns:a16="http://schemas.microsoft.com/office/drawing/2014/main" val="2463803343"/>
                    </a:ext>
                  </a:extLst>
                </a:gridCol>
              </a:tblGrid>
              <a:tr h="645548">
                <a:tc>
                  <a:txBody>
                    <a:bodyPr/>
                    <a:lstStyle/>
                    <a:p>
                      <a:pPr algn="ctr">
                        <a:lnSpc>
                          <a:spcPct val="100000"/>
                        </a:lnSpc>
                        <a:buNone/>
                      </a:pPr>
                      <a:r>
                        <a:rPr lang="id-ID" sz="1600" kern="100" dirty="0">
                          <a:effectLst/>
                        </a:rPr>
                        <a:t>Bin Probabilitas Prediksi (dari Model Kalibrasi)</a:t>
                      </a:r>
                      <a:endParaRPr lang="id-ID" sz="24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742" marR="68742" marT="68742" marB="68742" anchor="ctr"/>
                </a:tc>
                <a:tc>
                  <a:txBody>
                    <a:bodyPr/>
                    <a:lstStyle/>
                    <a:p>
                      <a:pPr algn="ctr">
                        <a:lnSpc>
                          <a:spcPct val="100000"/>
                        </a:lnSpc>
                        <a:buNone/>
                      </a:pPr>
                      <a:r>
                        <a:rPr lang="id-ID" sz="1600" kern="100" dirty="0" err="1">
                          <a:effectLst/>
                        </a:rPr>
                        <a:t>Rata-Rata</a:t>
                      </a:r>
                      <a:r>
                        <a:rPr lang="id-ID" sz="1600" kern="100" dirty="0">
                          <a:effectLst/>
                        </a:rPr>
                        <a:t> Probabilitas Prediksi</a:t>
                      </a:r>
                      <a:endParaRPr lang="id-ID" sz="24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742" marR="68742" marT="68742" marB="68742" anchor="ctr"/>
                </a:tc>
                <a:tc>
                  <a:txBody>
                    <a:bodyPr/>
                    <a:lstStyle/>
                    <a:p>
                      <a:pPr algn="ctr">
                        <a:lnSpc>
                          <a:spcPct val="100000"/>
                        </a:lnSpc>
                        <a:buNone/>
                      </a:pPr>
                      <a:r>
                        <a:rPr lang="id-ID" sz="1600" kern="100" dirty="0">
                          <a:effectLst/>
                        </a:rPr>
                        <a:t>Proporsi Aktual (</a:t>
                      </a:r>
                      <a:r>
                        <a:rPr lang="id-ID" sz="1600" kern="100" dirty="0" err="1">
                          <a:effectLst/>
                        </a:rPr>
                        <a:t>JmlTembakan</a:t>
                      </a:r>
                      <a:r>
                        <a:rPr lang="id-ID" sz="1600" kern="100" dirty="0">
                          <a:effectLst/>
                        </a:rPr>
                        <a:t> / </a:t>
                      </a:r>
                      <a:r>
                        <a:rPr lang="id-ID" sz="1600" kern="100" dirty="0" err="1">
                          <a:effectLst/>
                        </a:rPr>
                        <a:t>JmlGol</a:t>
                      </a:r>
                      <a:r>
                        <a:rPr lang="id-ID" sz="1600" kern="100" dirty="0">
                          <a:effectLst/>
                        </a:rPr>
                        <a:t>)</a:t>
                      </a:r>
                      <a:endParaRPr lang="id-ID" sz="24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742" marR="68742" marT="68742" marB="68742" anchor="ctr"/>
                </a:tc>
                <a:tc>
                  <a:txBody>
                    <a:bodyPr/>
                    <a:lstStyle/>
                    <a:p>
                      <a:pPr algn="ctr">
                        <a:lnSpc>
                          <a:spcPct val="100000"/>
                        </a:lnSpc>
                        <a:spcAft>
                          <a:spcPts val="800"/>
                        </a:spcAft>
                        <a:buNone/>
                      </a:pPr>
                      <a:r>
                        <a:rPr lang="id-ID" sz="1600" kern="100">
                          <a:effectLst/>
                        </a:rPr>
                        <a:t>Keterangan Bias</a:t>
                      </a:r>
                      <a:endParaRPr lang="id-ID" sz="24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8593" marR="8593" marT="8593" marB="8593" anchor="ctr"/>
                </a:tc>
                <a:extLst>
                  <a:ext uri="{0D108BD9-81ED-4DB2-BD59-A6C34878D82A}">
                    <a16:rowId xmlns:a16="http://schemas.microsoft.com/office/drawing/2014/main" val="658825419"/>
                  </a:ext>
                </a:extLst>
              </a:tr>
              <a:tr h="370579">
                <a:tc>
                  <a:txBody>
                    <a:bodyPr/>
                    <a:lstStyle/>
                    <a:p>
                      <a:pPr algn="ctr">
                        <a:lnSpc>
                          <a:spcPct val="100000"/>
                        </a:lnSpc>
                        <a:buNone/>
                      </a:pPr>
                      <a:r>
                        <a:rPr lang="id-ID" sz="1600" kern="100">
                          <a:effectLst/>
                        </a:rPr>
                        <a:t>0.0 - 0.1</a:t>
                      </a:r>
                      <a:endParaRPr lang="id-ID" sz="24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742" marR="68742" marT="68742" marB="68742" anchor="ctr"/>
                </a:tc>
                <a:tc>
                  <a:txBody>
                    <a:bodyPr/>
                    <a:lstStyle/>
                    <a:p>
                      <a:pPr algn="ctr">
                        <a:lnSpc>
                          <a:spcPct val="100000"/>
                        </a:lnSpc>
                        <a:buNone/>
                      </a:pPr>
                      <a:r>
                        <a:rPr lang="id-ID" sz="1600" kern="100">
                          <a:effectLst/>
                        </a:rPr>
                        <a:t>0.012085</a:t>
                      </a:r>
                      <a:endParaRPr lang="id-ID" sz="24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742" marR="68742" marT="68742" marB="68742" anchor="ctr"/>
                </a:tc>
                <a:tc>
                  <a:txBody>
                    <a:bodyPr/>
                    <a:lstStyle/>
                    <a:p>
                      <a:pPr algn="ctr">
                        <a:lnSpc>
                          <a:spcPct val="100000"/>
                        </a:lnSpc>
                        <a:buNone/>
                      </a:pPr>
                      <a:r>
                        <a:rPr lang="id-ID" sz="1600" kern="100">
                          <a:effectLst/>
                        </a:rPr>
                        <a:t>0.012848</a:t>
                      </a:r>
                      <a:endParaRPr lang="id-ID" sz="24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742" marR="68742" marT="68742" marB="68742" anchor="ctr"/>
                </a:tc>
                <a:tc>
                  <a:txBody>
                    <a:bodyPr/>
                    <a:lstStyle/>
                    <a:p>
                      <a:pPr algn="ctr">
                        <a:lnSpc>
                          <a:spcPct val="100000"/>
                        </a:lnSpc>
                        <a:buNone/>
                      </a:pPr>
                      <a:r>
                        <a:rPr lang="id-ID" sz="1600" kern="100">
                          <a:effectLst/>
                        </a:rPr>
                        <a:t>Well-calibrated</a:t>
                      </a:r>
                      <a:endParaRPr lang="id-ID" sz="24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742" marR="68742" marT="68742" marB="68742" anchor="ctr"/>
                </a:tc>
                <a:extLst>
                  <a:ext uri="{0D108BD9-81ED-4DB2-BD59-A6C34878D82A}">
                    <a16:rowId xmlns:a16="http://schemas.microsoft.com/office/drawing/2014/main" val="888435272"/>
                  </a:ext>
                </a:extLst>
              </a:tr>
              <a:tr h="370579">
                <a:tc>
                  <a:txBody>
                    <a:bodyPr/>
                    <a:lstStyle/>
                    <a:p>
                      <a:pPr algn="ctr">
                        <a:lnSpc>
                          <a:spcPct val="100000"/>
                        </a:lnSpc>
                        <a:buNone/>
                      </a:pPr>
                      <a:r>
                        <a:rPr lang="id-ID" sz="1600" kern="100">
                          <a:effectLst/>
                        </a:rPr>
                        <a:t>0.1 - 0.2</a:t>
                      </a:r>
                      <a:endParaRPr lang="id-ID" sz="24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742" marR="68742" marT="68742" marB="68742" anchor="ctr"/>
                </a:tc>
                <a:tc>
                  <a:txBody>
                    <a:bodyPr/>
                    <a:lstStyle/>
                    <a:p>
                      <a:pPr algn="ctr">
                        <a:lnSpc>
                          <a:spcPct val="100000"/>
                        </a:lnSpc>
                        <a:buNone/>
                      </a:pPr>
                      <a:r>
                        <a:rPr lang="id-ID" sz="1600" kern="100">
                          <a:effectLst/>
                        </a:rPr>
                        <a:t>0.138768</a:t>
                      </a:r>
                      <a:endParaRPr lang="id-ID" sz="24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742" marR="68742" marT="68742" marB="68742" anchor="ctr"/>
                </a:tc>
                <a:tc>
                  <a:txBody>
                    <a:bodyPr/>
                    <a:lstStyle/>
                    <a:p>
                      <a:pPr algn="ctr">
                        <a:lnSpc>
                          <a:spcPct val="100000"/>
                        </a:lnSpc>
                        <a:buNone/>
                      </a:pPr>
                      <a:r>
                        <a:rPr lang="id-ID" sz="1600" kern="100">
                          <a:effectLst/>
                        </a:rPr>
                        <a:t>0.141237</a:t>
                      </a:r>
                      <a:endParaRPr lang="id-ID" sz="24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742" marR="68742" marT="68742" marB="68742" anchor="ctr"/>
                </a:tc>
                <a:tc>
                  <a:txBody>
                    <a:bodyPr/>
                    <a:lstStyle/>
                    <a:p>
                      <a:pPr algn="ctr">
                        <a:lnSpc>
                          <a:spcPct val="100000"/>
                        </a:lnSpc>
                        <a:buNone/>
                      </a:pPr>
                      <a:r>
                        <a:rPr lang="id-ID" sz="1600" kern="100">
                          <a:effectLst/>
                        </a:rPr>
                        <a:t>Well-calibrated</a:t>
                      </a:r>
                      <a:endParaRPr lang="id-ID" sz="24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742" marR="68742" marT="68742" marB="68742" anchor="ctr"/>
                </a:tc>
                <a:extLst>
                  <a:ext uri="{0D108BD9-81ED-4DB2-BD59-A6C34878D82A}">
                    <a16:rowId xmlns:a16="http://schemas.microsoft.com/office/drawing/2014/main" val="80786732"/>
                  </a:ext>
                </a:extLst>
              </a:tr>
              <a:tr h="370579">
                <a:tc>
                  <a:txBody>
                    <a:bodyPr/>
                    <a:lstStyle/>
                    <a:p>
                      <a:pPr algn="ctr">
                        <a:lnSpc>
                          <a:spcPct val="100000"/>
                        </a:lnSpc>
                        <a:buNone/>
                      </a:pPr>
                      <a:r>
                        <a:rPr lang="id-ID" sz="1600" kern="100">
                          <a:effectLst/>
                        </a:rPr>
                        <a:t>0.2 - 0.3</a:t>
                      </a:r>
                      <a:endParaRPr lang="id-ID" sz="24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742" marR="68742" marT="68742" marB="68742" anchor="ctr"/>
                </a:tc>
                <a:tc>
                  <a:txBody>
                    <a:bodyPr/>
                    <a:lstStyle/>
                    <a:p>
                      <a:pPr algn="ctr">
                        <a:lnSpc>
                          <a:spcPct val="100000"/>
                        </a:lnSpc>
                        <a:buNone/>
                      </a:pPr>
                      <a:r>
                        <a:rPr lang="id-ID" sz="1600" kern="100">
                          <a:effectLst/>
                        </a:rPr>
                        <a:t>0.236249</a:t>
                      </a:r>
                      <a:endParaRPr lang="id-ID" sz="24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742" marR="68742" marT="68742" marB="68742" anchor="ctr"/>
                </a:tc>
                <a:tc>
                  <a:txBody>
                    <a:bodyPr/>
                    <a:lstStyle/>
                    <a:p>
                      <a:pPr algn="ctr">
                        <a:lnSpc>
                          <a:spcPct val="100000"/>
                        </a:lnSpc>
                        <a:buNone/>
                      </a:pPr>
                      <a:r>
                        <a:rPr lang="id-ID" sz="1600" kern="100">
                          <a:effectLst/>
                        </a:rPr>
                        <a:t>0.238418</a:t>
                      </a:r>
                      <a:endParaRPr lang="id-ID" sz="24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742" marR="68742" marT="68742" marB="68742" anchor="ctr"/>
                </a:tc>
                <a:tc>
                  <a:txBody>
                    <a:bodyPr/>
                    <a:lstStyle/>
                    <a:p>
                      <a:pPr algn="ctr">
                        <a:lnSpc>
                          <a:spcPct val="100000"/>
                        </a:lnSpc>
                        <a:buNone/>
                      </a:pPr>
                      <a:r>
                        <a:rPr lang="id-ID" sz="1600" kern="100">
                          <a:effectLst/>
                        </a:rPr>
                        <a:t>Well-calibrated</a:t>
                      </a:r>
                      <a:endParaRPr lang="id-ID" sz="24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742" marR="68742" marT="68742" marB="68742" anchor="ctr"/>
                </a:tc>
                <a:extLst>
                  <a:ext uri="{0D108BD9-81ED-4DB2-BD59-A6C34878D82A}">
                    <a16:rowId xmlns:a16="http://schemas.microsoft.com/office/drawing/2014/main" val="3033397783"/>
                  </a:ext>
                </a:extLst>
              </a:tr>
              <a:tr h="370579">
                <a:tc>
                  <a:txBody>
                    <a:bodyPr/>
                    <a:lstStyle/>
                    <a:p>
                      <a:pPr algn="ctr">
                        <a:lnSpc>
                          <a:spcPct val="100000"/>
                        </a:lnSpc>
                        <a:buNone/>
                      </a:pPr>
                      <a:r>
                        <a:rPr lang="id-ID" sz="1600" kern="100">
                          <a:effectLst/>
                        </a:rPr>
                        <a:t>0.3 - 0.4</a:t>
                      </a:r>
                      <a:endParaRPr lang="id-ID" sz="24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742" marR="68742" marT="68742" marB="68742" anchor="ctr"/>
                </a:tc>
                <a:tc>
                  <a:txBody>
                    <a:bodyPr/>
                    <a:lstStyle/>
                    <a:p>
                      <a:pPr algn="ctr">
                        <a:lnSpc>
                          <a:spcPct val="100000"/>
                        </a:lnSpc>
                        <a:buNone/>
                      </a:pPr>
                      <a:r>
                        <a:rPr lang="id-ID" sz="1600" kern="100">
                          <a:effectLst/>
                        </a:rPr>
                        <a:t>0.338663</a:t>
                      </a:r>
                      <a:endParaRPr lang="id-ID" sz="24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742" marR="68742" marT="68742" marB="68742" anchor="ctr"/>
                </a:tc>
                <a:tc>
                  <a:txBody>
                    <a:bodyPr/>
                    <a:lstStyle/>
                    <a:p>
                      <a:pPr algn="ctr">
                        <a:lnSpc>
                          <a:spcPct val="100000"/>
                        </a:lnSpc>
                        <a:buNone/>
                      </a:pPr>
                      <a:r>
                        <a:rPr lang="id-ID" sz="1600" kern="100">
                          <a:effectLst/>
                        </a:rPr>
                        <a:t>0.335095</a:t>
                      </a:r>
                      <a:endParaRPr lang="id-ID" sz="24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742" marR="68742" marT="68742" marB="68742" anchor="ctr"/>
                </a:tc>
                <a:tc>
                  <a:txBody>
                    <a:bodyPr/>
                    <a:lstStyle/>
                    <a:p>
                      <a:pPr algn="ctr">
                        <a:lnSpc>
                          <a:spcPct val="100000"/>
                        </a:lnSpc>
                        <a:buNone/>
                      </a:pPr>
                      <a:r>
                        <a:rPr lang="id-ID" sz="1600" kern="100">
                          <a:effectLst/>
                        </a:rPr>
                        <a:t>Well-calibrated</a:t>
                      </a:r>
                      <a:endParaRPr lang="id-ID" sz="24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742" marR="68742" marT="68742" marB="68742" anchor="ctr"/>
                </a:tc>
                <a:extLst>
                  <a:ext uri="{0D108BD9-81ED-4DB2-BD59-A6C34878D82A}">
                    <a16:rowId xmlns:a16="http://schemas.microsoft.com/office/drawing/2014/main" val="192936578"/>
                  </a:ext>
                </a:extLst>
              </a:tr>
              <a:tr h="370579">
                <a:tc>
                  <a:txBody>
                    <a:bodyPr/>
                    <a:lstStyle/>
                    <a:p>
                      <a:pPr algn="ctr">
                        <a:lnSpc>
                          <a:spcPct val="100000"/>
                        </a:lnSpc>
                        <a:buNone/>
                      </a:pPr>
                      <a:r>
                        <a:rPr lang="id-ID" sz="1600" kern="100">
                          <a:effectLst/>
                        </a:rPr>
                        <a:t>0.4 - 0.5</a:t>
                      </a:r>
                      <a:endParaRPr lang="id-ID" sz="24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742" marR="68742" marT="68742" marB="68742" anchor="ctr"/>
                </a:tc>
                <a:tc>
                  <a:txBody>
                    <a:bodyPr/>
                    <a:lstStyle/>
                    <a:p>
                      <a:pPr algn="ctr">
                        <a:lnSpc>
                          <a:spcPct val="100000"/>
                        </a:lnSpc>
                        <a:buNone/>
                      </a:pPr>
                      <a:r>
                        <a:rPr lang="id-ID" sz="1600" kern="100">
                          <a:effectLst/>
                        </a:rPr>
                        <a:t>0.468650</a:t>
                      </a:r>
                      <a:endParaRPr lang="id-ID" sz="24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742" marR="68742" marT="68742" marB="68742" anchor="ctr"/>
                </a:tc>
                <a:tc>
                  <a:txBody>
                    <a:bodyPr/>
                    <a:lstStyle/>
                    <a:p>
                      <a:pPr algn="ctr">
                        <a:lnSpc>
                          <a:spcPct val="100000"/>
                        </a:lnSpc>
                        <a:buNone/>
                      </a:pPr>
                      <a:r>
                        <a:rPr lang="id-ID" sz="1600" kern="100">
                          <a:effectLst/>
                        </a:rPr>
                        <a:t>0.462106</a:t>
                      </a:r>
                      <a:endParaRPr lang="id-ID" sz="24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742" marR="68742" marT="68742" marB="68742" anchor="ctr"/>
                </a:tc>
                <a:tc>
                  <a:txBody>
                    <a:bodyPr/>
                    <a:lstStyle/>
                    <a:p>
                      <a:pPr algn="ctr">
                        <a:lnSpc>
                          <a:spcPct val="100000"/>
                        </a:lnSpc>
                        <a:buNone/>
                      </a:pPr>
                      <a:r>
                        <a:rPr lang="id-ID" sz="1600" kern="100">
                          <a:effectLst/>
                        </a:rPr>
                        <a:t>Well-calibrated</a:t>
                      </a:r>
                      <a:endParaRPr lang="id-ID" sz="24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742" marR="68742" marT="68742" marB="68742" anchor="ctr"/>
                </a:tc>
                <a:extLst>
                  <a:ext uri="{0D108BD9-81ED-4DB2-BD59-A6C34878D82A}">
                    <a16:rowId xmlns:a16="http://schemas.microsoft.com/office/drawing/2014/main" val="415670236"/>
                  </a:ext>
                </a:extLst>
              </a:tr>
              <a:tr h="370579">
                <a:tc>
                  <a:txBody>
                    <a:bodyPr/>
                    <a:lstStyle/>
                    <a:p>
                      <a:pPr algn="ctr">
                        <a:lnSpc>
                          <a:spcPct val="100000"/>
                        </a:lnSpc>
                        <a:buNone/>
                      </a:pPr>
                      <a:r>
                        <a:rPr lang="id-ID" sz="1600" kern="100">
                          <a:effectLst/>
                        </a:rPr>
                        <a:t>0.5 - 0.6</a:t>
                      </a:r>
                      <a:endParaRPr lang="id-ID" sz="24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742" marR="68742" marT="68742" marB="68742" anchor="ctr"/>
                </a:tc>
                <a:tc>
                  <a:txBody>
                    <a:bodyPr/>
                    <a:lstStyle/>
                    <a:p>
                      <a:pPr algn="ctr">
                        <a:lnSpc>
                          <a:spcPct val="100000"/>
                        </a:lnSpc>
                        <a:buNone/>
                      </a:pPr>
                      <a:r>
                        <a:rPr lang="id-ID" sz="1600" kern="100">
                          <a:effectLst/>
                        </a:rPr>
                        <a:t>0.583465</a:t>
                      </a:r>
                      <a:endParaRPr lang="id-ID" sz="24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742" marR="68742" marT="68742" marB="68742" anchor="ctr"/>
                </a:tc>
                <a:tc>
                  <a:txBody>
                    <a:bodyPr/>
                    <a:lstStyle/>
                    <a:p>
                      <a:pPr algn="ctr">
                        <a:lnSpc>
                          <a:spcPct val="100000"/>
                        </a:lnSpc>
                        <a:buNone/>
                      </a:pPr>
                      <a:r>
                        <a:rPr lang="id-ID" sz="1600" kern="100">
                          <a:effectLst/>
                        </a:rPr>
                        <a:t>0.579041</a:t>
                      </a:r>
                      <a:endParaRPr lang="id-ID" sz="24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742" marR="68742" marT="68742" marB="68742" anchor="ctr"/>
                </a:tc>
                <a:tc>
                  <a:txBody>
                    <a:bodyPr/>
                    <a:lstStyle/>
                    <a:p>
                      <a:pPr algn="ctr">
                        <a:lnSpc>
                          <a:spcPct val="100000"/>
                        </a:lnSpc>
                        <a:buNone/>
                      </a:pPr>
                      <a:r>
                        <a:rPr lang="id-ID" sz="1600" kern="100">
                          <a:effectLst/>
                        </a:rPr>
                        <a:t>Well-calibrated</a:t>
                      </a:r>
                      <a:endParaRPr lang="id-ID" sz="24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742" marR="68742" marT="68742" marB="68742" anchor="ctr"/>
                </a:tc>
                <a:extLst>
                  <a:ext uri="{0D108BD9-81ED-4DB2-BD59-A6C34878D82A}">
                    <a16:rowId xmlns:a16="http://schemas.microsoft.com/office/drawing/2014/main" val="917205807"/>
                  </a:ext>
                </a:extLst>
              </a:tr>
              <a:tr h="370579">
                <a:tc>
                  <a:txBody>
                    <a:bodyPr/>
                    <a:lstStyle/>
                    <a:p>
                      <a:pPr algn="ctr">
                        <a:lnSpc>
                          <a:spcPct val="100000"/>
                        </a:lnSpc>
                        <a:buNone/>
                      </a:pPr>
                      <a:r>
                        <a:rPr lang="id-ID" sz="1600" kern="100">
                          <a:effectLst/>
                        </a:rPr>
                        <a:t>0.6 - 0.7</a:t>
                      </a:r>
                      <a:endParaRPr lang="id-ID" sz="24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742" marR="68742" marT="68742" marB="68742" anchor="ctr"/>
                </a:tc>
                <a:tc>
                  <a:txBody>
                    <a:bodyPr/>
                    <a:lstStyle/>
                    <a:p>
                      <a:pPr algn="ctr">
                        <a:lnSpc>
                          <a:spcPct val="100000"/>
                        </a:lnSpc>
                        <a:buNone/>
                      </a:pPr>
                      <a:r>
                        <a:rPr lang="id-ID" sz="1600" kern="100">
                          <a:effectLst/>
                        </a:rPr>
                        <a:t>0.631745</a:t>
                      </a:r>
                      <a:endParaRPr lang="id-ID" sz="24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742" marR="68742" marT="68742" marB="68742" anchor="ctr"/>
                </a:tc>
                <a:tc>
                  <a:txBody>
                    <a:bodyPr/>
                    <a:lstStyle/>
                    <a:p>
                      <a:pPr algn="ctr">
                        <a:lnSpc>
                          <a:spcPct val="100000"/>
                        </a:lnSpc>
                        <a:buNone/>
                      </a:pPr>
                      <a:r>
                        <a:rPr lang="id-ID" sz="1600" kern="100">
                          <a:effectLst/>
                        </a:rPr>
                        <a:t>0.655473</a:t>
                      </a:r>
                      <a:endParaRPr lang="id-ID" sz="24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742" marR="68742" marT="68742" marB="68742" anchor="ctr"/>
                </a:tc>
                <a:tc>
                  <a:txBody>
                    <a:bodyPr/>
                    <a:lstStyle/>
                    <a:p>
                      <a:pPr algn="ctr">
                        <a:lnSpc>
                          <a:spcPct val="100000"/>
                        </a:lnSpc>
                        <a:buNone/>
                      </a:pPr>
                      <a:r>
                        <a:rPr lang="id-ID" sz="1600" kern="100">
                          <a:effectLst/>
                        </a:rPr>
                        <a:t>Under-confident</a:t>
                      </a:r>
                      <a:endParaRPr lang="id-ID" sz="24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742" marR="68742" marT="68742" marB="68742" anchor="ctr"/>
                </a:tc>
                <a:extLst>
                  <a:ext uri="{0D108BD9-81ED-4DB2-BD59-A6C34878D82A}">
                    <a16:rowId xmlns:a16="http://schemas.microsoft.com/office/drawing/2014/main" val="1031893108"/>
                  </a:ext>
                </a:extLst>
              </a:tr>
              <a:tr h="370579">
                <a:tc>
                  <a:txBody>
                    <a:bodyPr/>
                    <a:lstStyle/>
                    <a:p>
                      <a:pPr algn="ctr">
                        <a:lnSpc>
                          <a:spcPct val="100000"/>
                        </a:lnSpc>
                        <a:buNone/>
                      </a:pPr>
                      <a:r>
                        <a:rPr lang="id-ID" sz="1600" kern="100">
                          <a:effectLst/>
                        </a:rPr>
                        <a:t>0.7 - 0.8</a:t>
                      </a:r>
                      <a:endParaRPr lang="id-ID" sz="24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742" marR="68742" marT="68742" marB="68742" anchor="ctr"/>
                </a:tc>
                <a:tc>
                  <a:txBody>
                    <a:bodyPr/>
                    <a:lstStyle/>
                    <a:p>
                      <a:pPr algn="ctr">
                        <a:lnSpc>
                          <a:spcPct val="100000"/>
                        </a:lnSpc>
                        <a:buNone/>
                      </a:pPr>
                      <a:r>
                        <a:rPr lang="id-ID" sz="1600" kern="100">
                          <a:effectLst/>
                        </a:rPr>
                        <a:t>0.804260</a:t>
                      </a:r>
                      <a:endParaRPr lang="id-ID" sz="24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742" marR="68742" marT="68742" marB="68742" anchor="ctr"/>
                </a:tc>
                <a:tc>
                  <a:txBody>
                    <a:bodyPr/>
                    <a:lstStyle/>
                    <a:p>
                      <a:pPr algn="ctr">
                        <a:lnSpc>
                          <a:spcPct val="100000"/>
                        </a:lnSpc>
                        <a:buNone/>
                      </a:pPr>
                      <a:r>
                        <a:rPr lang="id-ID" sz="1600" kern="100">
                          <a:effectLst/>
                        </a:rPr>
                        <a:t>0.866035</a:t>
                      </a:r>
                      <a:endParaRPr lang="id-ID" sz="24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742" marR="68742" marT="68742" marB="68742" anchor="ctr"/>
                </a:tc>
                <a:tc>
                  <a:txBody>
                    <a:bodyPr/>
                    <a:lstStyle/>
                    <a:p>
                      <a:pPr algn="ctr">
                        <a:lnSpc>
                          <a:spcPct val="100000"/>
                        </a:lnSpc>
                        <a:buNone/>
                      </a:pPr>
                      <a:r>
                        <a:rPr lang="id-ID" sz="1600" kern="100">
                          <a:effectLst/>
                        </a:rPr>
                        <a:t>Under-confident</a:t>
                      </a:r>
                      <a:endParaRPr lang="id-ID" sz="24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742" marR="68742" marT="68742" marB="68742" anchor="ctr"/>
                </a:tc>
                <a:extLst>
                  <a:ext uri="{0D108BD9-81ED-4DB2-BD59-A6C34878D82A}">
                    <a16:rowId xmlns:a16="http://schemas.microsoft.com/office/drawing/2014/main" val="146478265"/>
                  </a:ext>
                </a:extLst>
              </a:tr>
              <a:tr h="370579">
                <a:tc>
                  <a:txBody>
                    <a:bodyPr/>
                    <a:lstStyle/>
                    <a:p>
                      <a:pPr algn="ctr">
                        <a:lnSpc>
                          <a:spcPct val="100000"/>
                        </a:lnSpc>
                        <a:buNone/>
                      </a:pPr>
                      <a:r>
                        <a:rPr lang="id-ID" sz="1600" kern="100">
                          <a:effectLst/>
                        </a:rPr>
                        <a:t>0.8 - 0.9</a:t>
                      </a:r>
                      <a:endParaRPr lang="id-ID" sz="24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742" marR="68742" marT="68742" marB="68742" anchor="ctr"/>
                </a:tc>
                <a:tc>
                  <a:txBody>
                    <a:bodyPr/>
                    <a:lstStyle/>
                    <a:p>
                      <a:pPr algn="ctr">
                        <a:lnSpc>
                          <a:spcPct val="100000"/>
                        </a:lnSpc>
                        <a:buNone/>
                      </a:pPr>
                      <a:r>
                        <a:rPr lang="id-ID" sz="1600" kern="100">
                          <a:effectLst/>
                        </a:rPr>
                        <a:t>0.883709</a:t>
                      </a:r>
                      <a:endParaRPr lang="id-ID" sz="24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742" marR="68742" marT="68742" marB="68742" anchor="ctr"/>
                </a:tc>
                <a:tc>
                  <a:txBody>
                    <a:bodyPr/>
                    <a:lstStyle/>
                    <a:p>
                      <a:pPr algn="ctr">
                        <a:lnSpc>
                          <a:spcPct val="100000"/>
                        </a:lnSpc>
                        <a:buNone/>
                      </a:pPr>
                      <a:r>
                        <a:rPr lang="id-ID" sz="1600" kern="100">
                          <a:effectLst/>
                        </a:rPr>
                        <a:t>0.900000</a:t>
                      </a:r>
                      <a:endParaRPr lang="id-ID" sz="24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742" marR="68742" marT="68742" marB="68742" anchor="ctr"/>
                </a:tc>
                <a:tc>
                  <a:txBody>
                    <a:bodyPr/>
                    <a:lstStyle/>
                    <a:p>
                      <a:pPr algn="ctr">
                        <a:lnSpc>
                          <a:spcPct val="100000"/>
                        </a:lnSpc>
                        <a:buNone/>
                      </a:pPr>
                      <a:r>
                        <a:rPr lang="id-ID" sz="1600" kern="100">
                          <a:effectLst/>
                        </a:rPr>
                        <a:t>Under-confident</a:t>
                      </a:r>
                      <a:endParaRPr lang="id-ID" sz="24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742" marR="68742" marT="68742" marB="68742" anchor="ctr"/>
                </a:tc>
                <a:extLst>
                  <a:ext uri="{0D108BD9-81ED-4DB2-BD59-A6C34878D82A}">
                    <a16:rowId xmlns:a16="http://schemas.microsoft.com/office/drawing/2014/main" val="3587530012"/>
                  </a:ext>
                </a:extLst>
              </a:tr>
              <a:tr h="370579">
                <a:tc>
                  <a:txBody>
                    <a:bodyPr/>
                    <a:lstStyle/>
                    <a:p>
                      <a:pPr algn="ctr">
                        <a:lnSpc>
                          <a:spcPct val="100000"/>
                        </a:lnSpc>
                        <a:buNone/>
                      </a:pPr>
                      <a:r>
                        <a:rPr lang="id-ID" sz="1600" kern="100">
                          <a:effectLst/>
                        </a:rPr>
                        <a:t>0.9 - 1.0</a:t>
                      </a:r>
                      <a:endParaRPr lang="id-ID" sz="24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742" marR="68742" marT="68742" marB="68742" anchor="ctr"/>
                </a:tc>
                <a:tc>
                  <a:txBody>
                    <a:bodyPr/>
                    <a:lstStyle/>
                    <a:p>
                      <a:pPr algn="ctr">
                        <a:lnSpc>
                          <a:spcPct val="100000"/>
                        </a:lnSpc>
                        <a:buNone/>
                      </a:pPr>
                      <a:r>
                        <a:rPr lang="id-ID" sz="1600" kern="100" dirty="0">
                          <a:effectLst/>
                        </a:rPr>
                        <a:t>0.982412</a:t>
                      </a:r>
                      <a:endParaRPr lang="id-ID" sz="24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742" marR="68742" marT="68742" marB="68742" anchor="ctr"/>
                </a:tc>
                <a:tc>
                  <a:txBody>
                    <a:bodyPr/>
                    <a:lstStyle/>
                    <a:p>
                      <a:pPr algn="ctr">
                        <a:lnSpc>
                          <a:spcPct val="100000"/>
                        </a:lnSpc>
                        <a:buNone/>
                      </a:pPr>
                      <a:r>
                        <a:rPr lang="id-ID" sz="1600" kern="100" dirty="0">
                          <a:effectLst/>
                        </a:rPr>
                        <a:t>0.958333</a:t>
                      </a:r>
                      <a:endParaRPr lang="id-ID" sz="24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742" marR="68742" marT="68742" marB="68742" anchor="ctr"/>
                </a:tc>
                <a:tc>
                  <a:txBody>
                    <a:bodyPr/>
                    <a:lstStyle/>
                    <a:p>
                      <a:pPr algn="ctr">
                        <a:lnSpc>
                          <a:spcPct val="100000"/>
                        </a:lnSpc>
                        <a:buNone/>
                      </a:pPr>
                      <a:r>
                        <a:rPr lang="id-ID" sz="1600" kern="100" dirty="0">
                          <a:effectLst/>
                        </a:rPr>
                        <a:t>Over-</a:t>
                      </a:r>
                      <a:r>
                        <a:rPr lang="id-ID" sz="1600" kern="100" dirty="0" err="1">
                          <a:effectLst/>
                        </a:rPr>
                        <a:t>confident</a:t>
                      </a:r>
                      <a:endParaRPr lang="id-ID" sz="24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742" marR="68742" marT="68742" marB="68742" anchor="ctr"/>
                </a:tc>
                <a:extLst>
                  <a:ext uri="{0D108BD9-81ED-4DB2-BD59-A6C34878D82A}">
                    <a16:rowId xmlns:a16="http://schemas.microsoft.com/office/drawing/2014/main" val="2581168676"/>
                  </a:ext>
                </a:extLst>
              </a:tr>
            </a:tbl>
          </a:graphicData>
        </a:graphic>
      </p:graphicFrame>
    </p:spTree>
    <p:extLst>
      <p:ext uri="{BB962C8B-B14F-4D97-AF65-F5344CB8AC3E}">
        <p14:creationId xmlns:p14="http://schemas.microsoft.com/office/powerpoint/2010/main" val="1405576100"/>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D48BC5-8804-363C-7429-8705F3AC541F}"/>
            </a:ext>
          </a:extLst>
        </p:cNvPr>
        <p:cNvGrpSpPr/>
        <p:nvPr/>
      </p:nvGrpSpPr>
      <p:grpSpPr>
        <a:xfrm>
          <a:off x="0" y="0"/>
          <a:ext cx="0" cy="0"/>
          <a:chOff x="0" y="0"/>
          <a:chExt cx="0" cy="0"/>
        </a:xfrm>
      </p:grpSpPr>
      <p:sp>
        <p:nvSpPr>
          <p:cNvPr id="2" name="Judul 1">
            <a:extLst>
              <a:ext uri="{FF2B5EF4-FFF2-40B4-BE49-F238E27FC236}">
                <a16:creationId xmlns:a16="http://schemas.microsoft.com/office/drawing/2014/main" id="{3F65FB3E-2F81-E160-8B44-7909387CE89D}"/>
              </a:ext>
            </a:extLst>
          </p:cNvPr>
          <p:cNvSpPr>
            <a:spLocks noGrp="1"/>
          </p:cNvSpPr>
          <p:nvPr>
            <p:ph type="title"/>
          </p:nvPr>
        </p:nvSpPr>
        <p:spPr>
          <a:xfrm>
            <a:off x="771126" y="343565"/>
            <a:ext cx="10678142" cy="802661"/>
          </a:xfrm>
        </p:spPr>
        <p:txBody>
          <a:bodyPr rtlCol="0"/>
          <a:lstStyle/>
          <a:p>
            <a:r>
              <a:rPr lang="id-ID" dirty="0"/>
              <a:t>Data Mining</a:t>
            </a:r>
          </a:p>
        </p:txBody>
      </p:sp>
      <p:sp>
        <p:nvSpPr>
          <p:cNvPr id="3" name="Tampungan Tanggal 2">
            <a:extLst>
              <a:ext uri="{FF2B5EF4-FFF2-40B4-BE49-F238E27FC236}">
                <a16:creationId xmlns:a16="http://schemas.microsoft.com/office/drawing/2014/main" id="{52019D6A-950A-28D0-4AAB-6A2A5CE0C944}"/>
              </a:ext>
            </a:extLst>
          </p:cNvPr>
          <p:cNvSpPr>
            <a:spLocks noGrp="1"/>
          </p:cNvSpPr>
          <p:nvPr>
            <p:ph type="dt" sz="half" idx="25"/>
          </p:nvPr>
        </p:nvSpPr>
        <p:spPr>
          <a:xfrm>
            <a:off x="381000" y="6356350"/>
            <a:ext cx="2743200" cy="365125"/>
          </a:xfrm>
        </p:spPr>
        <p:txBody>
          <a:bodyPr rtlCol="0"/>
          <a:lstStyle/>
          <a:p>
            <a:pPr rtl="0"/>
            <a:fld id="{423EE75F-42B8-4E1A-83C6-1B72B3C0E408}" type="datetime1">
              <a:rPr lang="id-ID" smtClean="0"/>
              <a:t>24/11/2025</a:t>
            </a:fld>
            <a:endParaRPr lang="id-ID"/>
          </a:p>
        </p:txBody>
      </p:sp>
      <p:sp>
        <p:nvSpPr>
          <p:cNvPr id="5" name="Tampungan Nomor Slide 4">
            <a:extLst>
              <a:ext uri="{FF2B5EF4-FFF2-40B4-BE49-F238E27FC236}">
                <a16:creationId xmlns:a16="http://schemas.microsoft.com/office/drawing/2014/main" id="{90E370E5-D954-0179-2978-A0347D6CADD7}"/>
              </a:ext>
            </a:extLst>
          </p:cNvPr>
          <p:cNvSpPr>
            <a:spLocks noGrp="1"/>
          </p:cNvSpPr>
          <p:nvPr>
            <p:ph type="sldNum" sz="quarter" idx="27"/>
          </p:nvPr>
        </p:nvSpPr>
        <p:spPr>
          <a:xfrm>
            <a:off x="9067800" y="6356350"/>
            <a:ext cx="2743200" cy="365125"/>
          </a:xfrm>
        </p:spPr>
        <p:txBody>
          <a:bodyPr rtlCol="0"/>
          <a:lstStyle/>
          <a:p>
            <a:pPr rtl="0"/>
            <a:fld id="{294A09A9-5501-47C1-A89A-A340965A2BE2}" type="slidenum">
              <a:rPr lang="id-ID" smtClean="0"/>
              <a:pPr rtl="0"/>
              <a:t>80</a:t>
            </a:fld>
            <a:endParaRPr lang="id-ID"/>
          </a:p>
        </p:txBody>
      </p:sp>
      <p:pic>
        <p:nvPicPr>
          <p:cNvPr id="7" name="Picture 6">
            <a:extLst>
              <a:ext uri="{FF2B5EF4-FFF2-40B4-BE49-F238E27FC236}">
                <a16:creationId xmlns:a16="http://schemas.microsoft.com/office/drawing/2014/main" id="{556F51B7-B4D3-F41C-A499-49F57E15F32C}"/>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71126" y="1294312"/>
            <a:ext cx="6951010" cy="4854548"/>
          </a:xfrm>
          <a:prstGeom prst="rect">
            <a:avLst/>
          </a:prstGeom>
          <a:noFill/>
          <a:ln>
            <a:noFill/>
          </a:ln>
        </p:spPr>
      </p:pic>
    </p:spTree>
    <p:extLst>
      <p:ext uri="{BB962C8B-B14F-4D97-AF65-F5344CB8AC3E}">
        <p14:creationId xmlns:p14="http://schemas.microsoft.com/office/powerpoint/2010/main" val="1107236286"/>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2B674F-E559-4B4C-98BC-3B6E95AEB56E}"/>
            </a:ext>
          </a:extLst>
        </p:cNvPr>
        <p:cNvGrpSpPr/>
        <p:nvPr/>
      </p:nvGrpSpPr>
      <p:grpSpPr>
        <a:xfrm>
          <a:off x="0" y="0"/>
          <a:ext cx="0" cy="0"/>
          <a:chOff x="0" y="0"/>
          <a:chExt cx="0" cy="0"/>
        </a:xfrm>
      </p:grpSpPr>
      <p:sp>
        <p:nvSpPr>
          <p:cNvPr id="2" name="Judul 1">
            <a:extLst>
              <a:ext uri="{FF2B5EF4-FFF2-40B4-BE49-F238E27FC236}">
                <a16:creationId xmlns:a16="http://schemas.microsoft.com/office/drawing/2014/main" id="{8F08466F-8D58-2F31-5852-1F14F0A6731B}"/>
              </a:ext>
            </a:extLst>
          </p:cNvPr>
          <p:cNvSpPr>
            <a:spLocks noGrp="1"/>
          </p:cNvSpPr>
          <p:nvPr>
            <p:ph type="title"/>
          </p:nvPr>
        </p:nvSpPr>
        <p:spPr>
          <a:xfrm>
            <a:off x="1167492" y="381000"/>
            <a:ext cx="9779183" cy="1325563"/>
          </a:xfrm>
        </p:spPr>
        <p:txBody>
          <a:bodyPr rtlCol="0"/>
          <a:lstStyle/>
          <a:p>
            <a:r>
              <a:rPr lang="id-ID" dirty="0" err="1"/>
              <a:t>Evaluation</a:t>
            </a:r>
            <a:endParaRPr lang="id-ID" dirty="0"/>
          </a:p>
        </p:txBody>
      </p:sp>
      <p:sp>
        <p:nvSpPr>
          <p:cNvPr id="9" name="Tampungan Nomor Slide 8">
            <a:extLst>
              <a:ext uri="{FF2B5EF4-FFF2-40B4-BE49-F238E27FC236}">
                <a16:creationId xmlns:a16="http://schemas.microsoft.com/office/drawing/2014/main" id="{D9CC619F-BBE9-633C-1B6D-CB85F9D40021}"/>
              </a:ext>
            </a:extLst>
          </p:cNvPr>
          <p:cNvSpPr>
            <a:spLocks noGrp="1"/>
          </p:cNvSpPr>
          <p:nvPr>
            <p:ph type="sldNum" sz="quarter" idx="4"/>
          </p:nvPr>
        </p:nvSpPr>
        <p:spPr>
          <a:xfrm>
            <a:off x="10153276" y="6356350"/>
            <a:ext cx="1657723" cy="365125"/>
          </a:xfrm>
        </p:spPr>
        <p:txBody>
          <a:bodyPr rtlCol="0"/>
          <a:lstStyle/>
          <a:p>
            <a:pPr rtl="0"/>
            <a:fld id="{294A09A9-5501-47C1-A89A-A340965A2BE2}" type="slidenum">
              <a:rPr lang="id-ID" smtClean="0"/>
              <a:pPr rtl="0"/>
              <a:t>81</a:t>
            </a:fld>
            <a:endParaRPr lang="id-ID"/>
          </a:p>
        </p:txBody>
      </p:sp>
      <p:graphicFrame>
        <p:nvGraphicFramePr>
          <p:cNvPr id="5" name="Table 4">
            <a:extLst>
              <a:ext uri="{FF2B5EF4-FFF2-40B4-BE49-F238E27FC236}">
                <a16:creationId xmlns:a16="http://schemas.microsoft.com/office/drawing/2014/main" id="{9E2D2BE7-6C69-FD81-FDC5-DE365C667D9F}"/>
              </a:ext>
            </a:extLst>
          </p:cNvPr>
          <p:cNvGraphicFramePr>
            <a:graphicFrameLocks noGrp="1"/>
          </p:cNvGraphicFramePr>
          <p:nvPr>
            <p:extLst>
              <p:ext uri="{D42A27DB-BD31-4B8C-83A1-F6EECF244321}">
                <p14:modId xmlns:p14="http://schemas.microsoft.com/office/powerpoint/2010/main" val="3514605"/>
              </p:ext>
            </p:extLst>
          </p:nvPr>
        </p:nvGraphicFramePr>
        <p:xfrm>
          <a:off x="1302414" y="1889898"/>
          <a:ext cx="3487300" cy="3657600"/>
        </p:xfrm>
        <a:graphic>
          <a:graphicData uri="http://schemas.openxmlformats.org/drawingml/2006/table">
            <a:tbl>
              <a:tblPr firstRow="1" bandRow="1">
                <a:tableStyleId>{5C22544A-7EE6-4342-B048-85BDC9FD1C3A}</a:tableStyleId>
              </a:tblPr>
              <a:tblGrid>
                <a:gridCol w="1594987">
                  <a:extLst>
                    <a:ext uri="{9D8B030D-6E8A-4147-A177-3AD203B41FA5}">
                      <a16:colId xmlns:a16="http://schemas.microsoft.com/office/drawing/2014/main" val="1357595272"/>
                    </a:ext>
                  </a:extLst>
                </a:gridCol>
                <a:gridCol w="1892313">
                  <a:extLst>
                    <a:ext uri="{9D8B030D-6E8A-4147-A177-3AD203B41FA5}">
                      <a16:colId xmlns:a16="http://schemas.microsoft.com/office/drawing/2014/main" val="97465550"/>
                    </a:ext>
                  </a:extLst>
                </a:gridCol>
              </a:tblGrid>
              <a:tr h="370840">
                <a:tc>
                  <a:txBody>
                    <a:bodyPr/>
                    <a:lstStyle/>
                    <a:p>
                      <a:r>
                        <a:rPr lang="en-GB" sz="2400" dirty="0" err="1"/>
                        <a:t>Metrik</a:t>
                      </a:r>
                      <a:endParaRPr lang="id-ID" sz="2400" dirty="0"/>
                    </a:p>
                  </a:txBody>
                  <a:tcPr/>
                </a:tc>
                <a:tc>
                  <a:txBody>
                    <a:bodyPr/>
                    <a:lstStyle/>
                    <a:p>
                      <a:r>
                        <a:rPr lang="en-GB" sz="2400" dirty="0"/>
                        <a:t>Nilai</a:t>
                      </a:r>
                      <a:endParaRPr lang="id-ID" sz="2400" dirty="0"/>
                    </a:p>
                  </a:txBody>
                  <a:tcPr/>
                </a:tc>
                <a:extLst>
                  <a:ext uri="{0D108BD9-81ED-4DB2-BD59-A6C34878D82A}">
                    <a16:rowId xmlns:a16="http://schemas.microsoft.com/office/drawing/2014/main" val="3220878361"/>
                  </a:ext>
                </a:extLst>
              </a:tr>
              <a:tr h="370840">
                <a:tc>
                  <a:txBody>
                    <a:bodyPr/>
                    <a:lstStyle/>
                    <a:p>
                      <a:r>
                        <a:rPr lang="id-ID" sz="2400" dirty="0" err="1"/>
                        <a:t>Brier</a:t>
                      </a:r>
                      <a:r>
                        <a:rPr lang="id-ID" sz="2400" dirty="0"/>
                        <a:t> </a:t>
                      </a:r>
                      <a:r>
                        <a:rPr lang="id-ID" sz="2400" dirty="0" err="1"/>
                        <a:t>Score</a:t>
                      </a:r>
                      <a:endParaRPr lang="id-ID" sz="2400" dirty="0"/>
                    </a:p>
                  </a:txBody>
                  <a:tcPr/>
                </a:tc>
                <a:tc>
                  <a:txBody>
                    <a:bodyPr/>
                    <a:lstStyle/>
                    <a:p>
                      <a:r>
                        <a:rPr lang="id-ID" sz="2400" dirty="0"/>
                        <a:t>0,0621</a:t>
                      </a:r>
                    </a:p>
                  </a:txBody>
                  <a:tcPr/>
                </a:tc>
                <a:extLst>
                  <a:ext uri="{0D108BD9-81ED-4DB2-BD59-A6C34878D82A}">
                    <a16:rowId xmlns:a16="http://schemas.microsoft.com/office/drawing/2014/main" val="1895779075"/>
                  </a:ext>
                </a:extLst>
              </a:tr>
              <a:tr h="370840">
                <a:tc>
                  <a:txBody>
                    <a:bodyPr/>
                    <a:lstStyle/>
                    <a:p>
                      <a:r>
                        <a:rPr lang="id-ID" sz="2400" dirty="0"/>
                        <a:t>ROC AUC</a:t>
                      </a:r>
                    </a:p>
                  </a:txBody>
                  <a:tcPr/>
                </a:tc>
                <a:tc>
                  <a:txBody>
                    <a:bodyPr/>
                    <a:lstStyle/>
                    <a:p>
                      <a:r>
                        <a:rPr lang="id-ID" sz="2400" dirty="0"/>
                        <a:t>0,920</a:t>
                      </a:r>
                      <a:r>
                        <a:rPr lang="en-GB" sz="2400" dirty="0"/>
                        <a:t>3</a:t>
                      </a:r>
                      <a:endParaRPr lang="id-ID" sz="2400" dirty="0"/>
                    </a:p>
                  </a:txBody>
                  <a:tcPr/>
                </a:tc>
                <a:extLst>
                  <a:ext uri="{0D108BD9-81ED-4DB2-BD59-A6C34878D82A}">
                    <a16:rowId xmlns:a16="http://schemas.microsoft.com/office/drawing/2014/main" val="2668786645"/>
                  </a:ext>
                </a:extLst>
              </a:tr>
              <a:tr h="370840">
                <a:tc>
                  <a:txBody>
                    <a:bodyPr/>
                    <a:lstStyle/>
                    <a:p>
                      <a:r>
                        <a:rPr lang="id-ID" sz="2400" dirty="0"/>
                        <a:t>Akurasi</a:t>
                      </a:r>
                    </a:p>
                  </a:txBody>
                  <a:tcPr/>
                </a:tc>
                <a:tc>
                  <a:txBody>
                    <a:bodyPr/>
                    <a:lstStyle/>
                    <a:p>
                      <a:r>
                        <a:rPr lang="id-ID" sz="2400" dirty="0"/>
                        <a:t>0,9113</a:t>
                      </a:r>
                    </a:p>
                  </a:txBody>
                  <a:tcPr/>
                </a:tc>
                <a:extLst>
                  <a:ext uri="{0D108BD9-81ED-4DB2-BD59-A6C34878D82A}">
                    <a16:rowId xmlns:a16="http://schemas.microsoft.com/office/drawing/2014/main" val="3232365319"/>
                  </a:ext>
                </a:extLst>
              </a:tr>
              <a:tr h="370840">
                <a:tc>
                  <a:txBody>
                    <a:bodyPr/>
                    <a:lstStyle/>
                    <a:p>
                      <a:r>
                        <a:rPr lang="id-ID" sz="2400" dirty="0"/>
                        <a:t>Presisi</a:t>
                      </a:r>
                    </a:p>
                  </a:txBody>
                  <a:tcPr/>
                </a:tc>
                <a:tc>
                  <a:txBody>
                    <a:bodyPr/>
                    <a:lstStyle/>
                    <a:p>
                      <a:r>
                        <a:rPr lang="id-ID" sz="2400" dirty="0"/>
                        <a:t>0,8996</a:t>
                      </a:r>
                    </a:p>
                  </a:txBody>
                  <a:tcPr/>
                </a:tc>
                <a:extLst>
                  <a:ext uri="{0D108BD9-81ED-4DB2-BD59-A6C34878D82A}">
                    <a16:rowId xmlns:a16="http://schemas.microsoft.com/office/drawing/2014/main" val="351837608"/>
                  </a:ext>
                </a:extLst>
              </a:tr>
              <a:tr h="370840">
                <a:tc>
                  <a:txBody>
                    <a:bodyPr/>
                    <a:lstStyle/>
                    <a:p>
                      <a:r>
                        <a:rPr lang="id-ID" sz="2400" dirty="0" err="1"/>
                        <a:t>Recall</a:t>
                      </a:r>
                      <a:endParaRPr lang="id-ID" sz="2400" dirty="0"/>
                    </a:p>
                  </a:txBody>
                  <a:tcPr/>
                </a:tc>
                <a:tc>
                  <a:txBody>
                    <a:bodyPr/>
                    <a:lstStyle/>
                    <a:p>
                      <a:r>
                        <a:rPr lang="id-ID" sz="2400" dirty="0"/>
                        <a:t>0,9113</a:t>
                      </a:r>
                    </a:p>
                  </a:txBody>
                  <a:tcPr/>
                </a:tc>
                <a:extLst>
                  <a:ext uri="{0D108BD9-81ED-4DB2-BD59-A6C34878D82A}">
                    <a16:rowId xmlns:a16="http://schemas.microsoft.com/office/drawing/2014/main" val="723408899"/>
                  </a:ext>
                </a:extLst>
              </a:tr>
              <a:tr h="370840">
                <a:tc>
                  <a:txBody>
                    <a:bodyPr/>
                    <a:lstStyle/>
                    <a:p>
                      <a:r>
                        <a:rPr lang="id-ID" sz="2400" dirty="0"/>
                        <a:t>F1-Score</a:t>
                      </a:r>
                    </a:p>
                  </a:txBody>
                  <a:tcPr/>
                </a:tc>
                <a:tc>
                  <a:txBody>
                    <a:bodyPr/>
                    <a:lstStyle/>
                    <a:p>
                      <a:r>
                        <a:rPr lang="id-ID" sz="2400" dirty="0"/>
                        <a:t>0,9010</a:t>
                      </a:r>
                    </a:p>
                  </a:txBody>
                  <a:tcPr/>
                </a:tc>
                <a:extLst>
                  <a:ext uri="{0D108BD9-81ED-4DB2-BD59-A6C34878D82A}">
                    <a16:rowId xmlns:a16="http://schemas.microsoft.com/office/drawing/2014/main" val="1264322915"/>
                  </a:ext>
                </a:extLst>
              </a:tr>
              <a:tr h="370840">
                <a:tc>
                  <a:txBody>
                    <a:bodyPr/>
                    <a:lstStyle/>
                    <a:p>
                      <a:r>
                        <a:rPr lang="id-ID" sz="2400" dirty="0"/>
                        <a:t>Log-</a:t>
                      </a:r>
                      <a:r>
                        <a:rPr lang="id-ID" sz="2400" dirty="0" err="1"/>
                        <a:t>Loss</a:t>
                      </a:r>
                      <a:endParaRPr lang="id-ID" sz="2400" dirty="0"/>
                    </a:p>
                  </a:txBody>
                  <a:tcPr/>
                </a:tc>
                <a:tc>
                  <a:txBody>
                    <a:bodyPr/>
                    <a:lstStyle/>
                    <a:p>
                      <a:r>
                        <a:rPr lang="id-ID" sz="2400" dirty="0"/>
                        <a:t>0,2</a:t>
                      </a:r>
                    </a:p>
                  </a:txBody>
                  <a:tcPr/>
                </a:tc>
                <a:extLst>
                  <a:ext uri="{0D108BD9-81ED-4DB2-BD59-A6C34878D82A}">
                    <a16:rowId xmlns:a16="http://schemas.microsoft.com/office/drawing/2014/main" val="2649130862"/>
                  </a:ext>
                </a:extLst>
              </a:tr>
            </a:tbl>
          </a:graphicData>
        </a:graphic>
      </p:graphicFrame>
      <p:graphicFrame>
        <p:nvGraphicFramePr>
          <p:cNvPr id="6" name="Table 5">
            <a:extLst>
              <a:ext uri="{FF2B5EF4-FFF2-40B4-BE49-F238E27FC236}">
                <a16:creationId xmlns:a16="http://schemas.microsoft.com/office/drawing/2014/main" id="{E1005DE8-465D-4690-D622-90BCF120B5D9}"/>
              </a:ext>
            </a:extLst>
          </p:cNvPr>
          <p:cNvGraphicFramePr>
            <a:graphicFrameLocks noGrp="1"/>
          </p:cNvGraphicFramePr>
          <p:nvPr>
            <p:extLst>
              <p:ext uri="{D42A27DB-BD31-4B8C-83A1-F6EECF244321}">
                <p14:modId xmlns:p14="http://schemas.microsoft.com/office/powerpoint/2010/main" val="3119290046"/>
              </p:ext>
            </p:extLst>
          </p:nvPr>
        </p:nvGraphicFramePr>
        <p:xfrm>
          <a:off x="5112987" y="1889898"/>
          <a:ext cx="4872842" cy="2195622"/>
        </p:xfrm>
        <a:graphic>
          <a:graphicData uri="http://schemas.openxmlformats.org/drawingml/2006/table">
            <a:tbl>
              <a:tblPr firstRow="1" firstCol="1" bandRow="1">
                <a:tableStyleId>{5C22544A-7EE6-4342-B048-85BDC9FD1C3A}</a:tableStyleId>
              </a:tblPr>
              <a:tblGrid>
                <a:gridCol w="2104899">
                  <a:extLst>
                    <a:ext uri="{9D8B030D-6E8A-4147-A177-3AD203B41FA5}">
                      <a16:colId xmlns:a16="http://schemas.microsoft.com/office/drawing/2014/main" val="171884498"/>
                    </a:ext>
                  </a:extLst>
                </a:gridCol>
                <a:gridCol w="2767943">
                  <a:extLst>
                    <a:ext uri="{9D8B030D-6E8A-4147-A177-3AD203B41FA5}">
                      <a16:colId xmlns:a16="http://schemas.microsoft.com/office/drawing/2014/main" val="2689771526"/>
                    </a:ext>
                  </a:extLst>
                </a:gridCol>
              </a:tblGrid>
              <a:tr h="344110">
                <a:tc>
                  <a:txBody>
                    <a:bodyPr/>
                    <a:lstStyle/>
                    <a:p>
                      <a:pPr algn="ctr">
                        <a:lnSpc>
                          <a:spcPct val="100000"/>
                        </a:lnSpc>
                        <a:buNone/>
                      </a:pPr>
                      <a:r>
                        <a:rPr lang="id-ID" sz="2400" kern="0">
                          <a:effectLst/>
                        </a:rPr>
                        <a:t>Model</a:t>
                      </a:r>
                      <a:endParaRPr lang="id-ID" sz="24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tc>
                <a:tc>
                  <a:txBody>
                    <a:bodyPr/>
                    <a:lstStyle/>
                    <a:p>
                      <a:pPr algn="ctr">
                        <a:lnSpc>
                          <a:spcPct val="100000"/>
                        </a:lnSpc>
                        <a:buNone/>
                      </a:pPr>
                      <a:r>
                        <a:rPr lang="id-ID" sz="2400" kern="0">
                          <a:effectLst/>
                        </a:rPr>
                        <a:t>Total Waktu (detik)</a:t>
                      </a:r>
                      <a:endParaRPr lang="id-ID" sz="24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2977888000"/>
                  </a:ext>
                </a:extLst>
              </a:tr>
              <a:tr h="344110">
                <a:tc>
                  <a:txBody>
                    <a:bodyPr/>
                    <a:lstStyle/>
                    <a:p>
                      <a:pPr algn="ctr">
                        <a:lnSpc>
                          <a:spcPct val="100000"/>
                        </a:lnSpc>
                        <a:buNone/>
                      </a:pPr>
                      <a:r>
                        <a:rPr lang="id-ID" sz="2400" kern="0">
                          <a:effectLst/>
                        </a:rPr>
                        <a:t>LightGBM</a:t>
                      </a:r>
                      <a:endParaRPr lang="id-ID" sz="24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tc>
                <a:tc>
                  <a:txBody>
                    <a:bodyPr/>
                    <a:lstStyle/>
                    <a:p>
                      <a:pPr algn="ctr">
                        <a:lnSpc>
                          <a:spcPct val="100000"/>
                        </a:lnSpc>
                        <a:buNone/>
                      </a:pPr>
                      <a:r>
                        <a:rPr lang="id-ID" sz="2400" kern="0" dirty="0">
                          <a:effectLst/>
                        </a:rPr>
                        <a:t>49,751553</a:t>
                      </a:r>
                      <a:endParaRPr lang="id-ID" sz="24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3043306476"/>
                  </a:ext>
                </a:extLst>
              </a:tr>
              <a:tr h="344110">
                <a:tc>
                  <a:txBody>
                    <a:bodyPr/>
                    <a:lstStyle/>
                    <a:p>
                      <a:pPr algn="ctr">
                        <a:lnSpc>
                          <a:spcPct val="100000"/>
                        </a:lnSpc>
                        <a:buNone/>
                      </a:pPr>
                      <a:r>
                        <a:rPr lang="id-ID" sz="2400" kern="0" dirty="0" err="1">
                          <a:effectLst/>
                        </a:rPr>
                        <a:t>AdaBoost</a:t>
                      </a:r>
                      <a:endParaRPr lang="id-ID" sz="24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tc>
                <a:tc>
                  <a:txBody>
                    <a:bodyPr/>
                    <a:lstStyle/>
                    <a:p>
                      <a:pPr algn="ctr">
                        <a:lnSpc>
                          <a:spcPct val="100000"/>
                        </a:lnSpc>
                        <a:buNone/>
                      </a:pPr>
                      <a:r>
                        <a:rPr lang="id-ID" sz="2400" kern="0" dirty="0">
                          <a:effectLst/>
                        </a:rPr>
                        <a:t>106,569891</a:t>
                      </a:r>
                      <a:endParaRPr lang="id-ID" sz="24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730430014"/>
                  </a:ext>
                </a:extLst>
              </a:tr>
              <a:tr h="344110">
                <a:tc>
                  <a:txBody>
                    <a:bodyPr/>
                    <a:lstStyle/>
                    <a:p>
                      <a:pPr algn="ctr">
                        <a:lnSpc>
                          <a:spcPct val="100000"/>
                        </a:lnSpc>
                        <a:buNone/>
                      </a:pPr>
                      <a:r>
                        <a:rPr lang="id-ID" sz="2400" kern="0">
                          <a:effectLst/>
                        </a:rPr>
                        <a:t>XGBoost</a:t>
                      </a:r>
                      <a:endParaRPr lang="id-ID" sz="24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tc>
                <a:tc>
                  <a:txBody>
                    <a:bodyPr/>
                    <a:lstStyle/>
                    <a:p>
                      <a:pPr algn="ctr">
                        <a:lnSpc>
                          <a:spcPct val="100000"/>
                        </a:lnSpc>
                        <a:buNone/>
                      </a:pPr>
                      <a:r>
                        <a:rPr lang="id-ID" sz="2400" kern="0" dirty="0">
                          <a:effectLst/>
                        </a:rPr>
                        <a:t>119,356985</a:t>
                      </a:r>
                      <a:endParaRPr lang="id-ID" sz="24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1434102894"/>
                  </a:ext>
                </a:extLst>
              </a:tr>
              <a:tr h="732582">
                <a:tc>
                  <a:txBody>
                    <a:bodyPr/>
                    <a:lstStyle/>
                    <a:p>
                      <a:pPr algn="ctr">
                        <a:lnSpc>
                          <a:spcPct val="100000"/>
                        </a:lnSpc>
                        <a:buNone/>
                      </a:pPr>
                      <a:r>
                        <a:rPr lang="id-ID" sz="2400" kern="0" dirty="0" err="1">
                          <a:effectLst/>
                        </a:rPr>
                        <a:t>Random</a:t>
                      </a:r>
                      <a:r>
                        <a:rPr lang="id-ID" sz="2400" kern="0" dirty="0">
                          <a:effectLst/>
                        </a:rPr>
                        <a:t> </a:t>
                      </a:r>
                      <a:r>
                        <a:rPr lang="id-ID" sz="2400" kern="0" dirty="0" err="1">
                          <a:effectLst/>
                        </a:rPr>
                        <a:t>Forest</a:t>
                      </a:r>
                      <a:endParaRPr lang="id-ID" sz="24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tc>
                <a:tc>
                  <a:txBody>
                    <a:bodyPr/>
                    <a:lstStyle/>
                    <a:p>
                      <a:pPr algn="ctr">
                        <a:lnSpc>
                          <a:spcPct val="100000"/>
                        </a:lnSpc>
                        <a:buNone/>
                      </a:pPr>
                      <a:r>
                        <a:rPr lang="id-ID" sz="2400" kern="0" dirty="0">
                          <a:effectLst/>
                        </a:rPr>
                        <a:t>136,376029</a:t>
                      </a:r>
                      <a:endParaRPr lang="id-ID" sz="24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2744202180"/>
                  </a:ext>
                </a:extLst>
              </a:tr>
            </a:tbl>
          </a:graphicData>
        </a:graphic>
      </p:graphicFrame>
    </p:spTree>
    <p:extLst>
      <p:ext uri="{BB962C8B-B14F-4D97-AF65-F5344CB8AC3E}">
        <p14:creationId xmlns:p14="http://schemas.microsoft.com/office/powerpoint/2010/main" val="686590582"/>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0BE9B2-BD9E-3829-CDA3-16F34DE214A4}"/>
            </a:ext>
          </a:extLst>
        </p:cNvPr>
        <p:cNvGrpSpPr/>
        <p:nvPr/>
      </p:nvGrpSpPr>
      <p:grpSpPr>
        <a:xfrm>
          <a:off x="0" y="0"/>
          <a:ext cx="0" cy="0"/>
          <a:chOff x="0" y="0"/>
          <a:chExt cx="0" cy="0"/>
        </a:xfrm>
      </p:grpSpPr>
      <p:sp>
        <p:nvSpPr>
          <p:cNvPr id="2" name="Judul 1">
            <a:extLst>
              <a:ext uri="{FF2B5EF4-FFF2-40B4-BE49-F238E27FC236}">
                <a16:creationId xmlns:a16="http://schemas.microsoft.com/office/drawing/2014/main" id="{5B1EA537-9169-02A6-EDB0-1B7D5020398D}"/>
              </a:ext>
            </a:extLst>
          </p:cNvPr>
          <p:cNvSpPr>
            <a:spLocks noGrp="1"/>
          </p:cNvSpPr>
          <p:nvPr>
            <p:ph type="title"/>
          </p:nvPr>
        </p:nvSpPr>
        <p:spPr>
          <a:xfrm>
            <a:off x="1167492" y="381000"/>
            <a:ext cx="9779183" cy="1325563"/>
          </a:xfrm>
        </p:spPr>
        <p:txBody>
          <a:bodyPr rtlCol="0"/>
          <a:lstStyle/>
          <a:p>
            <a:r>
              <a:rPr lang="en-GB" dirty="0" err="1"/>
              <a:t>Interpretasi</a:t>
            </a:r>
            <a:r>
              <a:rPr lang="en-GB" dirty="0"/>
              <a:t> Hasil:</a:t>
            </a:r>
            <a:br>
              <a:rPr lang="en-GB" dirty="0"/>
            </a:br>
            <a:r>
              <a:rPr lang="id-ID" dirty="0" err="1"/>
              <a:t>Practical</a:t>
            </a:r>
            <a:r>
              <a:rPr lang="id-ID" dirty="0"/>
              <a:t> </a:t>
            </a:r>
            <a:r>
              <a:rPr lang="id-ID" dirty="0" err="1"/>
              <a:t>Application</a:t>
            </a:r>
            <a:endParaRPr lang="id-ID" dirty="0"/>
          </a:p>
        </p:txBody>
      </p:sp>
      <p:sp>
        <p:nvSpPr>
          <p:cNvPr id="4" name="Tampungan Konten 3">
            <a:extLst>
              <a:ext uri="{FF2B5EF4-FFF2-40B4-BE49-F238E27FC236}">
                <a16:creationId xmlns:a16="http://schemas.microsoft.com/office/drawing/2014/main" id="{B51669DD-E4ED-825D-E3EF-0D050271A08B}"/>
              </a:ext>
            </a:extLst>
          </p:cNvPr>
          <p:cNvSpPr>
            <a:spLocks noGrp="1"/>
          </p:cNvSpPr>
          <p:nvPr>
            <p:ph idx="1"/>
          </p:nvPr>
        </p:nvSpPr>
        <p:spPr>
          <a:xfrm>
            <a:off x="1167492" y="2020529"/>
            <a:ext cx="7888017" cy="3657600"/>
          </a:xfrm>
        </p:spPr>
        <p:txBody>
          <a:bodyPr vert="horz" lIns="91440" tIns="45720" rIns="91440" bIns="45720" rtlCol="0" anchor="t">
            <a:normAutofit/>
          </a:bodyPr>
          <a:lstStyle/>
          <a:p>
            <a:r>
              <a:rPr lang="id-ID" sz="3200" dirty="0"/>
              <a:t>Model diaplikasikan pada studi kasus pertandingan Piala Dunia 2022, dan juga diimplementasikan dalam sebuah antarmuka web interaktif menggunakan </a:t>
            </a:r>
            <a:r>
              <a:rPr lang="id-ID" sz="3200" dirty="0" err="1"/>
              <a:t>Streamlit</a:t>
            </a:r>
            <a:r>
              <a:rPr lang="id-ID" sz="3200" dirty="0"/>
              <a:t> untuk mempermudah analisis dan simulasi tembakan secara langsung.</a:t>
            </a:r>
          </a:p>
        </p:txBody>
      </p:sp>
      <p:sp>
        <p:nvSpPr>
          <p:cNvPr id="9" name="Tampungan Nomor Slide 8">
            <a:extLst>
              <a:ext uri="{FF2B5EF4-FFF2-40B4-BE49-F238E27FC236}">
                <a16:creationId xmlns:a16="http://schemas.microsoft.com/office/drawing/2014/main" id="{79D63349-4937-48E4-4810-C10138729F34}"/>
              </a:ext>
            </a:extLst>
          </p:cNvPr>
          <p:cNvSpPr>
            <a:spLocks noGrp="1"/>
          </p:cNvSpPr>
          <p:nvPr>
            <p:ph type="sldNum" sz="quarter" idx="4"/>
          </p:nvPr>
        </p:nvSpPr>
        <p:spPr>
          <a:xfrm>
            <a:off x="10153276" y="6356350"/>
            <a:ext cx="1657723" cy="365125"/>
          </a:xfrm>
        </p:spPr>
        <p:txBody>
          <a:bodyPr rtlCol="0"/>
          <a:lstStyle/>
          <a:p>
            <a:pPr rtl="0"/>
            <a:fld id="{294A09A9-5501-47C1-A89A-A340965A2BE2}" type="slidenum">
              <a:rPr lang="id-ID" smtClean="0"/>
              <a:pPr rtl="0"/>
              <a:t>82</a:t>
            </a:fld>
            <a:endParaRPr lang="id-ID"/>
          </a:p>
        </p:txBody>
      </p:sp>
    </p:spTree>
    <p:extLst>
      <p:ext uri="{BB962C8B-B14F-4D97-AF65-F5344CB8AC3E}">
        <p14:creationId xmlns:p14="http://schemas.microsoft.com/office/powerpoint/2010/main" val="4235873273"/>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1C5BE3-C8BB-E402-B9A3-164F98C093BA}"/>
            </a:ext>
          </a:extLst>
        </p:cNvPr>
        <p:cNvGrpSpPr/>
        <p:nvPr/>
      </p:nvGrpSpPr>
      <p:grpSpPr>
        <a:xfrm>
          <a:off x="0" y="0"/>
          <a:ext cx="0" cy="0"/>
          <a:chOff x="0" y="0"/>
          <a:chExt cx="0" cy="0"/>
        </a:xfrm>
      </p:grpSpPr>
      <p:sp>
        <p:nvSpPr>
          <p:cNvPr id="2" name="Judul 1">
            <a:extLst>
              <a:ext uri="{FF2B5EF4-FFF2-40B4-BE49-F238E27FC236}">
                <a16:creationId xmlns:a16="http://schemas.microsoft.com/office/drawing/2014/main" id="{62F9B084-B0B4-042B-4EFB-190DB6FE22FD}"/>
              </a:ext>
            </a:extLst>
          </p:cNvPr>
          <p:cNvSpPr>
            <a:spLocks noGrp="1"/>
          </p:cNvSpPr>
          <p:nvPr>
            <p:ph type="title"/>
          </p:nvPr>
        </p:nvSpPr>
        <p:spPr>
          <a:xfrm>
            <a:off x="1167492" y="381000"/>
            <a:ext cx="9779183" cy="1325563"/>
          </a:xfrm>
        </p:spPr>
        <p:txBody>
          <a:bodyPr rtlCol="0"/>
          <a:lstStyle/>
          <a:p>
            <a:r>
              <a:rPr lang="en-GB" dirty="0" err="1"/>
              <a:t>Interpretasi</a:t>
            </a:r>
            <a:r>
              <a:rPr lang="en-GB" dirty="0"/>
              <a:t> Hasil:</a:t>
            </a:r>
            <a:br>
              <a:rPr lang="en-GB" dirty="0"/>
            </a:br>
            <a:r>
              <a:rPr lang="id-ID" dirty="0" err="1"/>
              <a:t>Practical</a:t>
            </a:r>
            <a:r>
              <a:rPr lang="id-ID" dirty="0"/>
              <a:t> </a:t>
            </a:r>
            <a:r>
              <a:rPr lang="id-ID" dirty="0" err="1"/>
              <a:t>Application</a:t>
            </a:r>
            <a:endParaRPr lang="id-ID" dirty="0"/>
          </a:p>
        </p:txBody>
      </p:sp>
      <p:sp>
        <p:nvSpPr>
          <p:cNvPr id="9" name="Tampungan Nomor Slide 8">
            <a:extLst>
              <a:ext uri="{FF2B5EF4-FFF2-40B4-BE49-F238E27FC236}">
                <a16:creationId xmlns:a16="http://schemas.microsoft.com/office/drawing/2014/main" id="{6FCCE5CA-D53D-6772-B345-F8667B18925A}"/>
              </a:ext>
            </a:extLst>
          </p:cNvPr>
          <p:cNvSpPr>
            <a:spLocks noGrp="1"/>
          </p:cNvSpPr>
          <p:nvPr>
            <p:ph type="sldNum" sz="quarter" idx="4"/>
          </p:nvPr>
        </p:nvSpPr>
        <p:spPr>
          <a:xfrm>
            <a:off x="10153276" y="6356350"/>
            <a:ext cx="1657723" cy="365125"/>
          </a:xfrm>
        </p:spPr>
        <p:txBody>
          <a:bodyPr rtlCol="0"/>
          <a:lstStyle/>
          <a:p>
            <a:pPr rtl="0"/>
            <a:fld id="{294A09A9-5501-47C1-A89A-A340965A2BE2}" type="slidenum">
              <a:rPr lang="id-ID" smtClean="0"/>
              <a:pPr rtl="0"/>
              <a:t>83</a:t>
            </a:fld>
            <a:endParaRPr lang="id-ID"/>
          </a:p>
        </p:txBody>
      </p:sp>
      <p:graphicFrame>
        <p:nvGraphicFramePr>
          <p:cNvPr id="6" name="Content Placeholder 5">
            <a:extLst>
              <a:ext uri="{FF2B5EF4-FFF2-40B4-BE49-F238E27FC236}">
                <a16:creationId xmlns:a16="http://schemas.microsoft.com/office/drawing/2014/main" id="{CED8D616-69E6-DD3A-DE50-D705E8F7F0CE}"/>
              </a:ext>
            </a:extLst>
          </p:cNvPr>
          <p:cNvGraphicFramePr>
            <a:graphicFrameLocks noGrp="1"/>
          </p:cNvGraphicFramePr>
          <p:nvPr>
            <p:ph idx="1"/>
            <p:extLst>
              <p:ext uri="{D42A27DB-BD31-4B8C-83A1-F6EECF244321}">
                <p14:modId xmlns:p14="http://schemas.microsoft.com/office/powerpoint/2010/main" val="1801058003"/>
              </p:ext>
            </p:extLst>
          </p:nvPr>
        </p:nvGraphicFramePr>
        <p:xfrm>
          <a:off x="1259373" y="2005333"/>
          <a:ext cx="9673254" cy="1938330"/>
        </p:xfrm>
        <a:graphic>
          <a:graphicData uri="http://schemas.openxmlformats.org/drawingml/2006/table">
            <a:tbl>
              <a:tblPr firstRow="1" firstCol="1" bandRow="1">
                <a:tableStyleId>{5C22544A-7EE6-4342-B048-85BDC9FD1C3A}</a:tableStyleId>
              </a:tblPr>
              <a:tblGrid>
                <a:gridCol w="1612209">
                  <a:extLst>
                    <a:ext uri="{9D8B030D-6E8A-4147-A177-3AD203B41FA5}">
                      <a16:colId xmlns:a16="http://schemas.microsoft.com/office/drawing/2014/main" val="3821786371"/>
                    </a:ext>
                  </a:extLst>
                </a:gridCol>
                <a:gridCol w="1612209">
                  <a:extLst>
                    <a:ext uri="{9D8B030D-6E8A-4147-A177-3AD203B41FA5}">
                      <a16:colId xmlns:a16="http://schemas.microsoft.com/office/drawing/2014/main" val="3764614516"/>
                    </a:ext>
                  </a:extLst>
                </a:gridCol>
                <a:gridCol w="1612209">
                  <a:extLst>
                    <a:ext uri="{9D8B030D-6E8A-4147-A177-3AD203B41FA5}">
                      <a16:colId xmlns:a16="http://schemas.microsoft.com/office/drawing/2014/main" val="2557148676"/>
                    </a:ext>
                  </a:extLst>
                </a:gridCol>
                <a:gridCol w="1612209">
                  <a:extLst>
                    <a:ext uri="{9D8B030D-6E8A-4147-A177-3AD203B41FA5}">
                      <a16:colId xmlns:a16="http://schemas.microsoft.com/office/drawing/2014/main" val="2175512852"/>
                    </a:ext>
                  </a:extLst>
                </a:gridCol>
                <a:gridCol w="1612209">
                  <a:extLst>
                    <a:ext uri="{9D8B030D-6E8A-4147-A177-3AD203B41FA5}">
                      <a16:colId xmlns:a16="http://schemas.microsoft.com/office/drawing/2014/main" val="1394321509"/>
                    </a:ext>
                  </a:extLst>
                </a:gridCol>
                <a:gridCol w="1612209">
                  <a:extLst>
                    <a:ext uri="{9D8B030D-6E8A-4147-A177-3AD203B41FA5}">
                      <a16:colId xmlns:a16="http://schemas.microsoft.com/office/drawing/2014/main" val="956338680"/>
                    </a:ext>
                  </a:extLst>
                </a:gridCol>
              </a:tblGrid>
              <a:tr h="619581">
                <a:tc>
                  <a:txBody>
                    <a:bodyPr/>
                    <a:lstStyle/>
                    <a:p>
                      <a:pPr algn="ctr">
                        <a:lnSpc>
                          <a:spcPct val="100000"/>
                        </a:lnSpc>
                        <a:buNone/>
                      </a:pPr>
                      <a:r>
                        <a:rPr lang="id-ID" sz="1800" kern="0">
                          <a:effectLst/>
                        </a:rPr>
                        <a:t>Tim Nasional</a:t>
                      </a:r>
                      <a:endParaRPr lang="id-ID" sz="20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27984" marR="27984" marT="0" marB="0" anchor="ctr"/>
                </a:tc>
                <a:tc>
                  <a:txBody>
                    <a:bodyPr/>
                    <a:lstStyle/>
                    <a:p>
                      <a:pPr algn="ctr">
                        <a:lnSpc>
                          <a:spcPct val="100000"/>
                        </a:lnSpc>
                        <a:buNone/>
                      </a:pPr>
                      <a:r>
                        <a:rPr lang="id-ID" sz="1800" kern="0" dirty="0">
                          <a:effectLst/>
                        </a:rPr>
                        <a:t>Total </a:t>
                      </a:r>
                      <a:r>
                        <a:rPr lang="id-ID" sz="1800" kern="0" dirty="0" err="1">
                          <a:effectLst/>
                        </a:rPr>
                        <a:t>xG</a:t>
                      </a:r>
                      <a:endParaRPr lang="id-ID" sz="20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27984" marR="27984" marT="0" marB="0" anchor="ctr"/>
                </a:tc>
                <a:tc>
                  <a:txBody>
                    <a:bodyPr/>
                    <a:lstStyle/>
                    <a:p>
                      <a:pPr algn="ctr">
                        <a:lnSpc>
                          <a:spcPct val="100000"/>
                        </a:lnSpc>
                        <a:buNone/>
                      </a:pPr>
                      <a:r>
                        <a:rPr lang="id-ID" sz="1800" kern="0">
                          <a:effectLst/>
                        </a:rPr>
                        <a:t>Jumlah Tembakan</a:t>
                      </a:r>
                      <a:endParaRPr lang="id-ID" sz="20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27984" marR="27984" marT="0" marB="0" anchor="ctr"/>
                </a:tc>
                <a:tc>
                  <a:txBody>
                    <a:bodyPr/>
                    <a:lstStyle/>
                    <a:p>
                      <a:pPr algn="ctr">
                        <a:lnSpc>
                          <a:spcPct val="100000"/>
                        </a:lnSpc>
                        <a:buNone/>
                      </a:pPr>
                      <a:r>
                        <a:rPr lang="id-ID" sz="1800" kern="0">
                          <a:effectLst/>
                        </a:rPr>
                        <a:t>Jumlah Gol Aktual</a:t>
                      </a:r>
                      <a:endParaRPr lang="id-ID" sz="20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27984" marR="27984" marT="0" marB="0" anchor="ctr"/>
                </a:tc>
                <a:tc>
                  <a:txBody>
                    <a:bodyPr/>
                    <a:lstStyle/>
                    <a:p>
                      <a:pPr algn="ctr">
                        <a:lnSpc>
                          <a:spcPct val="100000"/>
                        </a:lnSpc>
                        <a:buNone/>
                      </a:pPr>
                      <a:r>
                        <a:rPr lang="id-ID" sz="1800" kern="0">
                          <a:effectLst/>
                        </a:rPr>
                        <a:t>Rata-rata xG per Tembakan</a:t>
                      </a:r>
                      <a:endParaRPr lang="id-ID" sz="20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27984" marR="27984" marT="0" marB="0" anchor="ctr"/>
                </a:tc>
                <a:tc>
                  <a:txBody>
                    <a:bodyPr/>
                    <a:lstStyle/>
                    <a:p>
                      <a:pPr algn="ctr">
                        <a:lnSpc>
                          <a:spcPct val="100000"/>
                        </a:lnSpc>
                        <a:buNone/>
                      </a:pPr>
                      <a:r>
                        <a:rPr lang="id-ID" sz="1800" kern="0">
                          <a:effectLst/>
                        </a:rPr>
                        <a:t>Diferensial Gol (Gol − xG)</a:t>
                      </a:r>
                      <a:endParaRPr lang="id-ID" sz="20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27984" marR="27984" marT="0" marB="0" anchor="ctr"/>
                </a:tc>
                <a:extLst>
                  <a:ext uri="{0D108BD9-81ED-4DB2-BD59-A6C34878D82A}">
                    <a16:rowId xmlns:a16="http://schemas.microsoft.com/office/drawing/2014/main" val="2425102042"/>
                  </a:ext>
                </a:extLst>
              </a:tr>
              <a:tr h="619581">
                <a:tc>
                  <a:txBody>
                    <a:bodyPr/>
                    <a:lstStyle/>
                    <a:p>
                      <a:pPr algn="ctr">
                        <a:lnSpc>
                          <a:spcPct val="100000"/>
                        </a:lnSpc>
                        <a:buNone/>
                      </a:pPr>
                      <a:r>
                        <a:rPr lang="id-ID" sz="1800" kern="0">
                          <a:effectLst/>
                        </a:rPr>
                        <a:t>Inggris</a:t>
                      </a:r>
                      <a:endParaRPr lang="id-ID" sz="20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27984" marR="27984" marT="0" marB="0" anchor="ctr"/>
                </a:tc>
                <a:tc>
                  <a:txBody>
                    <a:bodyPr/>
                    <a:lstStyle/>
                    <a:p>
                      <a:pPr algn="ctr">
                        <a:lnSpc>
                          <a:spcPct val="100000"/>
                        </a:lnSpc>
                        <a:buNone/>
                      </a:pPr>
                      <a:r>
                        <a:rPr lang="id-ID" sz="1800" kern="0">
                          <a:effectLst/>
                        </a:rPr>
                        <a:t>3,09</a:t>
                      </a:r>
                      <a:endParaRPr lang="id-ID" sz="20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27984" marR="27984" marT="0" marB="0" anchor="ctr"/>
                </a:tc>
                <a:tc>
                  <a:txBody>
                    <a:bodyPr/>
                    <a:lstStyle/>
                    <a:p>
                      <a:pPr algn="ctr">
                        <a:lnSpc>
                          <a:spcPct val="100000"/>
                        </a:lnSpc>
                        <a:buNone/>
                      </a:pPr>
                      <a:r>
                        <a:rPr lang="id-ID" sz="1800" kern="0">
                          <a:effectLst/>
                        </a:rPr>
                        <a:t>13</a:t>
                      </a:r>
                      <a:endParaRPr lang="id-ID" sz="20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27984" marR="27984" marT="0" marB="0" anchor="ctr"/>
                </a:tc>
                <a:tc>
                  <a:txBody>
                    <a:bodyPr/>
                    <a:lstStyle/>
                    <a:p>
                      <a:pPr algn="ctr">
                        <a:lnSpc>
                          <a:spcPct val="100000"/>
                        </a:lnSpc>
                        <a:buNone/>
                      </a:pPr>
                      <a:r>
                        <a:rPr lang="id-ID" sz="1800" kern="0">
                          <a:effectLst/>
                        </a:rPr>
                        <a:t>6</a:t>
                      </a:r>
                      <a:endParaRPr lang="id-ID" sz="20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27984" marR="27984" marT="0" marB="0" anchor="ctr"/>
                </a:tc>
                <a:tc>
                  <a:txBody>
                    <a:bodyPr/>
                    <a:lstStyle/>
                    <a:p>
                      <a:pPr algn="ctr">
                        <a:lnSpc>
                          <a:spcPct val="100000"/>
                        </a:lnSpc>
                        <a:buNone/>
                      </a:pPr>
                      <a:r>
                        <a:rPr lang="id-ID" sz="1800" kern="0">
                          <a:effectLst/>
                        </a:rPr>
                        <a:t>0,238</a:t>
                      </a:r>
                      <a:endParaRPr lang="id-ID" sz="20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27984" marR="27984" marT="0" marB="0" anchor="ctr"/>
                </a:tc>
                <a:tc>
                  <a:txBody>
                    <a:bodyPr/>
                    <a:lstStyle/>
                    <a:p>
                      <a:pPr algn="ctr">
                        <a:lnSpc>
                          <a:spcPct val="100000"/>
                        </a:lnSpc>
                        <a:buNone/>
                      </a:pPr>
                      <a:r>
                        <a:rPr lang="id-ID" sz="1800" kern="0">
                          <a:effectLst/>
                        </a:rPr>
                        <a:t>+2,91</a:t>
                      </a:r>
                      <a:endParaRPr lang="id-ID" sz="20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27984" marR="27984" marT="0" marB="0" anchor="ctr"/>
                </a:tc>
                <a:extLst>
                  <a:ext uri="{0D108BD9-81ED-4DB2-BD59-A6C34878D82A}">
                    <a16:rowId xmlns:a16="http://schemas.microsoft.com/office/drawing/2014/main" val="2698043689"/>
                  </a:ext>
                </a:extLst>
              </a:tr>
              <a:tr h="699168">
                <a:tc>
                  <a:txBody>
                    <a:bodyPr/>
                    <a:lstStyle/>
                    <a:p>
                      <a:pPr algn="ctr">
                        <a:lnSpc>
                          <a:spcPct val="100000"/>
                        </a:lnSpc>
                        <a:buNone/>
                      </a:pPr>
                      <a:r>
                        <a:rPr lang="id-ID" sz="1800" kern="0">
                          <a:effectLst/>
                        </a:rPr>
                        <a:t>Iran</a:t>
                      </a:r>
                      <a:endParaRPr lang="id-ID" sz="20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27984" marR="27984" marT="0" marB="0" anchor="ctr"/>
                </a:tc>
                <a:tc>
                  <a:txBody>
                    <a:bodyPr/>
                    <a:lstStyle/>
                    <a:p>
                      <a:pPr algn="ctr">
                        <a:lnSpc>
                          <a:spcPct val="100000"/>
                        </a:lnSpc>
                        <a:buNone/>
                      </a:pPr>
                      <a:r>
                        <a:rPr lang="id-ID" sz="1800" kern="0">
                          <a:effectLst/>
                        </a:rPr>
                        <a:t>0,87</a:t>
                      </a:r>
                      <a:endParaRPr lang="id-ID" sz="20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27984" marR="27984" marT="0" marB="0" anchor="ctr"/>
                </a:tc>
                <a:tc>
                  <a:txBody>
                    <a:bodyPr/>
                    <a:lstStyle/>
                    <a:p>
                      <a:pPr algn="ctr">
                        <a:lnSpc>
                          <a:spcPct val="100000"/>
                        </a:lnSpc>
                        <a:buNone/>
                      </a:pPr>
                      <a:r>
                        <a:rPr lang="id-ID" sz="1800" kern="0">
                          <a:effectLst/>
                        </a:rPr>
                        <a:t>7</a:t>
                      </a:r>
                      <a:endParaRPr lang="id-ID" sz="20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27984" marR="27984" marT="0" marB="0" anchor="ctr"/>
                </a:tc>
                <a:tc>
                  <a:txBody>
                    <a:bodyPr/>
                    <a:lstStyle/>
                    <a:p>
                      <a:pPr algn="ctr">
                        <a:lnSpc>
                          <a:spcPct val="100000"/>
                        </a:lnSpc>
                        <a:buNone/>
                      </a:pPr>
                      <a:r>
                        <a:rPr lang="id-ID" sz="1800" kern="0">
                          <a:effectLst/>
                        </a:rPr>
                        <a:t>1</a:t>
                      </a:r>
                      <a:endParaRPr lang="id-ID" sz="20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27984" marR="27984" marT="0" marB="0" anchor="ctr"/>
                </a:tc>
                <a:tc>
                  <a:txBody>
                    <a:bodyPr/>
                    <a:lstStyle/>
                    <a:p>
                      <a:pPr algn="ctr">
                        <a:lnSpc>
                          <a:spcPct val="100000"/>
                        </a:lnSpc>
                        <a:buNone/>
                      </a:pPr>
                      <a:r>
                        <a:rPr lang="id-ID" sz="1800" kern="0">
                          <a:effectLst/>
                        </a:rPr>
                        <a:t>0,125</a:t>
                      </a:r>
                      <a:endParaRPr lang="id-ID" sz="20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27984" marR="27984" marT="0" marB="0" anchor="ctr"/>
                </a:tc>
                <a:tc>
                  <a:txBody>
                    <a:bodyPr/>
                    <a:lstStyle/>
                    <a:p>
                      <a:pPr algn="ctr">
                        <a:lnSpc>
                          <a:spcPct val="100000"/>
                        </a:lnSpc>
                        <a:buNone/>
                      </a:pPr>
                      <a:r>
                        <a:rPr lang="id-ID" sz="1800" kern="0" dirty="0">
                          <a:effectLst/>
                        </a:rPr>
                        <a:t>+0,13</a:t>
                      </a:r>
                      <a:endParaRPr lang="id-ID" sz="20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27984" marR="27984" marT="0" marB="0" anchor="ctr"/>
                </a:tc>
                <a:extLst>
                  <a:ext uri="{0D108BD9-81ED-4DB2-BD59-A6C34878D82A}">
                    <a16:rowId xmlns:a16="http://schemas.microsoft.com/office/drawing/2014/main" val="1852774766"/>
                  </a:ext>
                </a:extLst>
              </a:tr>
            </a:tbl>
          </a:graphicData>
        </a:graphic>
      </p:graphicFrame>
      <p:pic>
        <p:nvPicPr>
          <p:cNvPr id="4098" name="Picture 2" descr="England 6-2 Iran: World Cup 2022 – as it happened | World Cup 2022 | The  Guardian">
            <a:extLst>
              <a:ext uri="{FF2B5EF4-FFF2-40B4-BE49-F238E27FC236}">
                <a16:creationId xmlns:a16="http://schemas.microsoft.com/office/drawing/2014/main" id="{5EA17F0B-CF37-7418-6F59-B0A84C37EAA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59373" y="4169902"/>
            <a:ext cx="4035652" cy="255157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90731210"/>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2C6830-272B-93D7-BBE6-714BEF7E03E9}"/>
            </a:ext>
          </a:extLst>
        </p:cNvPr>
        <p:cNvGrpSpPr/>
        <p:nvPr/>
      </p:nvGrpSpPr>
      <p:grpSpPr>
        <a:xfrm>
          <a:off x="0" y="0"/>
          <a:ext cx="0" cy="0"/>
          <a:chOff x="0" y="0"/>
          <a:chExt cx="0" cy="0"/>
        </a:xfrm>
      </p:grpSpPr>
      <p:sp>
        <p:nvSpPr>
          <p:cNvPr id="2" name="Judul 1">
            <a:extLst>
              <a:ext uri="{FF2B5EF4-FFF2-40B4-BE49-F238E27FC236}">
                <a16:creationId xmlns:a16="http://schemas.microsoft.com/office/drawing/2014/main" id="{83CD3B3E-08C9-38BA-3437-26D33BE19B01}"/>
              </a:ext>
            </a:extLst>
          </p:cNvPr>
          <p:cNvSpPr>
            <a:spLocks noGrp="1"/>
          </p:cNvSpPr>
          <p:nvPr>
            <p:ph type="title"/>
          </p:nvPr>
        </p:nvSpPr>
        <p:spPr>
          <a:xfrm>
            <a:off x="1167492" y="381000"/>
            <a:ext cx="9779183" cy="725129"/>
          </a:xfrm>
        </p:spPr>
        <p:txBody>
          <a:bodyPr rtlCol="0"/>
          <a:lstStyle/>
          <a:p>
            <a:r>
              <a:rPr lang="id-ID" dirty="0" err="1"/>
              <a:t>Practical</a:t>
            </a:r>
            <a:r>
              <a:rPr lang="id-ID" dirty="0"/>
              <a:t> </a:t>
            </a:r>
            <a:r>
              <a:rPr lang="id-ID" dirty="0" err="1"/>
              <a:t>Application</a:t>
            </a:r>
            <a:endParaRPr lang="id-ID" dirty="0"/>
          </a:p>
        </p:txBody>
      </p:sp>
      <p:sp>
        <p:nvSpPr>
          <p:cNvPr id="9" name="Tampungan Nomor Slide 8">
            <a:extLst>
              <a:ext uri="{FF2B5EF4-FFF2-40B4-BE49-F238E27FC236}">
                <a16:creationId xmlns:a16="http://schemas.microsoft.com/office/drawing/2014/main" id="{CA5B6A55-5C7A-0DCF-004C-AF319B25AD50}"/>
              </a:ext>
            </a:extLst>
          </p:cNvPr>
          <p:cNvSpPr>
            <a:spLocks noGrp="1"/>
          </p:cNvSpPr>
          <p:nvPr>
            <p:ph type="sldNum" sz="quarter" idx="4"/>
          </p:nvPr>
        </p:nvSpPr>
        <p:spPr>
          <a:xfrm>
            <a:off x="10153276" y="6356350"/>
            <a:ext cx="1657723" cy="365125"/>
          </a:xfrm>
        </p:spPr>
        <p:txBody>
          <a:bodyPr rtlCol="0"/>
          <a:lstStyle/>
          <a:p>
            <a:pPr rtl="0"/>
            <a:fld id="{294A09A9-5501-47C1-A89A-A340965A2BE2}" type="slidenum">
              <a:rPr lang="id-ID" smtClean="0"/>
              <a:pPr rtl="0"/>
              <a:t>84</a:t>
            </a:fld>
            <a:endParaRPr lang="id-ID"/>
          </a:p>
        </p:txBody>
      </p:sp>
      <p:sp>
        <p:nvSpPr>
          <p:cNvPr id="4" name="Content Placeholder 3">
            <a:extLst>
              <a:ext uri="{FF2B5EF4-FFF2-40B4-BE49-F238E27FC236}">
                <a16:creationId xmlns:a16="http://schemas.microsoft.com/office/drawing/2014/main" id="{C58F759E-2193-18F2-5A01-E50B7759075E}"/>
              </a:ext>
            </a:extLst>
          </p:cNvPr>
          <p:cNvSpPr>
            <a:spLocks noGrp="1"/>
          </p:cNvSpPr>
          <p:nvPr>
            <p:ph idx="1"/>
          </p:nvPr>
        </p:nvSpPr>
        <p:spPr/>
        <p:txBody>
          <a:bodyPr/>
          <a:lstStyle/>
          <a:p>
            <a:endParaRPr lang="id-ID"/>
          </a:p>
        </p:txBody>
      </p:sp>
      <p:pic>
        <p:nvPicPr>
          <p:cNvPr id="5" name="Picture 4">
            <a:extLst>
              <a:ext uri="{FF2B5EF4-FFF2-40B4-BE49-F238E27FC236}">
                <a16:creationId xmlns:a16="http://schemas.microsoft.com/office/drawing/2014/main" id="{D177385D-24F8-1321-49A8-8D0E101C99FE}"/>
              </a:ext>
            </a:extLst>
          </p:cNvPr>
          <p:cNvPicPr>
            <a:picLocks noChangeAspect="1"/>
          </p:cNvPicPr>
          <p:nvPr/>
        </p:nvPicPr>
        <p:blipFill>
          <a:blip r:embed="rId3"/>
          <a:stretch>
            <a:fillRect/>
          </a:stretch>
        </p:blipFill>
        <p:spPr>
          <a:xfrm>
            <a:off x="1084322" y="1125220"/>
            <a:ext cx="5039995" cy="2303780"/>
          </a:xfrm>
          <a:prstGeom prst="rect">
            <a:avLst/>
          </a:prstGeom>
        </p:spPr>
      </p:pic>
      <p:pic>
        <p:nvPicPr>
          <p:cNvPr id="7" name="Picture 6">
            <a:extLst>
              <a:ext uri="{FF2B5EF4-FFF2-40B4-BE49-F238E27FC236}">
                <a16:creationId xmlns:a16="http://schemas.microsoft.com/office/drawing/2014/main" id="{F0FE145E-EB07-70F1-E97A-19648CC0DC48}"/>
              </a:ext>
            </a:extLst>
          </p:cNvPr>
          <p:cNvPicPr>
            <a:picLocks noChangeAspect="1"/>
          </p:cNvPicPr>
          <p:nvPr/>
        </p:nvPicPr>
        <p:blipFill>
          <a:blip r:embed="rId4"/>
          <a:stretch>
            <a:fillRect/>
          </a:stretch>
        </p:blipFill>
        <p:spPr>
          <a:xfrm>
            <a:off x="1084322" y="3517130"/>
            <a:ext cx="5039995" cy="2271395"/>
          </a:xfrm>
          <a:prstGeom prst="rect">
            <a:avLst/>
          </a:prstGeom>
        </p:spPr>
      </p:pic>
      <p:pic>
        <p:nvPicPr>
          <p:cNvPr id="8" name="Picture 7">
            <a:extLst>
              <a:ext uri="{FF2B5EF4-FFF2-40B4-BE49-F238E27FC236}">
                <a16:creationId xmlns:a16="http://schemas.microsoft.com/office/drawing/2014/main" id="{70E33C43-7703-FA1A-9547-68D7AEF8ACF5}"/>
              </a:ext>
            </a:extLst>
          </p:cNvPr>
          <p:cNvPicPr>
            <a:picLocks noChangeAspect="1"/>
          </p:cNvPicPr>
          <p:nvPr/>
        </p:nvPicPr>
        <p:blipFill>
          <a:blip r:embed="rId5"/>
          <a:stretch>
            <a:fillRect/>
          </a:stretch>
        </p:blipFill>
        <p:spPr>
          <a:xfrm>
            <a:off x="6207488" y="1099185"/>
            <a:ext cx="5039995" cy="2329815"/>
          </a:xfrm>
          <a:prstGeom prst="rect">
            <a:avLst/>
          </a:prstGeom>
        </p:spPr>
      </p:pic>
      <p:pic>
        <p:nvPicPr>
          <p:cNvPr id="10" name="Picture 9">
            <a:extLst>
              <a:ext uri="{FF2B5EF4-FFF2-40B4-BE49-F238E27FC236}">
                <a16:creationId xmlns:a16="http://schemas.microsoft.com/office/drawing/2014/main" id="{F07C19E9-A3A5-71A0-113B-8D456179A8FD}"/>
              </a:ext>
            </a:extLst>
          </p:cNvPr>
          <p:cNvPicPr>
            <a:picLocks noChangeAspect="1"/>
          </p:cNvPicPr>
          <p:nvPr/>
        </p:nvPicPr>
        <p:blipFill>
          <a:blip r:embed="rId6"/>
          <a:stretch>
            <a:fillRect/>
          </a:stretch>
        </p:blipFill>
        <p:spPr>
          <a:xfrm>
            <a:off x="6207488" y="3461385"/>
            <a:ext cx="5039995" cy="2319020"/>
          </a:xfrm>
          <a:prstGeom prst="rect">
            <a:avLst/>
          </a:prstGeom>
        </p:spPr>
      </p:pic>
      <p:sp>
        <p:nvSpPr>
          <p:cNvPr id="12" name="TextBox 11">
            <a:extLst>
              <a:ext uri="{FF2B5EF4-FFF2-40B4-BE49-F238E27FC236}">
                <a16:creationId xmlns:a16="http://schemas.microsoft.com/office/drawing/2014/main" id="{7B730CDA-309F-FF82-0E27-AF6ABD1C16EB}"/>
              </a:ext>
            </a:extLst>
          </p:cNvPr>
          <p:cNvSpPr txBox="1"/>
          <p:nvPr/>
        </p:nvSpPr>
        <p:spPr>
          <a:xfrm>
            <a:off x="1084322" y="5890091"/>
            <a:ext cx="6096000" cy="369332"/>
          </a:xfrm>
          <a:prstGeom prst="rect">
            <a:avLst/>
          </a:prstGeom>
          <a:noFill/>
        </p:spPr>
        <p:txBody>
          <a:bodyPr wrap="square">
            <a:spAutoFit/>
          </a:bodyPr>
          <a:lstStyle/>
          <a:p>
            <a:r>
              <a:rPr lang="id-ID" dirty="0"/>
              <a:t>https://xginterface.streamlit.app/</a:t>
            </a:r>
          </a:p>
        </p:txBody>
      </p:sp>
    </p:spTree>
    <p:extLst>
      <p:ext uri="{BB962C8B-B14F-4D97-AF65-F5344CB8AC3E}">
        <p14:creationId xmlns:p14="http://schemas.microsoft.com/office/powerpoint/2010/main" val="1627441510"/>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83FD7F-F786-2DFB-2CC6-21A2C45AEB6B}"/>
            </a:ext>
          </a:extLst>
        </p:cNvPr>
        <p:cNvGrpSpPr/>
        <p:nvPr/>
      </p:nvGrpSpPr>
      <p:grpSpPr>
        <a:xfrm>
          <a:off x="0" y="0"/>
          <a:ext cx="0" cy="0"/>
          <a:chOff x="0" y="0"/>
          <a:chExt cx="0" cy="0"/>
        </a:xfrm>
      </p:grpSpPr>
      <p:sp>
        <p:nvSpPr>
          <p:cNvPr id="2" name="Judul 1">
            <a:extLst>
              <a:ext uri="{FF2B5EF4-FFF2-40B4-BE49-F238E27FC236}">
                <a16:creationId xmlns:a16="http://schemas.microsoft.com/office/drawing/2014/main" id="{DA446420-2530-A332-F1D7-4FB1F238C32A}"/>
              </a:ext>
            </a:extLst>
          </p:cNvPr>
          <p:cNvSpPr>
            <a:spLocks noGrp="1"/>
          </p:cNvSpPr>
          <p:nvPr>
            <p:ph type="title"/>
          </p:nvPr>
        </p:nvSpPr>
        <p:spPr>
          <a:xfrm>
            <a:off x="824174" y="376750"/>
            <a:ext cx="10678142" cy="1325563"/>
          </a:xfrm>
        </p:spPr>
        <p:txBody>
          <a:bodyPr rtlCol="0"/>
          <a:lstStyle/>
          <a:p>
            <a:r>
              <a:rPr lang="en-GB" dirty="0" err="1"/>
              <a:t>Interpretasi</a:t>
            </a:r>
            <a:r>
              <a:rPr lang="en-GB" dirty="0"/>
              <a:t> Hasil:</a:t>
            </a:r>
            <a:br>
              <a:rPr lang="en-GB" dirty="0"/>
            </a:br>
            <a:r>
              <a:rPr lang="id-ID" dirty="0" err="1"/>
              <a:t>Academic</a:t>
            </a:r>
            <a:r>
              <a:rPr lang="id-ID" dirty="0"/>
              <a:t> </a:t>
            </a:r>
            <a:r>
              <a:rPr lang="id-ID" dirty="0" err="1"/>
              <a:t>Benchmark</a:t>
            </a:r>
            <a:endParaRPr lang="id-ID" dirty="0"/>
          </a:p>
        </p:txBody>
      </p:sp>
      <p:sp>
        <p:nvSpPr>
          <p:cNvPr id="3" name="Tampungan Tanggal 2">
            <a:extLst>
              <a:ext uri="{FF2B5EF4-FFF2-40B4-BE49-F238E27FC236}">
                <a16:creationId xmlns:a16="http://schemas.microsoft.com/office/drawing/2014/main" id="{12C6E2B7-056C-6FDE-CAB3-4A109709E125}"/>
              </a:ext>
            </a:extLst>
          </p:cNvPr>
          <p:cNvSpPr>
            <a:spLocks noGrp="1"/>
          </p:cNvSpPr>
          <p:nvPr>
            <p:ph type="dt" sz="half" idx="25"/>
          </p:nvPr>
        </p:nvSpPr>
        <p:spPr>
          <a:xfrm>
            <a:off x="381000" y="6356350"/>
            <a:ext cx="2743200" cy="365125"/>
          </a:xfrm>
        </p:spPr>
        <p:txBody>
          <a:bodyPr rtlCol="0"/>
          <a:lstStyle/>
          <a:p>
            <a:pPr rtl="0"/>
            <a:fld id="{423EE75F-42B8-4E1A-83C6-1B72B3C0E408}" type="datetime1">
              <a:rPr lang="id-ID" smtClean="0"/>
              <a:t>24/11/2025</a:t>
            </a:fld>
            <a:endParaRPr lang="id-ID"/>
          </a:p>
        </p:txBody>
      </p:sp>
      <p:sp>
        <p:nvSpPr>
          <p:cNvPr id="5" name="Tampungan Nomor Slide 4">
            <a:extLst>
              <a:ext uri="{FF2B5EF4-FFF2-40B4-BE49-F238E27FC236}">
                <a16:creationId xmlns:a16="http://schemas.microsoft.com/office/drawing/2014/main" id="{77432782-9A26-7604-4853-61B456409978}"/>
              </a:ext>
            </a:extLst>
          </p:cNvPr>
          <p:cNvSpPr>
            <a:spLocks noGrp="1"/>
          </p:cNvSpPr>
          <p:nvPr>
            <p:ph type="sldNum" sz="quarter" idx="27"/>
          </p:nvPr>
        </p:nvSpPr>
        <p:spPr>
          <a:xfrm>
            <a:off x="9067800" y="6356350"/>
            <a:ext cx="2743200" cy="365125"/>
          </a:xfrm>
        </p:spPr>
        <p:txBody>
          <a:bodyPr rtlCol="0"/>
          <a:lstStyle/>
          <a:p>
            <a:pPr rtl="0"/>
            <a:fld id="{294A09A9-5501-47C1-A89A-A340965A2BE2}" type="slidenum">
              <a:rPr lang="id-ID" smtClean="0"/>
              <a:pPr rtl="0"/>
              <a:t>85</a:t>
            </a:fld>
            <a:endParaRPr lang="id-ID"/>
          </a:p>
        </p:txBody>
      </p:sp>
      <p:sp>
        <p:nvSpPr>
          <p:cNvPr id="78" name="Content Placeholder 7">
            <a:extLst>
              <a:ext uri="{FF2B5EF4-FFF2-40B4-BE49-F238E27FC236}">
                <a16:creationId xmlns:a16="http://schemas.microsoft.com/office/drawing/2014/main" id="{9FF1EF68-B504-2808-3C10-CD23B4468FD6}"/>
              </a:ext>
            </a:extLst>
          </p:cNvPr>
          <p:cNvSpPr txBox="1">
            <a:spLocks/>
          </p:cNvSpPr>
          <p:nvPr/>
        </p:nvSpPr>
        <p:spPr>
          <a:xfrm>
            <a:off x="750430" y="1706563"/>
            <a:ext cx="10382027" cy="3097666"/>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r>
              <a:rPr lang="id-ID" sz="3200" dirty="0"/>
              <a:t>Kinerja model kemudian dibandingkan dengan hasil penelitian sejenis yang menggunakan algoritma </a:t>
            </a:r>
            <a:r>
              <a:rPr lang="id-ID" sz="3200" i="1" dirty="0" err="1"/>
              <a:t>boosting</a:t>
            </a:r>
            <a:r>
              <a:rPr lang="id-ID" sz="3200" dirty="0"/>
              <a:t>. Hasil perbandingan menunjukkan bahwa model ini terbukti unggul secara signifikan di semua metrik evaluasi yang digunakan.</a:t>
            </a:r>
          </a:p>
        </p:txBody>
      </p:sp>
    </p:spTree>
    <p:extLst>
      <p:ext uri="{BB962C8B-B14F-4D97-AF65-F5344CB8AC3E}">
        <p14:creationId xmlns:p14="http://schemas.microsoft.com/office/powerpoint/2010/main" val="1078793135"/>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7C70CC-55A6-2783-607D-C15C6AF67202}"/>
            </a:ext>
          </a:extLst>
        </p:cNvPr>
        <p:cNvGrpSpPr/>
        <p:nvPr/>
      </p:nvGrpSpPr>
      <p:grpSpPr>
        <a:xfrm>
          <a:off x="0" y="0"/>
          <a:ext cx="0" cy="0"/>
          <a:chOff x="0" y="0"/>
          <a:chExt cx="0" cy="0"/>
        </a:xfrm>
      </p:grpSpPr>
      <p:sp>
        <p:nvSpPr>
          <p:cNvPr id="2" name="Judul 1">
            <a:extLst>
              <a:ext uri="{FF2B5EF4-FFF2-40B4-BE49-F238E27FC236}">
                <a16:creationId xmlns:a16="http://schemas.microsoft.com/office/drawing/2014/main" id="{8B99C968-BEB0-0BBC-3C66-B9884C69699F}"/>
              </a:ext>
            </a:extLst>
          </p:cNvPr>
          <p:cNvSpPr>
            <a:spLocks noGrp="1"/>
          </p:cNvSpPr>
          <p:nvPr>
            <p:ph type="title"/>
          </p:nvPr>
        </p:nvSpPr>
        <p:spPr>
          <a:xfrm>
            <a:off x="824174" y="376751"/>
            <a:ext cx="10678142" cy="639250"/>
          </a:xfrm>
        </p:spPr>
        <p:txBody>
          <a:bodyPr rtlCol="0"/>
          <a:lstStyle/>
          <a:p>
            <a:r>
              <a:rPr lang="id-ID" dirty="0" err="1"/>
              <a:t>Academic</a:t>
            </a:r>
            <a:r>
              <a:rPr lang="id-ID" dirty="0"/>
              <a:t> </a:t>
            </a:r>
            <a:r>
              <a:rPr lang="id-ID" dirty="0" err="1"/>
              <a:t>Benchmark</a:t>
            </a:r>
            <a:endParaRPr lang="id-ID" dirty="0"/>
          </a:p>
        </p:txBody>
      </p:sp>
      <p:sp>
        <p:nvSpPr>
          <p:cNvPr id="3" name="Tampungan Tanggal 2">
            <a:extLst>
              <a:ext uri="{FF2B5EF4-FFF2-40B4-BE49-F238E27FC236}">
                <a16:creationId xmlns:a16="http://schemas.microsoft.com/office/drawing/2014/main" id="{33F8BD61-F2C0-F0BD-EB3B-3DC7CE275CF2}"/>
              </a:ext>
            </a:extLst>
          </p:cNvPr>
          <p:cNvSpPr>
            <a:spLocks noGrp="1"/>
          </p:cNvSpPr>
          <p:nvPr>
            <p:ph type="dt" sz="half" idx="25"/>
          </p:nvPr>
        </p:nvSpPr>
        <p:spPr>
          <a:xfrm>
            <a:off x="381000" y="6356350"/>
            <a:ext cx="2743200" cy="365125"/>
          </a:xfrm>
        </p:spPr>
        <p:txBody>
          <a:bodyPr rtlCol="0"/>
          <a:lstStyle/>
          <a:p>
            <a:pPr rtl="0"/>
            <a:fld id="{423EE75F-42B8-4E1A-83C6-1B72B3C0E408}" type="datetime1">
              <a:rPr lang="id-ID" smtClean="0"/>
              <a:t>24/11/2025</a:t>
            </a:fld>
            <a:endParaRPr lang="id-ID"/>
          </a:p>
        </p:txBody>
      </p:sp>
      <p:sp>
        <p:nvSpPr>
          <p:cNvPr id="5" name="Tampungan Nomor Slide 4">
            <a:extLst>
              <a:ext uri="{FF2B5EF4-FFF2-40B4-BE49-F238E27FC236}">
                <a16:creationId xmlns:a16="http://schemas.microsoft.com/office/drawing/2014/main" id="{FE8C7E2E-3FDF-9217-AF6E-2527C6987711}"/>
              </a:ext>
            </a:extLst>
          </p:cNvPr>
          <p:cNvSpPr>
            <a:spLocks noGrp="1"/>
          </p:cNvSpPr>
          <p:nvPr>
            <p:ph type="sldNum" sz="quarter" idx="27"/>
          </p:nvPr>
        </p:nvSpPr>
        <p:spPr>
          <a:xfrm>
            <a:off x="9067800" y="6356350"/>
            <a:ext cx="2743200" cy="365125"/>
          </a:xfrm>
        </p:spPr>
        <p:txBody>
          <a:bodyPr rtlCol="0"/>
          <a:lstStyle/>
          <a:p>
            <a:pPr rtl="0"/>
            <a:fld id="{294A09A9-5501-47C1-A89A-A340965A2BE2}" type="slidenum">
              <a:rPr lang="id-ID" smtClean="0"/>
              <a:pPr rtl="0"/>
              <a:t>86</a:t>
            </a:fld>
            <a:endParaRPr lang="id-ID"/>
          </a:p>
        </p:txBody>
      </p:sp>
      <p:graphicFrame>
        <p:nvGraphicFramePr>
          <p:cNvPr id="4" name="Table 3">
            <a:extLst>
              <a:ext uri="{FF2B5EF4-FFF2-40B4-BE49-F238E27FC236}">
                <a16:creationId xmlns:a16="http://schemas.microsoft.com/office/drawing/2014/main" id="{E9C7C6CE-39A5-AAF8-6178-D0808D1BF693}"/>
              </a:ext>
            </a:extLst>
          </p:cNvPr>
          <p:cNvGraphicFramePr>
            <a:graphicFrameLocks noGrp="1"/>
          </p:cNvGraphicFramePr>
          <p:nvPr>
            <p:extLst>
              <p:ext uri="{D42A27DB-BD31-4B8C-83A1-F6EECF244321}">
                <p14:modId xmlns:p14="http://schemas.microsoft.com/office/powerpoint/2010/main" val="3711689269"/>
              </p:ext>
            </p:extLst>
          </p:nvPr>
        </p:nvGraphicFramePr>
        <p:xfrm>
          <a:off x="0" y="0"/>
          <a:ext cx="12191998" cy="6857998"/>
        </p:xfrm>
        <a:graphic>
          <a:graphicData uri="http://schemas.openxmlformats.org/drawingml/2006/table">
            <a:tbl>
              <a:tblPr firstRow="1" firstCol="1" bandRow="1">
                <a:tableStyleId>{5C22544A-7EE6-4342-B048-85BDC9FD1C3A}</a:tableStyleId>
              </a:tblPr>
              <a:tblGrid>
                <a:gridCol w="1658444">
                  <a:extLst>
                    <a:ext uri="{9D8B030D-6E8A-4147-A177-3AD203B41FA5}">
                      <a16:colId xmlns:a16="http://schemas.microsoft.com/office/drawing/2014/main" val="1014150734"/>
                    </a:ext>
                  </a:extLst>
                </a:gridCol>
                <a:gridCol w="1882821">
                  <a:extLst>
                    <a:ext uri="{9D8B030D-6E8A-4147-A177-3AD203B41FA5}">
                      <a16:colId xmlns:a16="http://schemas.microsoft.com/office/drawing/2014/main" val="1286428624"/>
                    </a:ext>
                  </a:extLst>
                </a:gridCol>
                <a:gridCol w="1180421">
                  <a:extLst>
                    <a:ext uri="{9D8B030D-6E8A-4147-A177-3AD203B41FA5}">
                      <a16:colId xmlns:a16="http://schemas.microsoft.com/office/drawing/2014/main" val="3741914131"/>
                    </a:ext>
                  </a:extLst>
                </a:gridCol>
                <a:gridCol w="1180421">
                  <a:extLst>
                    <a:ext uri="{9D8B030D-6E8A-4147-A177-3AD203B41FA5}">
                      <a16:colId xmlns:a16="http://schemas.microsoft.com/office/drawing/2014/main" val="288675918"/>
                    </a:ext>
                  </a:extLst>
                </a:gridCol>
                <a:gridCol w="1392605">
                  <a:extLst>
                    <a:ext uri="{9D8B030D-6E8A-4147-A177-3AD203B41FA5}">
                      <a16:colId xmlns:a16="http://schemas.microsoft.com/office/drawing/2014/main" val="1389628"/>
                    </a:ext>
                  </a:extLst>
                </a:gridCol>
                <a:gridCol w="1204810">
                  <a:extLst>
                    <a:ext uri="{9D8B030D-6E8A-4147-A177-3AD203B41FA5}">
                      <a16:colId xmlns:a16="http://schemas.microsoft.com/office/drawing/2014/main" val="3600078989"/>
                    </a:ext>
                  </a:extLst>
                </a:gridCol>
                <a:gridCol w="1177983">
                  <a:extLst>
                    <a:ext uri="{9D8B030D-6E8A-4147-A177-3AD203B41FA5}">
                      <a16:colId xmlns:a16="http://schemas.microsoft.com/office/drawing/2014/main" val="4251484340"/>
                    </a:ext>
                  </a:extLst>
                </a:gridCol>
                <a:gridCol w="1180421">
                  <a:extLst>
                    <a:ext uri="{9D8B030D-6E8A-4147-A177-3AD203B41FA5}">
                      <a16:colId xmlns:a16="http://schemas.microsoft.com/office/drawing/2014/main" val="2134524212"/>
                    </a:ext>
                  </a:extLst>
                </a:gridCol>
                <a:gridCol w="1334072">
                  <a:extLst>
                    <a:ext uri="{9D8B030D-6E8A-4147-A177-3AD203B41FA5}">
                      <a16:colId xmlns:a16="http://schemas.microsoft.com/office/drawing/2014/main" val="1412326828"/>
                    </a:ext>
                  </a:extLst>
                </a:gridCol>
              </a:tblGrid>
              <a:tr h="1048849">
                <a:tc>
                  <a:txBody>
                    <a:bodyPr/>
                    <a:lstStyle/>
                    <a:p>
                      <a:pPr algn="l">
                        <a:lnSpc>
                          <a:spcPct val="100000"/>
                        </a:lnSpc>
                        <a:buNone/>
                      </a:pPr>
                      <a:r>
                        <a:rPr lang="id-ID" sz="2000" kern="100" spc="0" baseline="0" dirty="0"/>
                        <a:t>Penulis &amp; Tahun</a:t>
                      </a:r>
                    </a:p>
                  </a:txBody>
                  <a:tcPr marL="68580" marR="68580" marT="0" marB="0" anchor="ctr"/>
                </a:tc>
                <a:tc>
                  <a:txBody>
                    <a:bodyPr/>
                    <a:lstStyle/>
                    <a:p>
                      <a:pPr algn="l">
                        <a:lnSpc>
                          <a:spcPct val="100000"/>
                        </a:lnSpc>
                        <a:buNone/>
                      </a:pPr>
                      <a:r>
                        <a:rPr lang="id-ID" sz="2000" kern="100" spc="0" baseline="0"/>
                        <a:t>Model</a:t>
                      </a:r>
                    </a:p>
                  </a:txBody>
                  <a:tcPr marL="68580" marR="68580" marT="0" marB="0" anchor="ctr"/>
                </a:tc>
                <a:tc>
                  <a:txBody>
                    <a:bodyPr/>
                    <a:lstStyle/>
                    <a:p>
                      <a:pPr algn="l">
                        <a:lnSpc>
                          <a:spcPct val="100000"/>
                        </a:lnSpc>
                        <a:buNone/>
                      </a:pPr>
                      <a:r>
                        <a:rPr lang="id-ID" sz="2000" kern="100" spc="0" baseline="0"/>
                        <a:t>Brier Score</a:t>
                      </a:r>
                    </a:p>
                  </a:txBody>
                  <a:tcPr marL="68580" marR="68580" marT="0" marB="0" anchor="ctr"/>
                </a:tc>
                <a:tc>
                  <a:txBody>
                    <a:bodyPr/>
                    <a:lstStyle/>
                    <a:p>
                      <a:pPr algn="l">
                        <a:lnSpc>
                          <a:spcPct val="100000"/>
                        </a:lnSpc>
                        <a:buNone/>
                      </a:pPr>
                      <a:r>
                        <a:rPr lang="id-ID" sz="2000" kern="100" spc="0" baseline="0"/>
                        <a:t>ROC AUC</a:t>
                      </a:r>
                    </a:p>
                  </a:txBody>
                  <a:tcPr marL="68580" marR="68580" marT="0" marB="0" anchor="ctr"/>
                </a:tc>
                <a:tc>
                  <a:txBody>
                    <a:bodyPr/>
                    <a:lstStyle/>
                    <a:p>
                      <a:pPr algn="l">
                        <a:lnSpc>
                          <a:spcPct val="100000"/>
                        </a:lnSpc>
                        <a:buNone/>
                      </a:pPr>
                      <a:r>
                        <a:rPr lang="id-ID" sz="2000" kern="100" spc="0" baseline="0"/>
                        <a:t>Akurasi</a:t>
                      </a:r>
                    </a:p>
                  </a:txBody>
                  <a:tcPr marL="68580" marR="68580" marT="0" marB="0" anchor="ctr"/>
                </a:tc>
                <a:tc>
                  <a:txBody>
                    <a:bodyPr/>
                    <a:lstStyle/>
                    <a:p>
                      <a:pPr algn="l">
                        <a:lnSpc>
                          <a:spcPct val="100000"/>
                        </a:lnSpc>
                        <a:buNone/>
                      </a:pPr>
                      <a:r>
                        <a:rPr lang="id-ID" sz="2000" kern="100" spc="0" baseline="0"/>
                        <a:t>Presisi</a:t>
                      </a:r>
                    </a:p>
                  </a:txBody>
                  <a:tcPr marL="68580" marR="68580" marT="0" marB="0" anchor="ctr"/>
                </a:tc>
                <a:tc>
                  <a:txBody>
                    <a:bodyPr/>
                    <a:lstStyle/>
                    <a:p>
                      <a:pPr algn="l">
                        <a:lnSpc>
                          <a:spcPct val="100000"/>
                        </a:lnSpc>
                        <a:buNone/>
                      </a:pPr>
                      <a:r>
                        <a:rPr lang="id-ID" sz="2000" kern="100" spc="0" baseline="0"/>
                        <a:t>Recall</a:t>
                      </a:r>
                    </a:p>
                  </a:txBody>
                  <a:tcPr marL="68580" marR="68580" marT="0" marB="0" anchor="ctr"/>
                </a:tc>
                <a:tc>
                  <a:txBody>
                    <a:bodyPr/>
                    <a:lstStyle/>
                    <a:p>
                      <a:pPr algn="l">
                        <a:lnSpc>
                          <a:spcPct val="100000"/>
                        </a:lnSpc>
                        <a:buNone/>
                      </a:pPr>
                      <a:r>
                        <a:rPr lang="id-ID" sz="2000" kern="100" spc="0" baseline="0"/>
                        <a:t>F1-Score</a:t>
                      </a:r>
                    </a:p>
                  </a:txBody>
                  <a:tcPr marL="68580" marR="68580" marT="0" marB="0" anchor="ctr"/>
                </a:tc>
                <a:tc>
                  <a:txBody>
                    <a:bodyPr/>
                    <a:lstStyle/>
                    <a:p>
                      <a:pPr algn="l">
                        <a:lnSpc>
                          <a:spcPct val="100000"/>
                        </a:lnSpc>
                        <a:buNone/>
                      </a:pPr>
                      <a:r>
                        <a:rPr lang="id-ID" sz="2000" kern="100" spc="0" baseline="0"/>
                        <a:t>Log-Loss</a:t>
                      </a:r>
                    </a:p>
                  </a:txBody>
                  <a:tcPr marL="68580" marR="68580" marT="0" marB="0" anchor="ctr"/>
                </a:tc>
                <a:extLst>
                  <a:ext uri="{0D108BD9-81ED-4DB2-BD59-A6C34878D82A}">
                    <a16:rowId xmlns:a16="http://schemas.microsoft.com/office/drawing/2014/main" val="1452682662"/>
                  </a:ext>
                </a:extLst>
              </a:tr>
              <a:tr h="1048849">
                <a:tc>
                  <a:txBody>
                    <a:bodyPr/>
                    <a:lstStyle/>
                    <a:p>
                      <a:pPr algn="l">
                        <a:lnSpc>
                          <a:spcPct val="100000"/>
                        </a:lnSpc>
                        <a:buNone/>
                      </a:pPr>
                      <a:r>
                        <a:rPr lang="id-ID" sz="2000" kern="100" spc="0" baseline="0"/>
                        <a:t>Eggels et al. (2016)</a:t>
                      </a:r>
                    </a:p>
                  </a:txBody>
                  <a:tcPr marL="68580" marR="68580" marT="0" marB="0" anchor="ctr"/>
                </a:tc>
                <a:tc>
                  <a:txBody>
                    <a:bodyPr/>
                    <a:lstStyle/>
                    <a:p>
                      <a:pPr algn="l">
                        <a:lnSpc>
                          <a:spcPct val="100000"/>
                        </a:lnSpc>
                        <a:buNone/>
                      </a:pPr>
                      <a:r>
                        <a:rPr lang="id-ID" sz="2000" kern="100" spc="0" baseline="0"/>
                        <a:t>Ada-Boost</a:t>
                      </a:r>
                    </a:p>
                  </a:txBody>
                  <a:tcPr marL="68580" marR="68580" marT="0" marB="0" anchor="ctr"/>
                </a:tc>
                <a:tc>
                  <a:txBody>
                    <a:bodyPr/>
                    <a:lstStyle/>
                    <a:p>
                      <a:pPr algn="l">
                        <a:lnSpc>
                          <a:spcPct val="100000"/>
                        </a:lnSpc>
                        <a:buNone/>
                      </a:pPr>
                      <a:r>
                        <a:rPr lang="id-ID" sz="2000" kern="100" spc="0" baseline="0" dirty="0"/>
                        <a:t>–</a:t>
                      </a:r>
                    </a:p>
                  </a:txBody>
                  <a:tcPr marL="68580" marR="68580" marT="0" marB="0" anchor="ctr"/>
                </a:tc>
                <a:tc>
                  <a:txBody>
                    <a:bodyPr/>
                    <a:lstStyle/>
                    <a:p>
                      <a:pPr algn="l">
                        <a:lnSpc>
                          <a:spcPct val="100000"/>
                        </a:lnSpc>
                        <a:buNone/>
                      </a:pPr>
                      <a:r>
                        <a:rPr lang="id-ID" sz="2000" kern="100" spc="0" baseline="0"/>
                        <a:t>0,670</a:t>
                      </a:r>
                    </a:p>
                  </a:txBody>
                  <a:tcPr marL="68580" marR="68580" marT="0" marB="0" anchor="ctr"/>
                </a:tc>
                <a:tc>
                  <a:txBody>
                    <a:bodyPr/>
                    <a:lstStyle/>
                    <a:p>
                      <a:pPr algn="l">
                        <a:lnSpc>
                          <a:spcPct val="100000"/>
                        </a:lnSpc>
                        <a:buNone/>
                      </a:pPr>
                      <a:r>
                        <a:rPr lang="id-ID" sz="2000" kern="100" spc="0" baseline="0"/>
                        <a:t>–</a:t>
                      </a:r>
                    </a:p>
                  </a:txBody>
                  <a:tcPr marL="68580" marR="68580" marT="0" marB="0" anchor="ctr"/>
                </a:tc>
                <a:tc>
                  <a:txBody>
                    <a:bodyPr/>
                    <a:lstStyle/>
                    <a:p>
                      <a:pPr algn="l">
                        <a:lnSpc>
                          <a:spcPct val="100000"/>
                        </a:lnSpc>
                        <a:buNone/>
                      </a:pPr>
                      <a:r>
                        <a:rPr lang="id-ID" sz="2000" kern="100" spc="0" baseline="0"/>
                        <a:t>0,624</a:t>
                      </a:r>
                    </a:p>
                  </a:txBody>
                  <a:tcPr marL="68580" marR="68580" marT="0" marB="0" anchor="ctr"/>
                </a:tc>
                <a:tc>
                  <a:txBody>
                    <a:bodyPr/>
                    <a:lstStyle/>
                    <a:p>
                      <a:pPr algn="l">
                        <a:lnSpc>
                          <a:spcPct val="100000"/>
                        </a:lnSpc>
                        <a:buNone/>
                      </a:pPr>
                      <a:r>
                        <a:rPr lang="id-ID" sz="2000" kern="100" spc="0" baseline="0"/>
                        <a:t>0,773</a:t>
                      </a:r>
                    </a:p>
                  </a:txBody>
                  <a:tcPr marL="68580" marR="68580" marT="0" marB="0" anchor="ctr"/>
                </a:tc>
                <a:tc>
                  <a:txBody>
                    <a:bodyPr/>
                    <a:lstStyle/>
                    <a:p>
                      <a:pPr algn="l">
                        <a:lnSpc>
                          <a:spcPct val="100000"/>
                        </a:lnSpc>
                        <a:buNone/>
                      </a:pPr>
                      <a:r>
                        <a:rPr lang="id-ID" sz="2000" kern="100" spc="0" baseline="0"/>
                        <a:t>0,688</a:t>
                      </a:r>
                    </a:p>
                  </a:txBody>
                  <a:tcPr marL="68580" marR="68580" marT="0" marB="0" anchor="ctr"/>
                </a:tc>
                <a:tc>
                  <a:txBody>
                    <a:bodyPr/>
                    <a:lstStyle/>
                    <a:p>
                      <a:pPr algn="l">
                        <a:lnSpc>
                          <a:spcPct val="100000"/>
                        </a:lnSpc>
                        <a:buNone/>
                      </a:pPr>
                      <a:r>
                        <a:rPr lang="id-ID" sz="2000" kern="100" spc="0" baseline="0"/>
                        <a:t>–</a:t>
                      </a:r>
                    </a:p>
                  </a:txBody>
                  <a:tcPr marL="68580" marR="68580" marT="0" marB="0" anchor="ctr"/>
                </a:tc>
                <a:extLst>
                  <a:ext uri="{0D108BD9-81ED-4DB2-BD59-A6C34878D82A}">
                    <a16:rowId xmlns:a16="http://schemas.microsoft.com/office/drawing/2014/main" val="734325648"/>
                  </a:ext>
                </a:extLst>
              </a:tr>
              <a:tr h="1048849">
                <a:tc>
                  <a:txBody>
                    <a:bodyPr/>
                    <a:lstStyle/>
                    <a:p>
                      <a:pPr algn="l">
                        <a:lnSpc>
                          <a:spcPct val="100000"/>
                        </a:lnSpc>
                        <a:buNone/>
                      </a:pPr>
                      <a:r>
                        <a:rPr lang="id-ID" sz="2000" kern="100" spc="0" baseline="0" dirty="0" err="1"/>
                        <a:t>Anzer</a:t>
                      </a:r>
                      <a:r>
                        <a:rPr lang="id-ID" sz="2000" kern="100" spc="0" baseline="0" dirty="0"/>
                        <a:t> &amp; </a:t>
                      </a:r>
                      <a:r>
                        <a:rPr lang="id-ID" sz="2000" kern="100" spc="0" baseline="0" dirty="0" err="1"/>
                        <a:t>Bauer</a:t>
                      </a:r>
                      <a:r>
                        <a:rPr lang="id-ID" sz="2000" kern="100" spc="0" baseline="0" dirty="0"/>
                        <a:t> (2021)</a:t>
                      </a:r>
                    </a:p>
                  </a:txBody>
                  <a:tcPr marL="68580" marR="68580" marT="0" marB="0" anchor="ctr"/>
                </a:tc>
                <a:tc>
                  <a:txBody>
                    <a:bodyPr/>
                    <a:lstStyle/>
                    <a:p>
                      <a:pPr algn="l">
                        <a:lnSpc>
                          <a:spcPct val="100000"/>
                        </a:lnSpc>
                        <a:buNone/>
                      </a:pPr>
                      <a:r>
                        <a:rPr lang="id-ID" sz="2000" kern="100" spc="0" baseline="0"/>
                        <a:t>Gradient Boosting Machine</a:t>
                      </a:r>
                    </a:p>
                  </a:txBody>
                  <a:tcPr marL="68580" marR="68580" marT="0" marB="0" anchor="ctr"/>
                </a:tc>
                <a:tc>
                  <a:txBody>
                    <a:bodyPr/>
                    <a:lstStyle/>
                    <a:p>
                      <a:pPr algn="l">
                        <a:lnSpc>
                          <a:spcPct val="100000"/>
                        </a:lnSpc>
                        <a:buNone/>
                      </a:pPr>
                      <a:r>
                        <a:rPr lang="id-ID" sz="2000" kern="100" spc="0" baseline="0"/>
                        <a:t>–</a:t>
                      </a:r>
                    </a:p>
                  </a:txBody>
                  <a:tcPr marL="68580" marR="68580" marT="0" marB="0" anchor="ctr"/>
                </a:tc>
                <a:tc>
                  <a:txBody>
                    <a:bodyPr/>
                    <a:lstStyle/>
                    <a:p>
                      <a:pPr algn="l">
                        <a:lnSpc>
                          <a:spcPct val="100000"/>
                        </a:lnSpc>
                        <a:buNone/>
                      </a:pPr>
                      <a:r>
                        <a:rPr lang="id-ID" sz="2000" kern="100" spc="0" baseline="0"/>
                        <a:t>0,822</a:t>
                      </a:r>
                    </a:p>
                  </a:txBody>
                  <a:tcPr marL="68580" marR="68580" marT="0" marB="0" anchor="ctr"/>
                </a:tc>
                <a:tc>
                  <a:txBody>
                    <a:bodyPr/>
                    <a:lstStyle/>
                    <a:p>
                      <a:pPr algn="l">
                        <a:lnSpc>
                          <a:spcPct val="100000"/>
                        </a:lnSpc>
                        <a:buNone/>
                      </a:pPr>
                      <a:r>
                        <a:rPr lang="id-ID" sz="2000" kern="100" spc="0" baseline="0"/>
                        <a:t>–</a:t>
                      </a:r>
                    </a:p>
                  </a:txBody>
                  <a:tcPr marL="68580" marR="68580" marT="0" marB="0" anchor="ctr"/>
                </a:tc>
                <a:tc>
                  <a:txBody>
                    <a:bodyPr/>
                    <a:lstStyle/>
                    <a:p>
                      <a:pPr algn="l">
                        <a:lnSpc>
                          <a:spcPct val="100000"/>
                        </a:lnSpc>
                        <a:buNone/>
                      </a:pPr>
                      <a:r>
                        <a:rPr lang="id-ID" sz="2000" kern="100" spc="0" baseline="0"/>
                        <a:t>0,646</a:t>
                      </a:r>
                    </a:p>
                  </a:txBody>
                  <a:tcPr marL="68580" marR="68580" marT="0" marB="0" anchor="ctr"/>
                </a:tc>
                <a:tc>
                  <a:txBody>
                    <a:bodyPr/>
                    <a:lstStyle/>
                    <a:p>
                      <a:pPr algn="l">
                        <a:lnSpc>
                          <a:spcPct val="100000"/>
                        </a:lnSpc>
                        <a:buNone/>
                      </a:pPr>
                      <a:r>
                        <a:rPr lang="id-ID" sz="2000" kern="100" spc="0" baseline="0"/>
                        <a:t>0,181</a:t>
                      </a:r>
                    </a:p>
                  </a:txBody>
                  <a:tcPr marL="68580" marR="68580" marT="0" marB="0" anchor="ctr"/>
                </a:tc>
                <a:tc>
                  <a:txBody>
                    <a:bodyPr/>
                    <a:lstStyle/>
                    <a:p>
                      <a:pPr algn="l">
                        <a:lnSpc>
                          <a:spcPct val="100000"/>
                        </a:lnSpc>
                        <a:buNone/>
                      </a:pPr>
                      <a:r>
                        <a:rPr lang="id-ID" sz="2000" kern="100" spc="0" baseline="0"/>
                        <a:t>–</a:t>
                      </a:r>
                    </a:p>
                  </a:txBody>
                  <a:tcPr marL="68580" marR="68580" marT="0" marB="0" anchor="ctr"/>
                </a:tc>
                <a:tc>
                  <a:txBody>
                    <a:bodyPr/>
                    <a:lstStyle/>
                    <a:p>
                      <a:pPr algn="l">
                        <a:lnSpc>
                          <a:spcPct val="100000"/>
                        </a:lnSpc>
                        <a:buNone/>
                      </a:pPr>
                      <a:r>
                        <a:rPr lang="id-ID" sz="2000" kern="100" spc="0" baseline="0"/>
                        <a:t>–</a:t>
                      </a:r>
                    </a:p>
                  </a:txBody>
                  <a:tcPr marL="68580" marR="68580" marT="0" marB="0" anchor="ctr"/>
                </a:tc>
                <a:extLst>
                  <a:ext uri="{0D108BD9-81ED-4DB2-BD59-A6C34878D82A}">
                    <a16:rowId xmlns:a16="http://schemas.microsoft.com/office/drawing/2014/main" val="33056034"/>
                  </a:ext>
                </a:extLst>
              </a:tr>
              <a:tr h="1048849">
                <a:tc>
                  <a:txBody>
                    <a:bodyPr/>
                    <a:lstStyle/>
                    <a:p>
                      <a:pPr algn="l">
                        <a:lnSpc>
                          <a:spcPct val="100000"/>
                        </a:lnSpc>
                        <a:buNone/>
                      </a:pPr>
                      <a:r>
                        <a:rPr lang="id-ID" sz="2000" kern="100" spc="0" baseline="0" dirty="0" err="1"/>
                        <a:t>Cavus</a:t>
                      </a:r>
                      <a:r>
                        <a:rPr lang="id-ID" sz="2000" kern="100" spc="0" baseline="0" dirty="0"/>
                        <a:t> &amp; </a:t>
                      </a:r>
                      <a:r>
                        <a:rPr lang="id-ID" sz="2000" kern="100" spc="0" baseline="0" dirty="0" err="1"/>
                        <a:t>Biecek</a:t>
                      </a:r>
                      <a:r>
                        <a:rPr lang="id-ID" sz="2000" kern="100" spc="0" baseline="0" dirty="0"/>
                        <a:t> (2022)</a:t>
                      </a:r>
                    </a:p>
                  </a:txBody>
                  <a:tcPr marL="68580" marR="68580" marT="0" marB="0" anchor="ctr"/>
                </a:tc>
                <a:tc>
                  <a:txBody>
                    <a:bodyPr/>
                    <a:lstStyle/>
                    <a:p>
                      <a:pPr algn="l">
                        <a:lnSpc>
                          <a:spcPct val="100000"/>
                        </a:lnSpc>
                        <a:buNone/>
                      </a:pPr>
                      <a:r>
                        <a:rPr lang="id-ID" sz="2000" kern="100" spc="0" baseline="0"/>
                        <a:t>LightGBM</a:t>
                      </a:r>
                    </a:p>
                  </a:txBody>
                  <a:tcPr marL="68580" marR="68580" marT="0" marB="0" anchor="ctr"/>
                </a:tc>
                <a:tc>
                  <a:txBody>
                    <a:bodyPr/>
                    <a:lstStyle/>
                    <a:p>
                      <a:pPr algn="l">
                        <a:lnSpc>
                          <a:spcPct val="100000"/>
                        </a:lnSpc>
                        <a:buNone/>
                      </a:pPr>
                      <a:r>
                        <a:rPr lang="id-ID" sz="2000" kern="100" spc="0" baseline="0"/>
                        <a:t>0,173</a:t>
                      </a:r>
                    </a:p>
                  </a:txBody>
                  <a:tcPr marL="68580" marR="68580" marT="0" marB="0" anchor="ctr"/>
                </a:tc>
                <a:tc>
                  <a:txBody>
                    <a:bodyPr/>
                    <a:lstStyle/>
                    <a:p>
                      <a:pPr algn="l">
                        <a:lnSpc>
                          <a:spcPct val="100000"/>
                        </a:lnSpc>
                        <a:buNone/>
                      </a:pPr>
                      <a:r>
                        <a:rPr lang="id-ID" sz="2000" kern="100" spc="0" baseline="0"/>
                        <a:t>0,818</a:t>
                      </a:r>
                    </a:p>
                  </a:txBody>
                  <a:tcPr marL="68580" marR="68580" marT="0" marB="0" anchor="ctr"/>
                </a:tc>
                <a:tc>
                  <a:txBody>
                    <a:bodyPr/>
                    <a:lstStyle/>
                    <a:p>
                      <a:pPr algn="l">
                        <a:lnSpc>
                          <a:spcPct val="100000"/>
                        </a:lnSpc>
                        <a:buNone/>
                      </a:pPr>
                      <a:r>
                        <a:rPr lang="id-ID" sz="2000" kern="100" spc="0" baseline="0"/>
                        <a:t>0,904</a:t>
                      </a:r>
                    </a:p>
                  </a:txBody>
                  <a:tcPr marL="68580" marR="68580" marT="0" marB="0" anchor="ctr"/>
                </a:tc>
                <a:tc>
                  <a:txBody>
                    <a:bodyPr/>
                    <a:lstStyle/>
                    <a:p>
                      <a:pPr algn="l">
                        <a:lnSpc>
                          <a:spcPct val="100000"/>
                        </a:lnSpc>
                        <a:buNone/>
                      </a:pPr>
                      <a:r>
                        <a:rPr lang="id-ID" sz="2000" kern="100" spc="0" baseline="0"/>
                        <a:t>0,748</a:t>
                      </a:r>
                    </a:p>
                  </a:txBody>
                  <a:tcPr marL="68580" marR="68580" marT="0" marB="0" anchor="ctr"/>
                </a:tc>
                <a:tc>
                  <a:txBody>
                    <a:bodyPr/>
                    <a:lstStyle/>
                    <a:p>
                      <a:pPr algn="l">
                        <a:lnSpc>
                          <a:spcPct val="100000"/>
                        </a:lnSpc>
                        <a:buNone/>
                      </a:pPr>
                      <a:r>
                        <a:rPr lang="id-ID" sz="2000" kern="100" spc="0" baseline="0"/>
                        <a:t>0,721</a:t>
                      </a:r>
                    </a:p>
                  </a:txBody>
                  <a:tcPr marL="68580" marR="68580" marT="0" marB="0" anchor="ctr"/>
                </a:tc>
                <a:tc>
                  <a:txBody>
                    <a:bodyPr/>
                    <a:lstStyle/>
                    <a:p>
                      <a:pPr algn="l">
                        <a:lnSpc>
                          <a:spcPct val="100000"/>
                        </a:lnSpc>
                        <a:buNone/>
                      </a:pPr>
                      <a:r>
                        <a:rPr lang="id-ID" sz="2000" kern="100" spc="0" baseline="0"/>
                        <a:t>0,734</a:t>
                      </a:r>
                    </a:p>
                  </a:txBody>
                  <a:tcPr marL="68580" marR="68580" marT="0" marB="0" anchor="ctr"/>
                </a:tc>
                <a:tc>
                  <a:txBody>
                    <a:bodyPr/>
                    <a:lstStyle/>
                    <a:p>
                      <a:pPr algn="l">
                        <a:lnSpc>
                          <a:spcPct val="100000"/>
                        </a:lnSpc>
                        <a:buNone/>
                      </a:pPr>
                      <a:r>
                        <a:rPr lang="id-ID" sz="2000" kern="100" spc="0" baseline="0" dirty="0"/>
                        <a:t>0,520</a:t>
                      </a:r>
                    </a:p>
                  </a:txBody>
                  <a:tcPr marL="68580" marR="68580" marT="0" marB="0" anchor="ctr"/>
                </a:tc>
                <a:extLst>
                  <a:ext uri="{0D108BD9-81ED-4DB2-BD59-A6C34878D82A}">
                    <a16:rowId xmlns:a16="http://schemas.microsoft.com/office/drawing/2014/main" val="4279734819"/>
                  </a:ext>
                </a:extLst>
              </a:tr>
              <a:tr h="1048849">
                <a:tc>
                  <a:txBody>
                    <a:bodyPr/>
                    <a:lstStyle/>
                    <a:p>
                      <a:pPr algn="l">
                        <a:lnSpc>
                          <a:spcPct val="100000"/>
                        </a:lnSpc>
                        <a:buNone/>
                      </a:pPr>
                      <a:r>
                        <a:rPr lang="id-ID" sz="2000" kern="100" spc="0" baseline="0"/>
                        <a:t>Mead et al. (2023)</a:t>
                      </a:r>
                    </a:p>
                  </a:txBody>
                  <a:tcPr marL="68580" marR="68580" marT="0" marB="0" anchor="ctr"/>
                </a:tc>
                <a:tc>
                  <a:txBody>
                    <a:bodyPr/>
                    <a:lstStyle/>
                    <a:p>
                      <a:pPr algn="l">
                        <a:lnSpc>
                          <a:spcPct val="100000"/>
                        </a:lnSpc>
                        <a:buNone/>
                      </a:pPr>
                      <a:r>
                        <a:rPr lang="id-ID" sz="2000" kern="100" spc="0" baseline="0" dirty="0" err="1"/>
                        <a:t>XGBoost</a:t>
                      </a:r>
                      <a:endParaRPr lang="id-ID" sz="2000" kern="100" spc="0" baseline="0" dirty="0"/>
                    </a:p>
                  </a:txBody>
                  <a:tcPr marL="68580" marR="68580" marT="0" marB="0" anchor="ctr"/>
                </a:tc>
                <a:tc>
                  <a:txBody>
                    <a:bodyPr/>
                    <a:lstStyle/>
                    <a:p>
                      <a:pPr algn="l">
                        <a:lnSpc>
                          <a:spcPct val="100000"/>
                        </a:lnSpc>
                        <a:buNone/>
                      </a:pPr>
                      <a:r>
                        <a:rPr lang="id-ID" sz="2000" kern="100" spc="0" baseline="0"/>
                        <a:t>0,0799</a:t>
                      </a:r>
                    </a:p>
                  </a:txBody>
                  <a:tcPr marL="68580" marR="68580" marT="0" marB="0" anchor="ctr"/>
                </a:tc>
                <a:tc>
                  <a:txBody>
                    <a:bodyPr/>
                    <a:lstStyle/>
                    <a:p>
                      <a:pPr algn="l">
                        <a:lnSpc>
                          <a:spcPct val="100000"/>
                        </a:lnSpc>
                        <a:buNone/>
                      </a:pPr>
                      <a:r>
                        <a:rPr lang="id-ID" sz="2000" kern="100" spc="0" baseline="0"/>
                        <a:t>0,8</a:t>
                      </a:r>
                    </a:p>
                  </a:txBody>
                  <a:tcPr marL="68580" marR="68580" marT="0" marB="0" anchor="ctr"/>
                </a:tc>
                <a:tc>
                  <a:txBody>
                    <a:bodyPr/>
                    <a:lstStyle/>
                    <a:p>
                      <a:pPr algn="l">
                        <a:lnSpc>
                          <a:spcPct val="100000"/>
                        </a:lnSpc>
                        <a:buNone/>
                      </a:pPr>
                      <a:r>
                        <a:rPr lang="id-ID" sz="2000" kern="100" spc="0" baseline="0"/>
                        <a:t>–</a:t>
                      </a:r>
                    </a:p>
                  </a:txBody>
                  <a:tcPr marL="68580" marR="68580" marT="0" marB="0" anchor="ctr"/>
                </a:tc>
                <a:tc>
                  <a:txBody>
                    <a:bodyPr/>
                    <a:lstStyle/>
                    <a:p>
                      <a:pPr algn="l">
                        <a:lnSpc>
                          <a:spcPct val="100000"/>
                        </a:lnSpc>
                        <a:buNone/>
                      </a:pPr>
                      <a:r>
                        <a:rPr lang="id-ID" sz="2000" kern="100" spc="0" baseline="0"/>
                        <a:t>–</a:t>
                      </a:r>
                    </a:p>
                  </a:txBody>
                  <a:tcPr marL="68580" marR="68580" marT="0" marB="0" anchor="ctr"/>
                </a:tc>
                <a:tc>
                  <a:txBody>
                    <a:bodyPr/>
                    <a:lstStyle/>
                    <a:p>
                      <a:pPr algn="l">
                        <a:lnSpc>
                          <a:spcPct val="100000"/>
                        </a:lnSpc>
                        <a:buNone/>
                      </a:pPr>
                      <a:r>
                        <a:rPr lang="id-ID" sz="2000" kern="100" spc="0" baseline="0"/>
                        <a:t>–</a:t>
                      </a:r>
                    </a:p>
                  </a:txBody>
                  <a:tcPr marL="68580" marR="68580" marT="0" marB="0" anchor="ctr"/>
                </a:tc>
                <a:tc>
                  <a:txBody>
                    <a:bodyPr/>
                    <a:lstStyle/>
                    <a:p>
                      <a:pPr algn="l">
                        <a:lnSpc>
                          <a:spcPct val="100000"/>
                        </a:lnSpc>
                        <a:buNone/>
                      </a:pPr>
                      <a:r>
                        <a:rPr lang="id-ID" sz="2000" kern="100" spc="0" baseline="0"/>
                        <a:t>–</a:t>
                      </a:r>
                    </a:p>
                  </a:txBody>
                  <a:tcPr marL="68580" marR="68580" marT="0" marB="0" anchor="ctr"/>
                </a:tc>
                <a:tc>
                  <a:txBody>
                    <a:bodyPr/>
                    <a:lstStyle/>
                    <a:p>
                      <a:pPr algn="l">
                        <a:lnSpc>
                          <a:spcPct val="100000"/>
                        </a:lnSpc>
                        <a:buNone/>
                      </a:pPr>
                      <a:r>
                        <a:rPr lang="id-ID" sz="2000" kern="100" spc="0" baseline="0" dirty="0"/>
                        <a:t>0,28184</a:t>
                      </a:r>
                    </a:p>
                  </a:txBody>
                  <a:tcPr marL="68580" marR="68580" marT="0" marB="0" anchor="ctr"/>
                </a:tc>
                <a:extLst>
                  <a:ext uri="{0D108BD9-81ED-4DB2-BD59-A6C34878D82A}">
                    <a16:rowId xmlns:a16="http://schemas.microsoft.com/office/drawing/2014/main" val="1692878202"/>
                  </a:ext>
                </a:extLst>
              </a:tr>
              <a:tr h="564904">
                <a:tc>
                  <a:txBody>
                    <a:bodyPr/>
                    <a:lstStyle/>
                    <a:p>
                      <a:pPr algn="l">
                        <a:lnSpc>
                          <a:spcPct val="100000"/>
                        </a:lnSpc>
                        <a:buNone/>
                      </a:pPr>
                      <a:r>
                        <a:rPr lang="id-ID" sz="2000" kern="100" spc="0" baseline="0"/>
                        <a:t>Senn (2024)</a:t>
                      </a:r>
                    </a:p>
                  </a:txBody>
                  <a:tcPr marL="68580" marR="68580" marT="0" marB="0" anchor="ctr"/>
                </a:tc>
                <a:tc>
                  <a:txBody>
                    <a:bodyPr/>
                    <a:lstStyle/>
                    <a:p>
                      <a:pPr algn="l">
                        <a:lnSpc>
                          <a:spcPct val="100000"/>
                        </a:lnSpc>
                        <a:buNone/>
                      </a:pPr>
                      <a:r>
                        <a:rPr lang="id-ID" sz="2000" kern="100" spc="0" baseline="0" dirty="0" err="1"/>
                        <a:t>XGBoost</a:t>
                      </a:r>
                      <a:endParaRPr lang="id-ID" sz="2000" kern="100" spc="0" baseline="0" dirty="0"/>
                    </a:p>
                  </a:txBody>
                  <a:tcPr marL="68580" marR="68580" marT="0" marB="0" anchor="ctr"/>
                </a:tc>
                <a:tc>
                  <a:txBody>
                    <a:bodyPr/>
                    <a:lstStyle/>
                    <a:p>
                      <a:pPr algn="l">
                        <a:lnSpc>
                          <a:spcPct val="100000"/>
                        </a:lnSpc>
                        <a:buNone/>
                      </a:pPr>
                      <a:r>
                        <a:rPr lang="id-ID" sz="2000" kern="100" spc="0" baseline="0"/>
                        <a:t>–</a:t>
                      </a:r>
                    </a:p>
                  </a:txBody>
                  <a:tcPr marL="68580" marR="68580" marT="0" marB="0" anchor="ctr"/>
                </a:tc>
                <a:tc>
                  <a:txBody>
                    <a:bodyPr/>
                    <a:lstStyle/>
                    <a:p>
                      <a:pPr algn="l">
                        <a:lnSpc>
                          <a:spcPct val="100000"/>
                        </a:lnSpc>
                        <a:buNone/>
                      </a:pPr>
                      <a:r>
                        <a:rPr lang="id-ID" sz="2000" kern="100" spc="0" baseline="0"/>
                        <a:t>0,718</a:t>
                      </a:r>
                    </a:p>
                  </a:txBody>
                  <a:tcPr marL="68580" marR="68580" marT="0" marB="0" anchor="ctr"/>
                </a:tc>
                <a:tc>
                  <a:txBody>
                    <a:bodyPr/>
                    <a:lstStyle/>
                    <a:p>
                      <a:pPr algn="l">
                        <a:lnSpc>
                          <a:spcPct val="100000"/>
                        </a:lnSpc>
                        <a:buNone/>
                      </a:pPr>
                      <a:r>
                        <a:rPr lang="id-ID" sz="2000" kern="100" spc="0" baseline="0"/>
                        <a:t>0,891</a:t>
                      </a:r>
                    </a:p>
                  </a:txBody>
                  <a:tcPr marL="68580" marR="68580" marT="0" marB="0" anchor="ctr"/>
                </a:tc>
                <a:tc>
                  <a:txBody>
                    <a:bodyPr/>
                    <a:lstStyle/>
                    <a:p>
                      <a:pPr algn="l">
                        <a:lnSpc>
                          <a:spcPct val="100000"/>
                        </a:lnSpc>
                        <a:buNone/>
                      </a:pPr>
                      <a:r>
                        <a:rPr lang="id-ID" sz="2000" kern="100" spc="0" baseline="0"/>
                        <a:t>0,536</a:t>
                      </a:r>
                    </a:p>
                  </a:txBody>
                  <a:tcPr marL="68580" marR="68580" marT="0" marB="0" anchor="ctr"/>
                </a:tc>
                <a:tc>
                  <a:txBody>
                    <a:bodyPr/>
                    <a:lstStyle/>
                    <a:p>
                      <a:pPr algn="l">
                        <a:lnSpc>
                          <a:spcPct val="100000"/>
                        </a:lnSpc>
                        <a:buNone/>
                      </a:pPr>
                      <a:r>
                        <a:rPr lang="id-ID" sz="2000" kern="100" spc="0" baseline="0"/>
                        <a:t>0,071</a:t>
                      </a:r>
                    </a:p>
                  </a:txBody>
                  <a:tcPr marL="68580" marR="68580" marT="0" marB="0" anchor="ctr"/>
                </a:tc>
                <a:tc>
                  <a:txBody>
                    <a:bodyPr/>
                    <a:lstStyle/>
                    <a:p>
                      <a:pPr algn="l">
                        <a:lnSpc>
                          <a:spcPct val="100000"/>
                        </a:lnSpc>
                        <a:buNone/>
                      </a:pPr>
                      <a:r>
                        <a:rPr lang="id-ID" sz="2000" kern="100" spc="0" baseline="0"/>
                        <a:t>0,125</a:t>
                      </a:r>
                    </a:p>
                  </a:txBody>
                  <a:tcPr marL="68580" marR="68580" marT="0" marB="0" anchor="ctr"/>
                </a:tc>
                <a:tc>
                  <a:txBody>
                    <a:bodyPr/>
                    <a:lstStyle/>
                    <a:p>
                      <a:pPr algn="l">
                        <a:lnSpc>
                          <a:spcPct val="100000"/>
                        </a:lnSpc>
                        <a:buNone/>
                      </a:pPr>
                      <a:r>
                        <a:rPr lang="id-ID" sz="2000" kern="100" spc="0" baseline="0"/>
                        <a:t>–</a:t>
                      </a:r>
                    </a:p>
                  </a:txBody>
                  <a:tcPr marL="68580" marR="68580" marT="0" marB="0" anchor="ctr"/>
                </a:tc>
                <a:extLst>
                  <a:ext uri="{0D108BD9-81ED-4DB2-BD59-A6C34878D82A}">
                    <a16:rowId xmlns:a16="http://schemas.microsoft.com/office/drawing/2014/main" val="3016004165"/>
                  </a:ext>
                </a:extLst>
              </a:tr>
              <a:tr h="1048849">
                <a:tc>
                  <a:txBody>
                    <a:bodyPr/>
                    <a:lstStyle/>
                    <a:p>
                      <a:pPr algn="l">
                        <a:lnSpc>
                          <a:spcPct val="100000"/>
                        </a:lnSpc>
                        <a:buNone/>
                      </a:pPr>
                      <a:r>
                        <a:rPr lang="id-ID" sz="2000" b="1" kern="100" spc="0" baseline="0" dirty="0"/>
                        <a:t>Model Penelitian</a:t>
                      </a:r>
                    </a:p>
                  </a:txBody>
                  <a:tcPr marL="68580" marR="68580" marT="0" marB="0" anchor="ctr"/>
                </a:tc>
                <a:tc>
                  <a:txBody>
                    <a:bodyPr/>
                    <a:lstStyle/>
                    <a:p>
                      <a:pPr algn="l">
                        <a:lnSpc>
                          <a:spcPct val="100000"/>
                        </a:lnSpc>
                        <a:buNone/>
                      </a:pPr>
                      <a:r>
                        <a:rPr lang="id-ID" sz="2000" b="1" kern="100" spc="0" baseline="0" dirty="0" err="1"/>
                        <a:t>LightGBM</a:t>
                      </a:r>
                      <a:r>
                        <a:rPr lang="id-ID" sz="2000" b="1" kern="100" spc="0" baseline="0" dirty="0"/>
                        <a:t> (</a:t>
                      </a:r>
                      <a:r>
                        <a:rPr lang="id-ID" sz="2000" b="1" kern="100" spc="0" baseline="0" dirty="0" err="1"/>
                        <a:t>with</a:t>
                      </a:r>
                      <a:r>
                        <a:rPr lang="id-ID" sz="2000" b="1" kern="100" spc="0" baseline="0" dirty="0"/>
                        <a:t> </a:t>
                      </a:r>
                      <a:r>
                        <a:rPr lang="id-ID" sz="2000" b="1" kern="100" spc="0" baseline="0" dirty="0" err="1"/>
                        <a:t>Calibration</a:t>
                      </a:r>
                      <a:r>
                        <a:rPr lang="id-ID" sz="2000" b="1" kern="100" spc="0" baseline="0" dirty="0"/>
                        <a:t>)</a:t>
                      </a:r>
                    </a:p>
                  </a:txBody>
                  <a:tcPr marL="68580" marR="68580" marT="0" marB="0" anchor="ctr"/>
                </a:tc>
                <a:tc>
                  <a:txBody>
                    <a:bodyPr/>
                    <a:lstStyle/>
                    <a:p>
                      <a:pPr algn="l">
                        <a:lnSpc>
                          <a:spcPct val="100000"/>
                        </a:lnSpc>
                        <a:buNone/>
                      </a:pPr>
                      <a:r>
                        <a:rPr lang="id-ID" sz="2000" b="1" kern="100" spc="0" baseline="0" dirty="0"/>
                        <a:t>0,0621</a:t>
                      </a:r>
                    </a:p>
                  </a:txBody>
                  <a:tcPr marL="68580" marR="68580" marT="0" marB="0" anchor="ctr"/>
                </a:tc>
                <a:tc>
                  <a:txBody>
                    <a:bodyPr/>
                    <a:lstStyle/>
                    <a:p>
                      <a:pPr algn="l">
                        <a:lnSpc>
                          <a:spcPct val="100000"/>
                        </a:lnSpc>
                        <a:buNone/>
                      </a:pPr>
                      <a:r>
                        <a:rPr lang="id-ID" sz="2000" b="1" kern="100" spc="0" baseline="0" dirty="0"/>
                        <a:t>0,9209</a:t>
                      </a:r>
                    </a:p>
                  </a:txBody>
                  <a:tcPr marL="68580" marR="68580" marT="0" marB="0" anchor="ctr"/>
                </a:tc>
                <a:tc>
                  <a:txBody>
                    <a:bodyPr/>
                    <a:lstStyle/>
                    <a:p>
                      <a:pPr algn="l">
                        <a:lnSpc>
                          <a:spcPct val="100000"/>
                        </a:lnSpc>
                        <a:buNone/>
                      </a:pPr>
                      <a:r>
                        <a:rPr lang="id-ID" sz="2000" b="1" kern="100" spc="0" baseline="0" dirty="0"/>
                        <a:t>0,9113</a:t>
                      </a:r>
                    </a:p>
                  </a:txBody>
                  <a:tcPr marL="68580" marR="68580" marT="0" marB="0" anchor="ctr"/>
                </a:tc>
                <a:tc>
                  <a:txBody>
                    <a:bodyPr/>
                    <a:lstStyle/>
                    <a:p>
                      <a:pPr algn="l">
                        <a:lnSpc>
                          <a:spcPct val="100000"/>
                        </a:lnSpc>
                        <a:buNone/>
                      </a:pPr>
                      <a:r>
                        <a:rPr lang="id-ID" sz="2000" b="1" kern="100" spc="0" baseline="0" dirty="0"/>
                        <a:t>0,8996</a:t>
                      </a:r>
                    </a:p>
                  </a:txBody>
                  <a:tcPr marL="68580" marR="68580" marT="0" marB="0" anchor="ctr"/>
                </a:tc>
                <a:tc>
                  <a:txBody>
                    <a:bodyPr/>
                    <a:lstStyle/>
                    <a:p>
                      <a:pPr algn="l">
                        <a:lnSpc>
                          <a:spcPct val="100000"/>
                        </a:lnSpc>
                        <a:buNone/>
                      </a:pPr>
                      <a:r>
                        <a:rPr lang="id-ID" sz="2000" b="1" kern="100" spc="0" baseline="0" dirty="0"/>
                        <a:t>0,9113</a:t>
                      </a:r>
                    </a:p>
                  </a:txBody>
                  <a:tcPr marL="68580" marR="68580" marT="0" marB="0" anchor="ctr"/>
                </a:tc>
                <a:tc>
                  <a:txBody>
                    <a:bodyPr/>
                    <a:lstStyle/>
                    <a:p>
                      <a:pPr algn="l">
                        <a:lnSpc>
                          <a:spcPct val="100000"/>
                        </a:lnSpc>
                        <a:buNone/>
                      </a:pPr>
                      <a:r>
                        <a:rPr lang="id-ID" sz="2000" b="1" kern="100" spc="0" baseline="0" dirty="0"/>
                        <a:t>0,9010</a:t>
                      </a:r>
                    </a:p>
                  </a:txBody>
                  <a:tcPr marL="68580" marR="68580" marT="0" marB="0" anchor="ctr"/>
                </a:tc>
                <a:tc>
                  <a:txBody>
                    <a:bodyPr/>
                    <a:lstStyle/>
                    <a:p>
                      <a:pPr algn="l">
                        <a:lnSpc>
                          <a:spcPct val="100000"/>
                        </a:lnSpc>
                        <a:buNone/>
                      </a:pPr>
                      <a:r>
                        <a:rPr lang="id-ID" sz="2000" b="1" kern="100" spc="0" baseline="0" dirty="0"/>
                        <a:t>0,21</a:t>
                      </a:r>
                    </a:p>
                  </a:txBody>
                  <a:tcPr marL="68580" marR="68580" marT="0" marB="0" anchor="ctr"/>
                </a:tc>
                <a:extLst>
                  <a:ext uri="{0D108BD9-81ED-4DB2-BD59-A6C34878D82A}">
                    <a16:rowId xmlns:a16="http://schemas.microsoft.com/office/drawing/2014/main" val="1316689934"/>
                  </a:ext>
                </a:extLst>
              </a:tr>
            </a:tbl>
          </a:graphicData>
        </a:graphic>
      </p:graphicFrame>
    </p:spTree>
    <p:extLst>
      <p:ext uri="{BB962C8B-B14F-4D97-AF65-F5344CB8AC3E}">
        <p14:creationId xmlns:p14="http://schemas.microsoft.com/office/powerpoint/2010/main" val="821277661"/>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74539F-2EE6-BCD1-E582-8EC235B0E862}"/>
            </a:ext>
          </a:extLst>
        </p:cNvPr>
        <p:cNvGrpSpPr/>
        <p:nvPr/>
      </p:nvGrpSpPr>
      <p:grpSpPr>
        <a:xfrm>
          <a:off x="0" y="0"/>
          <a:ext cx="0" cy="0"/>
          <a:chOff x="0" y="0"/>
          <a:chExt cx="0" cy="0"/>
        </a:xfrm>
      </p:grpSpPr>
      <p:sp>
        <p:nvSpPr>
          <p:cNvPr id="2" name="Judul 1">
            <a:extLst>
              <a:ext uri="{FF2B5EF4-FFF2-40B4-BE49-F238E27FC236}">
                <a16:creationId xmlns:a16="http://schemas.microsoft.com/office/drawing/2014/main" id="{D861B14D-981B-8178-788F-7EFDDB6117B6}"/>
              </a:ext>
            </a:extLst>
          </p:cNvPr>
          <p:cNvSpPr>
            <a:spLocks noGrp="1"/>
          </p:cNvSpPr>
          <p:nvPr>
            <p:ph type="title"/>
          </p:nvPr>
        </p:nvSpPr>
        <p:spPr>
          <a:xfrm>
            <a:off x="824174" y="376750"/>
            <a:ext cx="10678142" cy="1325563"/>
          </a:xfrm>
        </p:spPr>
        <p:txBody>
          <a:bodyPr rtlCol="0"/>
          <a:lstStyle/>
          <a:p>
            <a:r>
              <a:rPr lang="en-GB" dirty="0" err="1"/>
              <a:t>Interpretasi</a:t>
            </a:r>
            <a:r>
              <a:rPr lang="en-GB" dirty="0"/>
              <a:t> Hasil:</a:t>
            </a:r>
            <a:br>
              <a:rPr lang="en-GB" dirty="0"/>
            </a:br>
            <a:r>
              <a:rPr lang="id-ID" dirty="0"/>
              <a:t>Industrial </a:t>
            </a:r>
            <a:r>
              <a:rPr lang="id-ID" dirty="0" err="1"/>
              <a:t>Benchmark</a:t>
            </a:r>
            <a:endParaRPr lang="id-ID" dirty="0"/>
          </a:p>
        </p:txBody>
      </p:sp>
      <p:sp>
        <p:nvSpPr>
          <p:cNvPr id="3" name="Tampungan Tanggal 2">
            <a:extLst>
              <a:ext uri="{FF2B5EF4-FFF2-40B4-BE49-F238E27FC236}">
                <a16:creationId xmlns:a16="http://schemas.microsoft.com/office/drawing/2014/main" id="{EFF90549-8A38-7A49-3D1D-B38AD6E837C6}"/>
              </a:ext>
            </a:extLst>
          </p:cNvPr>
          <p:cNvSpPr>
            <a:spLocks noGrp="1"/>
          </p:cNvSpPr>
          <p:nvPr>
            <p:ph type="dt" sz="half" idx="25"/>
          </p:nvPr>
        </p:nvSpPr>
        <p:spPr>
          <a:xfrm>
            <a:off x="381000" y="6356350"/>
            <a:ext cx="2743200" cy="365125"/>
          </a:xfrm>
        </p:spPr>
        <p:txBody>
          <a:bodyPr rtlCol="0"/>
          <a:lstStyle/>
          <a:p>
            <a:pPr rtl="0"/>
            <a:fld id="{423EE75F-42B8-4E1A-83C6-1B72B3C0E408}" type="datetime1">
              <a:rPr lang="id-ID" smtClean="0"/>
              <a:t>24/11/2025</a:t>
            </a:fld>
            <a:endParaRPr lang="id-ID"/>
          </a:p>
        </p:txBody>
      </p:sp>
      <p:sp>
        <p:nvSpPr>
          <p:cNvPr id="5" name="Tampungan Nomor Slide 4">
            <a:extLst>
              <a:ext uri="{FF2B5EF4-FFF2-40B4-BE49-F238E27FC236}">
                <a16:creationId xmlns:a16="http://schemas.microsoft.com/office/drawing/2014/main" id="{171CEDA0-4882-6B49-5C8E-92BF13434300}"/>
              </a:ext>
            </a:extLst>
          </p:cNvPr>
          <p:cNvSpPr>
            <a:spLocks noGrp="1"/>
          </p:cNvSpPr>
          <p:nvPr>
            <p:ph type="sldNum" sz="quarter" idx="27"/>
          </p:nvPr>
        </p:nvSpPr>
        <p:spPr>
          <a:xfrm>
            <a:off x="9067800" y="6356350"/>
            <a:ext cx="2743200" cy="365125"/>
          </a:xfrm>
        </p:spPr>
        <p:txBody>
          <a:bodyPr rtlCol="0"/>
          <a:lstStyle/>
          <a:p>
            <a:pPr rtl="0"/>
            <a:fld id="{294A09A9-5501-47C1-A89A-A340965A2BE2}" type="slidenum">
              <a:rPr lang="id-ID" smtClean="0"/>
              <a:pPr rtl="0"/>
              <a:t>87</a:t>
            </a:fld>
            <a:endParaRPr lang="id-ID"/>
          </a:p>
        </p:txBody>
      </p:sp>
      <p:sp>
        <p:nvSpPr>
          <p:cNvPr id="78" name="Content Placeholder 7">
            <a:extLst>
              <a:ext uri="{FF2B5EF4-FFF2-40B4-BE49-F238E27FC236}">
                <a16:creationId xmlns:a16="http://schemas.microsoft.com/office/drawing/2014/main" id="{619A95F2-E2C9-BC70-6473-77E1B12C9096}"/>
              </a:ext>
            </a:extLst>
          </p:cNvPr>
          <p:cNvSpPr txBox="1">
            <a:spLocks/>
          </p:cNvSpPr>
          <p:nvPr/>
        </p:nvSpPr>
        <p:spPr>
          <a:xfrm>
            <a:off x="750430" y="1706563"/>
            <a:ext cx="10382027" cy="3097666"/>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r>
              <a:rPr lang="id-ID" sz="3200" dirty="0"/>
              <a:t>Untuk memvalidasi konsistensi, prediksi </a:t>
            </a:r>
            <a:r>
              <a:rPr lang="id-ID" sz="3200" dirty="0" err="1"/>
              <a:t>xG</a:t>
            </a:r>
            <a:r>
              <a:rPr lang="id-ID" sz="3200" dirty="0"/>
              <a:t> dari model ini dibandingkan dengan data dari penyedia statistik industri seperti </a:t>
            </a:r>
            <a:r>
              <a:rPr lang="id-ID" sz="3200" dirty="0" err="1"/>
              <a:t>Opta</a:t>
            </a:r>
            <a:r>
              <a:rPr lang="id-ID" sz="3200" dirty="0"/>
              <a:t> dan </a:t>
            </a:r>
            <a:r>
              <a:rPr lang="id-ID" sz="3200" dirty="0" err="1"/>
              <a:t>FBref</a:t>
            </a:r>
            <a:r>
              <a:rPr lang="id-ID" sz="3200" dirty="0"/>
              <a:t>. Hasilnya menunjukkan bahwa estimasi model ini sejalan dan kompetitif dengan standar industri.</a:t>
            </a:r>
          </a:p>
        </p:txBody>
      </p:sp>
    </p:spTree>
    <p:extLst>
      <p:ext uri="{BB962C8B-B14F-4D97-AF65-F5344CB8AC3E}">
        <p14:creationId xmlns:p14="http://schemas.microsoft.com/office/powerpoint/2010/main" val="2983970206"/>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D69B50-136A-6B98-1890-CDD9D3A29AE5}"/>
            </a:ext>
          </a:extLst>
        </p:cNvPr>
        <p:cNvGrpSpPr/>
        <p:nvPr/>
      </p:nvGrpSpPr>
      <p:grpSpPr>
        <a:xfrm>
          <a:off x="0" y="0"/>
          <a:ext cx="0" cy="0"/>
          <a:chOff x="0" y="0"/>
          <a:chExt cx="0" cy="0"/>
        </a:xfrm>
      </p:grpSpPr>
      <p:sp>
        <p:nvSpPr>
          <p:cNvPr id="2" name="Judul 1">
            <a:extLst>
              <a:ext uri="{FF2B5EF4-FFF2-40B4-BE49-F238E27FC236}">
                <a16:creationId xmlns:a16="http://schemas.microsoft.com/office/drawing/2014/main" id="{E330F4F9-F96F-CB34-5C87-70B25C78F7C7}"/>
              </a:ext>
            </a:extLst>
          </p:cNvPr>
          <p:cNvSpPr>
            <a:spLocks noGrp="1"/>
          </p:cNvSpPr>
          <p:nvPr>
            <p:ph type="title"/>
          </p:nvPr>
        </p:nvSpPr>
        <p:spPr>
          <a:xfrm>
            <a:off x="824174" y="376751"/>
            <a:ext cx="10678142" cy="639250"/>
          </a:xfrm>
        </p:spPr>
        <p:txBody>
          <a:bodyPr rtlCol="0"/>
          <a:lstStyle/>
          <a:p>
            <a:r>
              <a:rPr lang="id-ID" dirty="0"/>
              <a:t>Industrial </a:t>
            </a:r>
            <a:r>
              <a:rPr lang="id-ID" dirty="0" err="1"/>
              <a:t>Benchmark</a:t>
            </a:r>
            <a:endParaRPr lang="id-ID" dirty="0"/>
          </a:p>
        </p:txBody>
      </p:sp>
      <p:sp>
        <p:nvSpPr>
          <p:cNvPr id="3" name="Tampungan Tanggal 2">
            <a:extLst>
              <a:ext uri="{FF2B5EF4-FFF2-40B4-BE49-F238E27FC236}">
                <a16:creationId xmlns:a16="http://schemas.microsoft.com/office/drawing/2014/main" id="{CF16898C-90AB-F3AB-7F32-DDC1CDB2FED7}"/>
              </a:ext>
            </a:extLst>
          </p:cNvPr>
          <p:cNvSpPr>
            <a:spLocks noGrp="1"/>
          </p:cNvSpPr>
          <p:nvPr>
            <p:ph type="dt" sz="half" idx="25"/>
          </p:nvPr>
        </p:nvSpPr>
        <p:spPr>
          <a:xfrm>
            <a:off x="381000" y="6356350"/>
            <a:ext cx="2743200" cy="365125"/>
          </a:xfrm>
        </p:spPr>
        <p:txBody>
          <a:bodyPr rtlCol="0"/>
          <a:lstStyle/>
          <a:p>
            <a:pPr rtl="0"/>
            <a:fld id="{423EE75F-42B8-4E1A-83C6-1B72B3C0E408}" type="datetime1">
              <a:rPr lang="id-ID" smtClean="0"/>
              <a:t>24/11/2025</a:t>
            </a:fld>
            <a:endParaRPr lang="id-ID"/>
          </a:p>
        </p:txBody>
      </p:sp>
      <p:sp>
        <p:nvSpPr>
          <p:cNvPr id="5" name="Tampungan Nomor Slide 4">
            <a:extLst>
              <a:ext uri="{FF2B5EF4-FFF2-40B4-BE49-F238E27FC236}">
                <a16:creationId xmlns:a16="http://schemas.microsoft.com/office/drawing/2014/main" id="{762C4400-C546-28EE-F29F-CABA16ACD898}"/>
              </a:ext>
            </a:extLst>
          </p:cNvPr>
          <p:cNvSpPr>
            <a:spLocks noGrp="1"/>
          </p:cNvSpPr>
          <p:nvPr>
            <p:ph type="sldNum" sz="quarter" idx="27"/>
          </p:nvPr>
        </p:nvSpPr>
        <p:spPr>
          <a:xfrm>
            <a:off x="9067800" y="6356350"/>
            <a:ext cx="2743200" cy="365125"/>
          </a:xfrm>
        </p:spPr>
        <p:txBody>
          <a:bodyPr rtlCol="0"/>
          <a:lstStyle/>
          <a:p>
            <a:pPr rtl="0"/>
            <a:fld id="{294A09A9-5501-47C1-A89A-A340965A2BE2}" type="slidenum">
              <a:rPr lang="id-ID" smtClean="0"/>
              <a:pPr rtl="0"/>
              <a:t>88</a:t>
            </a:fld>
            <a:endParaRPr lang="id-ID"/>
          </a:p>
        </p:txBody>
      </p:sp>
      <p:graphicFrame>
        <p:nvGraphicFramePr>
          <p:cNvPr id="6" name="Table 5">
            <a:extLst>
              <a:ext uri="{FF2B5EF4-FFF2-40B4-BE49-F238E27FC236}">
                <a16:creationId xmlns:a16="http://schemas.microsoft.com/office/drawing/2014/main" id="{1CC99FB0-92A1-D0F0-6686-1C6674D7F659}"/>
              </a:ext>
            </a:extLst>
          </p:cNvPr>
          <p:cNvGraphicFramePr>
            <a:graphicFrameLocks noGrp="1"/>
          </p:cNvGraphicFramePr>
          <p:nvPr>
            <p:extLst>
              <p:ext uri="{D42A27DB-BD31-4B8C-83A1-F6EECF244321}">
                <p14:modId xmlns:p14="http://schemas.microsoft.com/office/powerpoint/2010/main" val="2620522959"/>
              </p:ext>
            </p:extLst>
          </p:nvPr>
        </p:nvGraphicFramePr>
        <p:xfrm>
          <a:off x="824174" y="1016001"/>
          <a:ext cx="10874339" cy="5196114"/>
        </p:xfrm>
        <a:graphic>
          <a:graphicData uri="http://schemas.openxmlformats.org/drawingml/2006/table">
            <a:tbl>
              <a:tblPr firstRow="1" firstCol="1" bandRow="1">
                <a:tableStyleId>{5C22544A-7EE6-4342-B048-85BDC9FD1C3A}</a:tableStyleId>
              </a:tblPr>
              <a:tblGrid>
                <a:gridCol w="3143142">
                  <a:extLst>
                    <a:ext uri="{9D8B030D-6E8A-4147-A177-3AD203B41FA5}">
                      <a16:colId xmlns:a16="http://schemas.microsoft.com/office/drawing/2014/main" val="956892253"/>
                    </a:ext>
                  </a:extLst>
                </a:gridCol>
                <a:gridCol w="1436662">
                  <a:extLst>
                    <a:ext uri="{9D8B030D-6E8A-4147-A177-3AD203B41FA5}">
                      <a16:colId xmlns:a16="http://schemas.microsoft.com/office/drawing/2014/main" val="709715410"/>
                    </a:ext>
                  </a:extLst>
                </a:gridCol>
                <a:gridCol w="2098627">
                  <a:extLst>
                    <a:ext uri="{9D8B030D-6E8A-4147-A177-3AD203B41FA5}">
                      <a16:colId xmlns:a16="http://schemas.microsoft.com/office/drawing/2014/main" val="1365408414"/>
                    </a:ext>
                  </a:extLst>
                </a:gridCol>
                <a:gridCol w="2098627">
                  <a:extLst>
                    <a:ext uri="{9D8B030D-6E8A-4147-A177-3AD203B41FA5}">
                      <a16:colId xmlns:a16="http://schemas.microsoft.com/office/drawing/2014/main" val="3863355486"/>
                    </a:ext>
                  </a:extLst>
                </a:gridCol>
                <a:gridCol w="2097281">
                  <a:extLst>
                    <a:ext uri="{9D8B030D-6E8A-4147-A177-3AD203B41FA5}">
                      <a16:colId xmlns:a16="http://schemas.microsoft.com/office/drawing/2014/main" val="1636534166"/>
                    </a:ext>
                  </a:extLst>
                </a:gridCol>
              </a:tblGrid>
              <a:tr h="472374">
                <a:tc>
                  <a:txBody>
                    <a:bodyPr/>
                    <a:lstStyle/>
                    <a:p>
                      <a:pPr algn="just">
                        <a:lnSpc>
                          <a:spcPct val="200000"/>
                        </a:lnSpc>
                        <a:buNone/>
                      </a:pPr>
                      <a:r>
                        <a:rPr lang="id-ID" sz="1800" kern="0">
                          <a:effectLst/>
                        </a:rPr>
                        <a:t>Pertandingan</a:t>
                      </a:r>
                      <a:endParaRPr lang="id-ID" sz="28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tc>
                <a:tc>
                  <a:txBody>
                    <a:bodyPr/>
                    <a:lstStyle/>
                    <a:p>
                      <a:pPr algn="just">
                        <a:lnSpc>
                          <a:spcPct val="200000"/>
                        </a:lnSpc>
                        <a:buNone/>
                      </a:pPr>
                      <a:r>
                        <a:rPr lang="id-ID" sz="1800" kern="0">
                          <a:effectLst/>
                        </a:rPr>
                        <a:t>Skor</a:t>
                      </a:r>
                      <a:endParaRPr lang="id-ID" sz="28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tc>
                <a:tc>
                  <a:txBody>
                    <a:bodyPr/>
                    <a:lstStyle/>
                    <a:p>
                      <a:pPr algn="just">
                        <a:lnSpc>
                          <a:spcPct val="200000"/>
                        </a:lnSpc>
                        <a:buNone/>
                      </a:pPr>
                      <a:r>
                        <a:rPr lang="id-ID" sz="1800" kern="0">
                          <a:effectLst/>
                        </a:rPr>
                        <a:t>Sumber</a:t>
                      </a:r>
                      <a:endParaRPr lang="id-ID" sz="28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tc>
                <a:tc>
                  <a:txBody>
                    <a:bodyPr/>
                    <a:lstStyle/>
                    <a:p>
                      <a:pPr algn="just">
                        <a:lnSpc>
                          <a:spcPct val="200000"/>
                        </a:lnSpc>
                        <a:buNone/>
                      </a:pPr>
                      <a:r>
                        <a:rPr lang="id-ID" sz="1800" kern="0">
                          <a:effectLst/>
                        </a:rPr>
                        <a:t>xG Tim A</a:t>
                      </a:r>
                      <a:endParaRPr lang="id-ID" sz="28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tc>
                <a:tc>
                  <a:txBody>
                    <a:bodyPr/>
                    <a:lstStyle/>
                    <a:p>
                      <a:pPr algn="just">
                        <a:lnSpc>
                          <a:spcPct val="200000"/>
                        </a:lnSpc>
                        <a:buNone/>
                      </a:pPr>
                      <a:r>
                        <a:rPr lang="id-ID" sz="1800" kern="0">
                          <a:effectLst/>
                        </a:rPr>
                        <a:t>xG Tim B</a:t>
                      </a:r>
                      <a:endParaRPr lang="id-ID" sz="28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2695493772"/>
                  </a:ext>
                </a:extLst>
              </a:tr>
              <a:tr h="472374">
                <a:tc rowSpan="5">
                  <a:txBody>
                    <a:bodyPr/>
                    <a:lstStyle/>
                    <a:p>
                      <a:pPr algn="just">
                        <a:lnSpc>
                          <a:spcPct val="200000"/>
                        </a:lnSpc>
                        <a:buNone/>
                      </a:pPr>
                      <a:r>
                        <a:rPr lang="id-ID" sz="1800" kern="0">
                          <a:effectLst/>
                        </a:rPr>
                        <a:t>England vs Iran – WC 2022</a:t>
                      </a:r>
                      <a:endParaRPr lang="id-ID" sz="28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tc>
                <a:tc rowSpan="5">
                  <a:txBody>
                    <a:bodyPr/>
                    <a:lstStyle/>
                    <a:p>
                      <a:pPr algn="just">
                        <a:lnSpc>
                          <a:spcPct val="200000"/>
                        </a:lnSpc>
                        <a:buNone/>
                      </a:pPr>
                      <a:r>
                        <a:rPr lang="id-ID" sz="1800" kern="0">
                          <a:effectLst/>
                        </a:rPr>
                        <a:t>6 – 2</a:t>
                      </a:r>
                      <a:endParaRPr lang="id-ID" sz="28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tc>
                <a:tc>
                  <a:txBody>
                    <a:bodyPr/>
                    <a:lstStyle/>
                    <a:p>
                      <a:pPr algn="just">
                        <a:lnSpc>
                          <a:spcPct val="200000"/>
                        </a:lnSpc>
                        <a:buNone/>
                      </a:pPr>
                      <a:r>
                        <a:rPr lang="id-ID" sz="1800" kern="0">
                          <a:effectLst/>
                        </a:rPr>
                        <a:t>Penelitian ini</a:t>
                      </a:r>
                      <a:endParaRPr lang="id-ID" sz="28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tc>
                <a:tc>
                  <a:txBody>
                    <a:bodyPr/>
                    <a:lstStyle/>
                    <a:p>
                      <a:pPr algn="just">
                        <a:lnSpc>
                          <a:spcPct val="200000"/>
                        </a:lnSpc>
                        <a:buNone/>
                      </a:pPr>
                      <a:r>
                        <a:rPr lang="id-ID" sz="1800" kern="0" dirty="0" err="1">
                          <a:effectLst/>
                        </a:rPr>
                        <a:t>England</a:t>
                      </a:r>
                      <a:r>
                        <a:rPr lang="id-ID" sz="1800" kern="0" dirty="0">
                          <a:effectLst/>
                        </a:rPr>
                        <a:t>: 3,09</a:t>
                      </a:r>
                      <a:endParaRPr lang="id-ID" sz="28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tc>
                <a:tc>
                  <a:txBody>
                    <a:bodyPr/>
                    <a:lstStyle/>
                    <a:p>
                      <a:pPr algn="just">
                        <a:lnSpc>
                          <a:spcPct val="200000"/>
                        </a:lnSpc>
                        <a:buNone/>
                      </a:pPr>
                      <a:r>
                        <a:rPr lang="id-ID" sz="1800" kern="0">
                          <a:effectLst/>
                        </a:rPr>
                        <a:t>Iran: 0,87</a:t>
                      </a:r>
                      <a:endParaRPr lang="id-ID" sz="28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4187558195"/>
                  </a:ext>
                </a:extLst>
              </a:tr>
              <a:tr h="472374">
                <a:tc vMerge="1">
                  <a:txBody>
                    <a:bodyPr/>
                    <a:lstStyle/>
                    <a:p>
                      <a:endParaRPr lang="id-ID"/>
                    </a:p>
                  </a:txBody>
                  <a:tcPr/>
                </a:tc>
                <a:tc vMerge="1">
                  <a:txBody>
                    <a:bodyPr/>
                    <a:lstStyle/>
                    <a:p>
                      <a:endParaRPr lang="id-ID"/>
                    </a:p>
                  </a:txBody>
                  <a:tcPr/>
                </a:tc>
                <a:tc>
                  <a:txBody>
                    <a:bodyPr/>
                    <a:lstStyle/>
                    <a:p>
                      <a:pPr algn="just">
                        <a:lnSpc>
                          <a:spcPct val="200000"/>
                        </a:lnSpc>
                        <a:buNone/>
                      </a:pPr>
                      <a:r>
                        <a:rPr lang="id-ID" sz="1800" kern="0" dirty="0" err="1">
                          <a:effectLst/>
                        </a:rPr>
                        <a:t>Opta</a:t>
                      </a:r>
                      <a:endParaRPr lang="id-ID" sz="28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tc>
                <a:tc>
                  <a:txBody>
                    <a:bodyPr/>
                    <a:lstStyle/>
                    <a:p>
                      <a:pPr algn="just">
                        <a:lnSpc>
                          <a:spcPct val="200000"/>
                        </a:lnSpc>
                        <a:buNone/>
                      </a:pPr>
                      <a:r>
                        <a:rPr lang="id-ID" sz="1800" kern="0" dirty="0" err="1">
                          <a:effectLst/>
                        </a:rPr>
                        <a:t>England</a:t>
                      </a:r>
                      <a:r>
                        <a:rPr lang="id-ID" sz="1800" kern="0" dirty="0">
                          <a:effectLst/>
                        </a:rPr>
                        <a:t>: 2,1</a:t>
                      </a:r>
                      <a:endParaRPr lang="id-ID" sz="28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tc>
                <a:tc>
                  <a:txBody>
                    <a:bodyPr/>
                    <a:lstStyle/>
                    <a:p>
                      <a:pPr algn="just">
                        <a:lnSpc>
                          <a:spcPct val="200000"/>
                        </a:lnSpc>
                        <a:buNone/>
                      </a:pPr>
                      <a:r>
                        <a:rPr lang="id-ID" sz="1800" kern="0">
                          <a:effectLst/>
                        </a:rPr>
                        <a:t>Iran: 1,751</a:t>
                      </a:r>
                      <a:endParaRPr lang="id-ID" sz="28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3578095649"/>
                  </a:ext>
                </a:extLst>
              </a:tr>
              <a:tr h="472374">
                <a:tc vMerge="1">
                  <a:txBody>
                    <a:bodyPr/>
                    <a:lstStyle/>
                    <a:p>
                      <a:endParaRPr lang="id-ID"/>
                    </a:p>
                  </a:txBody>
                  <a:tcPr/>
                </a:tc>
                <a:tc vMerge="1">
                  <a:txBody>
                    <a:bodyPr/>
                    <a:lstStyle/>
                    <a:p>
                      <a:endParaRPr lang="id-ID"/>
                    </a:p>
                  </a:txBody>
                  <a:tcPr/>
                </a:tc>
                <a:tc>
                  <a:txBody>
                    <a:bodyPr/>
                    <a:lstStyle/>
                    <a:p>
                      <a:pPr algn="just">
                        <a:lnSpc>
                          <a:spcPct val="200000"/>
                        </a:lnSpc>
                        <a:buNone/>
                      </a:pPr>
                      <a:r>
                        <a:rPr lang="id-ID" sz="1800" kern="0" dirty="0">
                          <a:effectLst/>
                        </a:rPr>
                        <a:t>xGScore.io</a:t>
                      </a:r>
                      <a:endParaRPr lang="id-ID" sz="28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tc>
                <a:tc>
                  <a:txBody>
                    <a:bodyPr/>
                    <a:lstStyle/>
                    <a:p>
                      <a:pPr algn="just">
                        <a:lnSpc>
                          <a:spcPct val="200000"/>
                        </a:lnSpc>
                        <a:buNone/>
                      </a:pPr>
                      <a:r>
                        <a:rPr lang="id-ID" sz="1800" kern="0" dirty="0" err="1">
                          <a:effectLst/>
                        </a:rPr>
                        <a:t>England</a:t>
                      </a:r>
                      <a:r>
                        <a:rPr lang="id-ID" sz="1800" kern="0" dirty="0">
                          <a:effectLst/>
                        </a:rPr>
                        <a:t>: 2,14</a:t>
                      </a:r>
                      <a:endParaRPr lang="id-ID" sz="28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tc>
                <a:tc>
                  <a:txBody>
                    <a:bodyPr/>
                    <a:lstStyle/>
                    <a:p>
                      <a:pPr algn="just">
                        <a:lnSpc>
                          <a:spcPct val="200000"/>
                        </a:lnSpc>
                        <a:buNone/>
                      </a:pPr>
                      <a:r>
                        <a:rPr lang="id-ID" sz="1800" kern="0">
                          <a:effectLst/>
                        </a:rPr>
                        <a:t>Iran: 1,42</a:t>
                      </a:r>
                      <a:endParaRPr lang="id-ID" sz="28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2493416815"/>
                  </a:ext>
                </a:extLst>
              </a:tr>
              <a:tr h="472374">
                <a:tc vMerge="1">
                  <a:txBody>
                    <a:bodyPr/>
                    <a:lstStyle/>
                    <a:p>
                      <a:endParaRPr lang="id-ID"/>
                    </a:p>
                  </a:txBody>
                  <a:tcPr/>
                </a:tc>
                <a:tc vMerge="1">
                  <a:txBody>
                    <a:bodyPr/>
                    <a:lstStyle/>
                    <a:p>
                      <a:endParaRPr lang="id-ID"/>
                    </a:p>
                  </a:txBody>
                  <a:tcPr/>
                </a:tc>
                <a:tc>
                  <a:txBody>
                    <a:bodyPr/>
                    <a:lstStyle/>
                    <a:p>
                      <a:pPr algn="just">
                        <a:lnSpc>
                          <a:spcPct val="200000"/>
                        </a:lnSpc>
                        <a:buNone/>
                      </a:pPr>
                      <a:r>
                        <a:rPr lang="id-ID" sz="1800" kern="0">
                          <a:effectLst/>
                        </a:rPr>
                        <a:t>FBref</a:t>
                      </a:r>
                      <a:endParaRPr lang="id-ID" sz="28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tc>
                <a:tc>
                  <a:txBody>
                    <a:bodyPr/>
                    <a:lstStyle/>
                    <a:p>
                      <a:pPr algn="just">
                        <a:lnSpc>
                          <a:spcPct val="200000"/>
                        </a:lnSpc>
                        <a:buNone/>
                      </a:pPr>
                      <a:r>
                        <a:rPr lang="id-ID" sz="1800" kern="0">
                          <a:effectLst/>
                        </a:rPr>
                        <a:t>England: 2,1</a:t>
                      </a:r>
                      <a:endParaRPr lang="id-ID" sz="28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tc>
                <a:tc>
                  <a:txBody>
                    <a:bodyPr/>
                    <a:lstStyle/>
                    <a:p>
                      <a:pPr algn="just">
                        <a:lnSpc>
                          <a:spcPct val="200000"/>
                        </a:lnSpc>
                        <a:buNone/>
                      </a:pPr>
                      <a:r>
                        <a:rPr lang="id-ID" sz="1800" kern="0">
                          <a:effectLst/>
                        </a:rPr>
                        <a:t>Iran: 1,4</a:t>
                      </a:r>
                      <a:endParaRPr lang="id-ID" sz="28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767491231"/>
                  </a:ext>
                </a:extLst>
              </a:tr>
              <a:tr h="472374">
                <a:tc vMerge="1">
                  <a:txBody>
                    <a:bodyPr/>
                    <a:lstStyle/>
                    <a:p>
                      <a:endParaRPr lang="id-ID"/>
                    </a:p>
                  </a:txBody>
                  <a:tcPr/>
                </a:tc>
                <a:tc vMerge="1">
                  <a:txBody>
                    <a:bodyPr/>
                    <a:lstStyle/>
                    <a:p>
                      <a:endParaRPr lang="id-ID"/>
                    </a:p>
                  </a:txBody>
                  <a:tcPr/>
                </a:tc>
                <a:tc>
                  <a:txBody>
                    <a:bodyPr/>
                    <a:lstStyle/>
                    <a:p>
                      <a:pPr algn="just">
                        <a:lnSpc>
                          <a:spcPct val="200000"/>
                        </a:lnSpc>
                        <a:buNone/>
                      </a:pPr>
                      <a:r>
                        <a:rPr lang="id-ID" sz="1800" kern="0">
                          <a:effectLst/>
                        </a:rPr>
                        <a:t>PFF</a:t>
                      </a:r>
                      <a:endParaRPr lang="id-ID" sz="28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tc>
                <a:tc>
                  <a:txBody>
                    <a:bodyPr/>
                    <a:lstStyle/>
                    <a:p>
                      <a:pPr algn="just">
                        <a:lnSpc>
                          <a:spcPct val="200000"/>
                        </a:lnSpc>
                        <a:buNone/>
                      </a:pPr>
                      <a:r>
                        <a:rPr lang="id-ID" sz="1800" kern="0" dirty="0" err="1">
                          <a:effectLst/>
                        </a:rPr>
                        <a:t>England</a:t>
                      </a:r>
                      <a:r>
                        <a:rPr lang="id-ID" sz="1800" kern="0" dirty="0">
                          <a:effectLst/>
                        </a:rPr>
                        <a:t>: 2,14</a:t>
                      </a:r>
                      <a:endParaRPr lang="id-ID" sz="28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tc>
                <a:tc>
                  <a:txBody>
                    <a:bodyPr/>
                    <a:lstStyle/>
                    <a:p>
                      <a:pPr algn="just">
                        <a:lnSpc>
                          <a:spcPct val="200000"/>
                        </a:lnSpc>
                        <a:buNone/>
                      </a:pPr>
                      <a:r>
                        <a:rPr lang="id-ID" sz="1800" kern="0">
                          <a:effectLst/>
                        </a:rPr>
                        <a:t>Iran: 1,62</a:t>
                      </a:r>
                      <a:endParaRPr lang="id-ID" sz="28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1943277366"/>
                  </a:ext>
                </a:extLst>
              </a:tr>
              <a:tr h="472374">
                <a:tc rowSpan="5">
                  <a:txBody>
                    <a:bodyPr/>
                    <a:lstStyle/>
                    <a:p>
                      <a:pPr algn="just">
                        <a:lnSpc>
                          <a:spcPct val="200000"/>
                        </a:lnSpc>
                        <a:buNone/>
                      </a:pPr>
                      <a:r>
                        <a:rPr lang="id-ID" sz="1800" kern="0">
                          <a:effectLst/>
                        </a:rPr>
                        <a:t>England vs France – WC 2022</a:t>
                      </a:r>
                      <a:endParaRPr lang="id-ID" sz="28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tc>
                <a:tc rowSpan="5">
                  <a:txBody>
                    <a:bodyPr/>
                    <a:lstStyle/>
                    <a:p>
                      <a:pPr algn="just">
                        <a:lnSpc>
                          <a:spcPct val="200000"/>
                        </a:lnSpc>
                        <a:buNone/>
                      </a:pPr>
                      <a:r>
                        <a:rPr lang="id-ID" sz="1800" kern="0">
                          <a:effectLst/>
                        </a:rPr>
                        <a:t>1 – 2</a:t>
                      </a:r>
                      <a:endParaRPr lang="id-ID" sz="28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tc>
                <a:tc>
                  <a:txBody>
                    <a:bodyPr/>
                    <a:lstStyle/>
                    <a:p>
                      <a:pPr algn="just">
                        <a:lnSpc>
                          <a:spcPct val="200000"/>
                        </a:lnSpc>
                        <a:buNone/>
                      </a:pPr>
                      <a:r>
                        <a:rPr lang="id-ID" sz="1800" kern="0">
                          <a:effectLst/>
                        </a:rPr>
                        <a:t>Penelitian ini</a:t>
                      </a:r>
                      <a:endParaRPr lang="id-ID" sz="28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tc>
                <a:tc>
                  <a:txBody>
                    <a:bodyPr/>
                    <a:lstStyle/>
                    <a:p>
                      <a:pPr algn="just">
                        <a:lnSpc>
                          <a:spcPct val="200000"/>
                        </a:lnSpc>
                        <a:buNone/>
                      </a:pPr>
                      <a:r>
                        <a:rPr lang="id-ID" sz="1800" kern="0" dirty="0" err="1">
                          <a:effectLst/>
                        </a:rPr>
                        <a:t>England</a:t>
                      </a:r>
                      <a:r>
                        <a:rPr lang="id-ID" sz="1800" kern="0" dirty="0">
                          <a:effectLst/>
                        </a:rPr>
                        <a:t>: 1,98</a:t>
                      </a:r>
                      <a:endParaRPr lang="id-ID" sz="28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tc>
                <a:tc>
                  <a:txBody>
                    <a:bodyPr/>
                    <a:lstStyle/>
                    <a:p>
                      <a:pPr algn="just">
                        <a:lnSpc>
                          <a:spcPct val="200000"/>
                        </a:lnSpc>
                        <a:buNone/>
                      </a:pPr>
                      <a:r>
                        <a:rPr lang="id-ID" sz="1800" kern="0" dirty="0" err="1">
                          <a:effectLst/>
                        </a:rPr>
                        <a:t>France</a:t>
                      </a:r>
                      <a:r>
                        <a:rPr lang="id-ID" sz="1800" kern="0" dirty="0">
                          <a:effectLst/>
                        </a:rPr>
                        <a:t>: 0,64</a:t>
                      </a:r>
                      <a:endParaRPr lang="id-ID" sz="28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2173714510"/>
                  </a:ext>
                </a:extLst>
              </a:tr>
              <a:tr h="472374">
                <a:tc vMerge="1">
                  <a:txBody>
                    <a:bodyPr/>
                    <a:lstStyle/>
                    <a:p>
                      <a:endParaRPr lang="id-ID"/>
                    </a:p>
                  </a:txBody>
                  <a:tcPr/>
                </a:tc>
                <a:tc vMerge="1">
                  <a:txBody>
                    <a:bodyPr/>
                    <a:lstStyle/>
                    <a:p>
                      <a:endParaRPr lang="id-ID"/>
                    </a:p>
                  </a:txBody>
                  <a:tcPr/>
                </a:tc>
                <a:tc>
                  <a:txBody>
                    <a:bodyPr/>
                    <a:lstStyle/>
                    <a:p>
                      <a:pPr algn="just">
                        <a:lnSpc>
                          <a:spcPct val="200000"/>
                        </a:lnSpc>
                        <a:buNone/>
                      </a:pPr>
                      <a:r>
                        <a:rPr lang="id-ID" sz="1800" kern="0">
                          <a:effectLst/>
                        </a:rPr>
                        <a:t>PFF</a:t>
                      </a:r>
                      <a:endParaRPr lang="id-ID" sz="28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tc>
                <a:tc>
                  <a:txBody>
                    <a:bodyPr/>
                    <a:lstStyle/>
                    <a:p>
                      <a:pPr algn="just">
                        <a:lnSpc>
                          <a:spcPct val="200000"/>
                        </a:lnSpc>
                        <a:buNone/>
                      </a:pPr>
                      <a:r>
                        <a:rPr lang="id-ID" sz="1800" kern="0" dirty="0" err="1">
                          <a:effectLst/>
                        </a:rPr>
                        <a:t>England</a:t>
                      </a:r>
                      <a:r>
                        <a:rPr lang="id-ID" sz="1800" kern="0" dirty="0">
                          <a:effectLst/>
                        </a:rPr>
                        <a:t>: 2,4</a:t>
                      </a:r>
                      <a:endParaRPr lang="id-ID" sz="28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tc>
                <a:tc>
                  <a:txBody>
                    <a:bodyPr/>
                    <a:lstStyle/>
                    <a:p>
                      <a:pPr algn="just">
                        <a:lnSpc>
                          <a:spcPct val="200000"/>
                        </a:lnSpc>
                        <a:buNone/>
                      </a:pPr>
                      <a:r>
                        <a:rPr lang="id-ID" sz="1800" kern="0">
                          <a:effectLst/>
                        </a:rPr>
                        <a:t>France: 0,73</a:t>
                      </a:r>
                      <a:endParaRPr lang="id-ID" sz="28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26111487"/>
                  </a:ext>
                </a:extLst>
              </a:tr>
              <a:tr h="472374">
                <a:tc vMerge="1">
                  <a:txBody>
                    <a:bodyPr/>
                    <a:lstStyle/>
                    <a:p>
                      <a:endParaRPr lang="id-ID"/>
                    </a:p>
                  </a:txBody>
                  <a:tcPr/>
                </a:tc>
                <a:tc vMerge="1">
                  <a:txBody>
                    <a:bodyPr/>
                    <a:lstStyle/>
                    <a:p>
                      <a:endParaRPr lang="id-ID"/>
                    </a:p>
                  </a:txBody>
                  <a:tcPr/>
                </a:tc>
                <a:tc>
                  <a:txBody>
                    <a:bodyPr/>
                    <a:lstStyle/>
                    <a:p>
                      <a:pPr algn="just">
                        <a:lnSpc>
                          <a:spcPct val="200000"/>
                        </a:lnSpc>
                        <a:buNone/>
                      </a:pPr>
                      <a:r>
                        <a:rPr lang="id-ID" sz="1800" kern="0">
                          <a:effectLst/>
                        </a:rPr>
                        <a:t>xGScore.io</a:t>
                      </a:r>
                      <a:endParaRPr lang="id-ID" sz="28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tc>
                <a:tc>
                  <a:txBody>
                    <a:bodyPr/>
                    <a:lstStyle/>
                    <a:p>
                      <a:pPr algn="just">
                        <a:lnSpc>
                          <a:spcPct val="200000"/>
                        </a:lnSpc>
                        <a:buNone/>
                      </a:pPr>
                      <a:r>
                        <a:rPr lang="id-ID" sz="1800" kern="0">
                          <a:effectLst/>
                        </a:rPr>
                        <a:t>England: 2,55</a:t>
                      </a:r>
                      <a:endParaRPr lang="id-ID" sz="28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tc>
                <a:tc>
                  <a:txBody>
                    <a:bodyPr/>
                    <a:lstStyle/>
                    <a:p>
                      <a:pPr algn="just">
                        <a:lnSpc>
                          <a:spcPct val="200000"/>
                        </a:lnSpc>
                        <a:buNone/>
                      </a:pPr>
                      <a:r>
                        <a:rPr lang="id-ID" sz="1800" kern="0">
                          <a:effectLst/>
                        </a:rPr>
                        <a:t>France: 1,21</a:t>
                      </a:r>
                      <a:endParaRPr lang="id-ID" sz="28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1388466971"/>
                  </a:ext>
                </a:extLst>
              </a:tr>
              <a:tr h="472374">
                <a:tc vMerge="1">
                  <a:txBody>
                    <a:bodyPr/>
                    <a:lstStyle/>
                    <a:p>
                      <a:endParaRPr lang="id-ID"/>
                    </a:p>
                  </a:txBody>
                  <a:tcPr/>
                </a:tc>
                <a:tc vMerge="1">
                  <a:txBody>
                    <a:bodyPr/>
                    <a:lstStyle/>
                    <a:p>
                      <a:endParaRPr lang="id-ID"/>
                    </a:p>
                  </a:txBody>
                  <a:tcPr/>
                </a:tc>
                <a:tc>
                  <a:txBody>
                    <a:bodyPr/>
                    <a:lstStyle/>
                    <a:p>
                      <a:pPr algn="just">
                        <a:lnSpc>
                          <a:spcPct val="200000"/>
                        </a:lnSpc>
                        <a:buNone/>
                      </a:pPr>
                      <a:r>
                        <a:rPr lang="id-ID" sz="1800" kern="0">
                          <a:effectLst/>
                        </a:rPr>
                        <a:t>FBref</a:t>
                      </a:r>
                      <a:endParaRPr lang="id-ID" sz="28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tc>
                <a:tc>
                  <a:txBody>
                    <a:bodyPr/>
                    <a:lstStyle/>
                    <a:p>
                      <a:pPr algn="just">
                        <a:lnSpc>
                          <a:spcPct val="200000"/>
                        </a:lnSpc>
                        <a:buNone/>
                      </a:pPr>
                      <a:r>
                        <a:rPr lang="id-ID" sz="1800" kern="0">
                          <a:effectLst/>
                        </a:rPr>
                        <a:t>England: 2,4</a:t>
                      </a:r>
                      <a:endParaRPr lang="id-ID" sz="28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tc>
                <a:tc>
                  <a:txBody>
                    <a:bodyPr/>
                    <a:lstStyle/>
                    <a:p>
                      <a:pPr algn="just">
                        <a:lnSpc>
                          <a:spcPct val="200000"/>
                        </a:lnSpc>
                        <a:buNone/>
                      </a:pPr>
                      <a:r>
                        <a:rPr lang="id-ID" sz="1800" kern="0">
                          <a:effectLst/>
                        </a:rPr>
                        <a:t>France: 0,9</a:t>
                      </a:r>
                      <a:endParaRPr lang="id-ID" sz="28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637179939"/>
                  </a:ext>
                </a:extLst>
              </a:tr>
              <a:tr h="472374">
                <a:tc vMerge="1">
                  <a:txBody>
                    <a:bodyPr/>
                    <a:lstStyle/>
                    <a:p>
                      <a:endParaRPr lang="id-ID"/>
                    </a:p>
                  </a:txBody>
                  <a:tcPr/>
                </a:tc>
                <a:tc vMerge="1">
                  <a:txBody>
                    <a:bodyPr/>
                    <a:lstStyle/>
                    <a:p>
                      <a:endParaRPr lang="id-ID"/>
                    </a:p>
                  </a:txBody>
                  <a:tcPr/>
                </a:tc>
                <a:tc>
                  <a:txBody>
                    <a:bodyPr/>
                    <a:lstStyle/>
                    <a:p>
                      <a:pPr algn="just">
                        <a:lnSpc>
                          <a:spcPct val="200000"/>
                        </a:lnSpc>
                        <a:buNone/>
                      </a:pPr>
                      <a:r>
                        <a:rPr lang="id-ID" sz="1800" kern="0">
                          <a:effectLst/>
                        </a:rPr>
                        <a:t>Opta</a:t>
                      </a:r>
                      <a:endParaRPr lang="id-ID" sz="28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tc>
                <a:tc>
                  <a:txBody>
                    <a:bodyPr/>
                    <a:lstStyle/>
                    <a:p>
                      <a:pPr algn="just">
                        <a:lnSpc>
                          <a:spcPct val="200000"/>
                        </a:lnSpc>
                        <a:buNone/>
                      </a:pPr>
                      <a:r>
                        <a:rPr lang="id-ID" sz="1800" kern="0">
                          <a:effectLst/>
                        </a:rPr>
                        <a:t>England: 2,4</a:t>
                      </a:r>
                      <a:endParaRPr lang="id-ID" sz="28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tc>
                <a:tc>
                  <a:txBody>
                    <a:bodyPr/>
                    <a:lstStyle/>
                    <a:p>
                      <a:pPr algn="just">
                        <a:lnSpc>
                          <a:spcPct val="200000"/>
                        </a:lnSpc>
                        <a:buNone/>
                      </a:pPr>
                      <a:r>
                        <a:rPr lang="id-ID" sz="1800" kern="0" dirty="0" err="1">
                          <a:effectLst/>
                        </a:rPr>
                        <a:t>France</a:t>
                      </a:r>
                      <a:r>
                        <a:rPr lang="id-ID" sz="1800" kern="0" dirty="0">
                          <a:effectLst/>
                        </a:rPr>
                        <a:t>: 1,012</a:t>
                      </a:r>
                      <a:endParaRPr lang="id-ID" sz="28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4159602749"/>
                  </a:ext>
                </a:extLst>
              </a:tr>
            </a:tbl>
          </a:graphicData>
        </a:graphic>
      </p:graphicFrame>
    </p:spTree>
    <p:extLst>
      <p:ext uri="{BB962C8B-B14F-4D97-AF65-F5344CB8AC3E}">
        <p14:creationId xmlns:p14="http://schemas.microsoft.com/office/powerpoint/2010/main" val="1613141567"/>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787F26-D841-9E3A-EA2F-E7883150B06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B8A2974-B241-0900-1380-741A476B6087}"/>
              </a:ext>
            </a:extLst>
          </p:cNvPr>
          <p:cNvSpPr>
            <a:spLocks noGrp="1"/>
          </p:cNvSpPr>
          <p:nvPr>
            <p:ph type="title"/>
          </p:nvPr>
        </p:nvSpPr>
        <p:spPr/>
        <p:txBody>
          <a:bodyPr/>
          <a:lstStyle/>
          <a:p>
            <a:r>
              <a:rPr lang="en-GB" dirty="0" err="1"/>
              <a:t>Implikasi</a:t>
            </a:r>
            <a:r>
              <a:rPr lang="en-GB" dirty="0"/>
              <a:t> </a:t>
            </a:r>
            <a:r>
              <a:rPr lang="en-GB" dirty="0" err="1"/>
              <a:t>Penelitian</a:t>
            </a:r>
            <a:endParaRPr lang="id-ID" dirty="0"/>
          </a:p>
        </p:txBody>
      </p:sp>
      <p:sp>
        <p:nvSpPr>
          <p:cNvPr id="3" name="Content Placeholder 2">
            <a:extLst>
              <a:ext uri="{FF2B5EF4-FFF2-40B4-BE49-F238E27FC236}">
                <a16:creationId xmlns:a16="http://schemas.microsoft.com/office/drawing/2014/main" id="{FFA5EB44-CA36-DAB3-792E-C7D6B4809106}"/>
              </a:ext>
            </a:extLst>
          </p:cNvPr>
          <p:cNvSpPr>
            <a:spLocks noGrp="1"/>
          </p:cNvSpPr>
          <p:nvPr>
            <p:ph idx="1"/>
          </p:nvPr>
        </p:nvSpPr>
        <p:spPr>
          <a:xfrm>
            <a:off x="1167493" y="1887795"/>
            <a:ext cx="9613578" cy="3469022"/>
          </a:xfrm>
        </p:spPr>
        <p:txBody>
          <a:bodyPr/>
          <a:lstStyle/>
          <a:p>
            <a:r>
              <a:rPr lang="id-ID" sz="2800" dirty="0"/>
              <a:t>Secara teoritis, penelitian ini memvalidasi superioritas </a:t>
            </a:r>
            <a:r>
              <a:rPr lang="id-ID" sz="2800" dirty="0" err="1"/>
              <a:t>LightGBM</a:t>
            </a:r>
            <a:r>
              <a:rPr lang="id-ID" sz="2800" dirty="0"/>
              <a:t> untuk data olahraga yang non-linear. Secara praktis, model dan aplikasi yang dikembangkan dapat menjadi alat bantu objektif bagi klub, analis, media, hingga untuk pembinaan pemain muda.</a:t>
            </a:r>
          </a:p>
        </p:txBody>
      </p:sp>
      <p:sp>
        <p:nvSpPr>
          <p:cNvPr id="4" name="Date Placeholder 3">
            <a:extLst>
              <a:ext uri="{FF2B5EF4-FFF2-40B4-BE49-F238E27FC236}">
                <a16:creationId xmlns:a16="http://schemas.microsoft.com/office/drawing/2014/main" id="{072C9778-C49D-CCFE-6948-462E42E34B6E}"/>
              </a:ext>
            </a:extLst>
          </p:cNvPr>
          <p:cNvSpPr>
            <a:spLocks noGrp="1"/>
          </p:cNvSpPr>
          <p:nvPr>
            <p:ph type="dt" sz="half" idx="2"/>
          </p:nvPr>
        </p:nvSpPr>
        <p:spPr/>
        <p:txBody>
          <a:bodyPr/>
          <a:lstStyle/>
          <a:p>
            <a:pPr rtl="0"/>
            <a:fld id="{864F080E-00EF-45FB-879B-543FC5219789}" type="datetime1">
              <a:rPr lang="id-ID" noProof="0" smtClean="0"/>
              <a:t>24/11/2025</a:t>
            </a:fld>
            <a:endParaRPr lang="id-ID" noProof="0"/>
          </a:p>
        </p:txBody>
      </p:sp>
      <p:sp>
        <p:nvSpPr>
          <p:cNvPr id="6" name="Slide Number Placeholder 5">
            <a:extLst>
              <a:ext uri="{FF2B5EF4-FFF2-40B4-BE49-F238E27FC236}">
                <a16:creationId xmlns:a16="http://schemas.microsoft.com/office/drawing/2014/main" id="{8994C8F1-21C7-2222-1E2E-3AFA407C758C}"/>
              </a:ext>
            </a:extLst>
          </p:cNvPr>
          <p:cNvSpPr>
            <a:spLocks noGrp="1"/>
          </p:cNvSpPr>
          <p:nvPr>
            <p:ph type="sldNum" sz="quarter" idx="4"/>
          </p:nvPr>
        </p:nvSpPr>
        <p:spPr/>
        <p:txBody>
          <a:bodyPr/>
          <a:lstStyle/>
          <a:p>
            <a:pPr rtl="0"/>
            <a:fld id="{294A09A9-5501-47C1-A89A-A340965A2BE2}" type="slidenum">
              <a:rPr lang="id-ID" noProof="0" smtClean="0"/>
              <a:pPr rtl="0"/>
              <a:t>89</a:t>
            </a:fld>
            <a:endParaRPr lang="id-ID" noProof="0"/>
          </a:p>
        </p:txBody>
      </p:sp>
    </p:spTree>
    <p:extLst>
      <p:ext uri="{BB962C8B-B14F-4D97-AF65-F5344CB8AC3E}">
        <p14:creationId xmlns:p14="http://schemas.microsoft.com/office/powerpoint/2010/main" val="3068875868"/>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868684-22D9-EC9A-202B-95C87705678F}"/>
              </a:ext>
            </a:extLst>
          </p:cNvPr>
          <p:cNvSpPr>
            <a:spLocks noGrp="1"/>
          </p:cNvSpPr>
          <p:nvPr>
            <p:ph type="title"/>
          </p:nvPr>
        </p:nvSpPr>
        <p:spPr/>
        <p:txBody>
          <a:bodyPr/>
          <a:lstStyle/>
          <a:p>
            <a:r>
              <a:rPr lang="en-GB" dirty="0" err="1"/>
              <a:t>Keterbatasan</a:t>
            </a:r>
            <a:r>
              <a:rPr lang="en-GB" dirty="0"/>
              <a:t> </a:t>
            </a:r>
            <a:r>
              <a:rPr lang="en-GB" dirty="0" err="1"/>
              <a:t>Penelitian</a:t>
            </a:r>
            <a:endParaRPr lang="id-ID" dirty="0"/>
          </a:p>
        </p:txBody>
      </p:sp>
      <p:sp>
        <p:nvSpPr>
          <p:cNvPr id="3" name="Content Placeholder 2">
            <a:extLst>
              <a:ext uri="{FF2B5EF4-FFF2-40B4-BE49-F238E27FC236}">
                <a16:creationId xmlns:a16="http://schemas.microsoft.com/office/drawing/2014/main" id="{65200710-C666-F71E-CCCE-06ED514FA3A4}"/>
              </a:ext>
            </a:extLst>
          </p:cNvPr>
          <p:cNvSpPr>
            <a:spLocks noGrp="1"/>
          </p:cNvSpPr>
          <p:nvPr>
            <p:ph idx="1"/>
          </p:nvPr>
        </p:nvSpPr>
        <p:spPr>
          <a:xfrm>
            <a:off x="1167493" y="1887795"/>
            <a:ext cx="9613578" cy="3469022"/>
          </a:xfrm>
        </p:spPr>
        <p:txBody>
          <a:bodyPr/>
          <a:lstStyle/>
          <a:p>
            <a:r>
              <a:rPr lang="id-ID" sz="2800" dirty="0"/>
              <a:t>Penelitian ini memiliki keterbatasan pada cakupan data yang hanya mencakup liga tertentu dan ketersediaan fitur kontekstual seperti posisi kiper. Selain itu, validitas model juga perlu diuji lebih lanjut pada kompetisi dengan gaya bermain yang berbeda untuk memastikan generalisasi.</a:t>
            </a:r>
          </a:p>
        </p:txBody>
      </p:sp>
      <p:sp>
        <p:nvSpPr>
          <p:cNvPr id="4" name="Date Placeholder 3">
            <a:extLst>
              <a:ext uri="{FF2B5EF4-FFF2-40B4-BE49-F238E27FC236}">
                <a16:creationId xmlns:a16="http://schemas.microsoft.com/office/drawing/2014/main" id="{B888C59B-68A0-3591-5974-34464134CCEC}"/>
              </a:ext>
            </a:extLst>
          </p:cNvPr>
          <p:cNvSpPr>
            <a:spLocks noGrp="1"/>
          </p:cNvSpPr>
          <p:nvPr>
            <p:ph type="dt" sz="half" idx="2"/>
          </p:nvPr>
        </p:nvSpPr>
        <p:spPr/>
        <p:txBody>
          <a:bodyPr/>
          <a:lstStyle/>
          <a:p>
            <a:pPr rtl="0"/>
            <a:fld id="{864F080E-00EF-45FB-879B-543FC5219789}" type="datetime1">
              <a:rPr lang="id-ID" noProof="0" smtClean="0"/>
              <a:t>24/11/2025</a:t>
            </a:fld>
            <a:endParaRPr lang="id-ID" noProof="0"/>
          </a:p>
        </p:txBody>
      </p:sp>
      <p:sp>
        <p:nvSpPr>
          <p:cNvPr id="6" name="Slide Number Placeholder 5">
            <a:extLst>
              <a:ext uri="{FF2B5EF4-FFF2-40B4-BE49-F238E27FC236}">
                <a16:creationId xmlns:a16="http://schemas.microsoft.com/office/drawing/2014/main" id="{D1F630AB-4019-E7C5-9C7A-83CA11B8ED47}"/>
              </a:ext>
            </a:extLst>
          </p:cNvPr>
          <p:cNvSpPr>
            <a:spLocks noGrp="1"/>
          </p:cNvSpPr>
          <p:nvPr>
            <p:ph type="sldNum" sz="quarter" idx="4"/>
          </p:nvPr>
        </p:nvSpPr>
        <p:spPr/>
        <p:txBody>
          <a:bodyPr/>
          <a:lstStyle/>
          <a:p>
            <a:pPr rtl="0"/>
            <a:fld id="{294A09A9-5501-47C1-A89A-A340965A2BE2}" type="slidenum">
              <a:rPr lang="id-ID" noProof="0" smtClean="0"/>
              <a:pPr rtl="0"/>
              <a:t>90</a:t>
            </a:fld>
            <a:endParaRPr lang="id-ID" noProof="0"/>
          </a:p>
        </p:txBody>
      </p:sp>
    </p:spTree>
    <p:extLst>
      <p:ext uri="{BB962C8B-B14F-4D97-AF65-F5344CB8AC3E}">
        <p14:creationId xmlns:p14="http://schemas.microsoft.com/office/powerpoint/2010/main" val="3278069340"/>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E5CB01-52C4-7D71-2331-B4EF333EA74C}"/>
              </a:ext>
            </a:extLst>
          </p:cNvPr>
          <p:cNvSpPr>
            <a:spLocks noGrp="1"/>
          </p:cNvSpPr>
          <p:nvPr>
            <p:ph type="title"/>
          </p:nvPr>
        </p:nvSpPr>
        <p:spPr>
          <a:xfrm>
            <a:off x="750429" y="381000"/>
            <a:ext cx="5513799" cy="1325563"/>
          </a:xfrm>
        </p:spPr>
        <p:txBody>
          <a:bodyPr/>
          <a:lstStyle/>
          <a:p>
            <a:r>
              <a:rPr lang="en-GB" sz="6000" dirty="0"/>
              <a:t>Interface Demo</a:t>
            </a:r>
            <a:endParaRPr lang="id-ID" sz="6000" dirty="0"/>
          </a:p>
        </p:txBody>
      </p:sp>
      <p:sp>
        <p:nvSpPr>
          <p:cNvPr id="27" name="Date Placeholder 26">
            <a:extLst>
              <a:ext uri="{FF2B5EF4-FFF2-40B4-BE49-F238E27FC236}">
                <a16:creationId xmlns:a16="http://schemas.microsoft.com/office/drawing/2014/main" id="{63683045-1DD3-E700-F1C4-435852143B6D}"/>
              </a:ext>
            </a:extLst>
          </p:cNvPr>
          <p:cNvSpPr>
            <a:spLocks noGrp="1"/>
          </p:cNvSpPr>
          <p:nvPr>
            <p:ph type="dt" sz="half" idx="25"/>
          </p:nvPr>
        </p:nvSpPr>
        <p:spPr/>
        <p:txBody>
          <a:bodyPr/>
          <a:lstStyle/>
          <a:p>
            <a:pPr rtl="0"/>
            <a:fld id="{0313E8A0-0BEB-4298-AEE4-B7CCF6490583}" type="datetime1">
              <a:rPr lang="id-ID" noProof="0" smtClean="0"/>
              <a:t>24/11/2025</a:t>
            </a:fld>
            <a:endParaRPr lang="id-ID" noProof="0"/>
          </a:p>
        </p:txBody>
      </p:sp>
      <p:sp>
        <p:nvSpPr>
          <p:cNvPr id="29" name="Slide Number Placeholder 28">
            <a:extLst>
              <a:ext uri="{FF2B5EF4-FFF2-40B4-BE49-F238E27FC236}">
                <a16:creationId xmlns:a16="http://schemas.microsoft.com/office/drawing/2014/main" id="{1AF321D4-D2C0-7BBA-6F83-C7833915C5B9}"/>
              </a:ext>
            </a:extLst>
          </p:cNvPr>
          <p:cNvSpPr>
            <a:spLocks noGrp="1"/>
          </p:cNvSpPr>
          <p:nvPr>
            <p:ph type="sldNum" sz="quarter" idx="27"/>
          </p:nvPr>
        </p:nvSpPr>
        <p:spPr/>
        <p:txBody>
          <a:bodyPr/>
          <a:lstStyle/>
          <a:p>
            <a:pPr rtl="0"/>
            <a:fld id="{294A09A9-5501-47C1-A89A-A340965A2BE2}" type="slidenum">
              <a:rPr lang="id-ID" noProof="0" smtClean="0"/>
              <a:pPr rtl="0"/>
              <a:t>91</a:t>
            </a:fld>
            <a:endParaRPr lang="id-ID" noProof="0"/>
          </a:p>
        </p:txBody>
      </p:sp>
      <p:pic>
        <p:nvPicPr>
          <p:cNvPr id="1026" name="Picture 2">
            <a:extLst>
              <a:ext uri="{FF2B5EF4-FFF2-40B4-BE49-F238E27FC236}">
                <a16:creationId xmlns:a16="http://schemas.microsoft.com/office/drawing/2014/main" id="{6A9403D6-D9F6-3A01-8859-11ABFF54F96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1000" y="1782538"/>
            <a:ext cx="5883229" cy="3441976"/>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a:extLst>
              <a:ext uri="{FF2B5EF4-FFF2-40B4-BE49-F238E27FC236}">
                <a16:creationId xmlns:a16="http://schemas.microsoft.com/office/drawing/2014/main" id="{CB2FCAF7-FFFF-E55F-BBCB-465AF90A2E8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19799" y="2750574"/>
            <a:ext cx="6096002" cy="180498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87990752"/>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71379A-E791-D42E-5A75-43FF040711BF}"/>
            </a:ext>
          </a:extLst>
        </p:cNvPr>
        <p:cNvGrpSpPr/>
        <p:nvPr/>
      </p:nvGrpSpPr>
      <p:grpSpPr>
        <a:xfrm>
          <a:off x="0" y="0"/>
          <a:ext cx="0" cy="0"/>
          <a:chOff x="0" y="0"/>
          <a:chExt cx="0" cy="0"/>
        </a:xfrm>
      </p:grpSpPr>
      <p:sp>
        <p:nvSpPr>
          <p:cNvPr id="2" name="Judul 1">
            <a:extLst>
              <a:ext uri="{FF2B5EF4-FFF2-40B4-BE49-F238E27FC236}">
                <a16:creationId xmlns:a16="http://schemas.microsoft.com/office/drawing/2014/main" id="{A482DFB0-1A62-3C42-CF4D-A7A9ABF9DD74}"/>
              </a:ext>
            </a:extLst>
          </p:cNvPr>
          <p:cNvSpPr>
            <a:spLocks noGrp="1"/>
          </p:cNvSpPr>
          <p:nvPr>
            <p:ph type="title"/>
          </p:nvPr>
        </p:nvSpPr>
        <p:spPr>
          <a:xfrm>
            <a:off x="3661083" y="1832803"/>
            <a:ext cx="4265150" cy="2810460"/>
          </a:xfrm>
        </p:spPr>
        <p:txBody>
          <a:bodyPr rtlCol="0">
            <a:normAutofit/>
          </a:bodyPr>
          <a:lstStyle/>
          <a:p>
            <a:pPr rtl="0"/>
            <a:r>
              <a:rPr lang="en-GB" sz="4800" dirty="0"/>
              <a:t>PENUTUP</a:t>
            </a:r>
            <a:endParaRPr lang="id-ID" sz="4800" dirty="0"/>
          </a:p>
        </p:txBody>
      </p:sp>
      <p:sp>
        <p:nvSpPr>
          <p:cNvPr id="3" name="Tampungan Tanggal 2">
            <a:extLst>
              <a:ext uri="{FF2B5EF4-FFF2-40B4-BE49-F238E27FC236}">
                <a16:creationId xmlns:a16="http://schemas.microsoft.com/office/drawing/2014/main" id="{A1D3405C-120A-03F9-8F6F-DE1746765F64}"/>
              </a:ext>
            </a:extLst>
          </p:cNvPr>
          <p:cNvSpPr>
            <a:spLocks noGrp="1"/>
          </p:cNvSpPr>
          <p:nvPr>
            <p:ph type="dt" sz="half" idx="10"/>
          </p:nvPr>
        </p:nvSpPr>
        <p:spPr/>
        <p:txBody>
          <a:bodyPr rtlCol="0"/>
          <a:lstStyle/>
          <a:p>
            <a:pPr rtl="0"/>
            <a:fld id="{A808DD98-197B-46F5-A6AA-BDA332D7E685}" type="datetime1">
              <a:rPr lang="id-ID" smtClean="0"/>
              <a:t>24/11/2025</a:t>
            </a:fld>
            <a:endParaRPr lang="id-ID"/>
          </a:p>
        </p:txBody>
      </p:sp>
      <p:sp>
        <p:nvSpPr>
          <p:cNvPr id="5" name="Tampungan Nomor Slide 4">
            <a:extLst>
              <a:ext uri="{FF2B5EF4-FFF2-40B4-BE49-F238E27FC236}">
                <a16:creationId xmlns:a16="http://schemas.microsoft.com/office/drawing/2014/main" id="{36B818EF-7BDD-99AA-D8D9-DD08A43D5723}"/>
              </a:ext>
            </a:extLst>
          </p:cNvPr>
          <p:cNvSpPr>
            <a:spLocks noGrp="1"/>
          </p:cNvSpPr>
          <p:nvPr>
            <p:ph type="sldNum" sz="quarter" idx="12"/>
          </p:nvPr>
        </p:nvSpPr>
        <p:spPr/>
        <p:txBody>
          <a:bodyPr rtlCol="0"/>
          <a:lstStyle/>
          <a:p>
            <a:pPr rtl="0"/>
            <a:fld id="{294A09A9-5501-47C1-A89A-A340965A2BE2}" type="slidenum">
              <a:rPr lang="id-ID" smtClean="0"/>
              <a:pPr rtl="0"/>
              <a:t>92</a:t>
            </a:fld>
            <a:endParaRPr lang="id-ID"/>
          </a:p>
        </p:txBody>
      </p:sp>
    </p:spTree>
    <p:extLst>
      <p:ext uri="{BB962C8B-B14F-4D97-AF65-F5344CB8AC3E}">
        <p14:creationId xmlns:p14="http://schemas.microsoft.com/office/powerpoint/2010/main" val="1556925327"/>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D4E6D6-66B3-4C11-4071-9A1616A23A52}"/>
            </a:ext>
          </a:extLst>
        </p:cNvPr>
        <p:cNvGrpSpPr/>
        <p:nvPr/>
      </p:nvGrpSpPr>
      <p:grpSpPr>
        <a:xfrm>
          <a:off x="0" y="0"/>
          <a:ext cx="0" cy="0"/>
          <a:chOff x="0" y="0"/>
          <a:chExt cx="0" cy="0"/>
        </a:xfrm>
      </p:grpSpPr>
      <p:sp>
        <p:nvSpPr>
          <p:cNvPr id="2" name="Judul 1">
            <a:extLst>
              <a:ext uri="{FF2B5EF4-FFF2-40B4-BE49-F238E27FC236}">
                <a16:creationId xmlns:a16="http://schemas.microsoft.com/office/drawing/2014/main" id="{EE6B2CF1-4B47-BF0E-656E-FE21F300D2EB}"/>
              </a:ext>
            </a:extLst>
          </p:cNvPr>
          <p:cNvSpPr>
            <a:spLocks noGrp="1"/>
          </p:cNvSpPr>
          <p:nvPr>
            <p:ph type="title"/>
          </p:nvPr>
        </p:nvSpPr>
        <p:spPr>
          <a:xfrm>
            <a:off x="1167492" y="381000"/>
            <a:ext cx="9779183" cy="1325563"/>
          </a:xfrm>
        </p:spPr>
        <p:txBody>
          <a:bodyPr rtlCol="0"/>
          <a:lstStyle/>
          <a:p>
            <a:r>
              <a:rPr lang="en-GB" dirty="0"/>
              <a:t>Kesimpulan</a:t>
            </a:r>
            <a:endParaRPr lang="id-ID" dirty="0"/>
          </a:p>
        </p:txBody>
      </p:sp>
      <p:sp>
        <p:nvSpPr>
          <p:cNvPr id="4" name="Tampungan Konten 3">
            <a:extLst>
              <a:ext uri="{FF2B5EF4-FFF2-40B4-BE49-F238E27FC236}">
                <a16:creationId xmlns:a16="http://schemas.microsoft.com/office/drawing/2014/main" id="{1DC8A93A-C50E-D83E-71CB-29084D6A9B5F}"/>
              </a:ext>
            </a:extLst>
          </p:cNvPr>
          <p:cNvSpPr>
            <a:spLocks noGrp="1"/>
          </p:cNvSpPr>
          <p:nvPr>
            <p:ph idx="1"/>
          </p:nvPr>
        </p:nvSpPr>
        <p:spPr>
          <a:xfrm>
            <a:off x="1167492" y="2020529"/>
            <a:ext cx="7888017" cy="3657600"/>
          </a:xfrm>
        </p:spPr>
        <p:txBody>
          <a:bodyPr vert="horz" lIns="91440" tIns="45720" rIns="91440" bIns="45720" rtlCol="0" anchor="t">
            <a:normAutofit lnSpcReduction="10000"/>
          </a:bodyPr>
          <a:lstStyle/>
          <a:p>
            <a:r>
              <a:rPr lang="id-ID" sz="3200" dirty="0"/>
              <a:t>Penerapan </a:t>
            </a:r>
            <a:r>
              <a:rPr lang="id-ID" sz="3200" dirty="0" err="1"/>
              <a:t>LightGBM</a:t>
            </a:r>
            <a:r>
              <a:rPr lang="id-ID" sz="3200" dirty="0"/>
              <a:t> yang dioptimalkan berhasil menghasilkan model prediksi </a:t>
            </a:r>
            <a:r>
              <a:rPr lang="id-ID" sz="3200" dirty="0" err="1"/>
              <a:t>xG</a:t>
            </a:r>
            <a:r>
              <a:rPr lang="id-ID" sz="3200" dirty="0"/>
              <a:t> dengan akurasi dan keandalan probabilitas yang sangat tinggi. Dari segi komputasi, </a:t>
            </a:r>
            <a:r>
              <a:rPr lang="id-ID" sz="3200" dirty="0" err="1"/>
              <a:t>LightGBM</a:t>
            </a:r>
            <a:r>
              <a:rPr lang="id-ID" sz="3200" dirty="0"/>
              <a:t> juga terbukti jauh lebih efisien. Luaran dari penelitian ini tidak hanya berupa model, tetapi juga sebuah antarmuka web interaktif yang fungsional untuk penerapan praktis.</a:t>
            </a:r>
          </a:p>
        </p:txBody>
      </p:sp>
      <p:sp>
        <p:nvSpPr>
          <p:cNvPr id="9" name="Tampungan Nomor Slide 8">
            <a:extLst>
              <a:ext uri="{FF2B5EF4-FFF2-40B4-BE49-F238E27FC236}">
                <a16:creationId xmlns:a16="http://schemas.microsoft.com/office/drawing/2014/main" id="{414C40D9-956D-F3DE-C569-43226D763FB1}"/>
              </a:ext>
            </a:extLst>
          </p:cNvPr>
          <p:cNvSpPr>
            <a:spLocks noGrp="1"/>
          </p:cNvSpPr>
          <p:nvPr>
            <p:ph type="sldNum" sz="quarter" idx="4"/>
          </p:nvPr>
        </p:nvSpPr>
        <p:spPr>
          <a:xfrm>
            <a:off x="10153276" y="6356350"/>
            <a:ext cx="1657723" cy="365125"/>
          </a:xfrm>
        </p:spPr>
        <p:txBody>
          <a:bodyPr rtlCol="0"/>
          <a:lstStyle/>
          <a:p>
            <a:pPr rtl="0"/>
            <a:fld id="{294A09A9-5501-47C1-A89A-A340965A2BE2}" type="slidenum">
              <a:rPr lang="id-ID" smtClean="0"/>
              <a:pPr rtl="0"/>
              <a:t>93</a:t>
            </a:fld>
            <a:endParaRPr lang="id-ID" dirty="0"/>
          </a:p>
        </p:txBody>
      </p:sp>
    </p:spTree>
    <p:extLst>
      <p:ext uri="{BB962C8B-B14F-4D97-AF65-F5344CB8AC3E}">
        <p14:creationId xmlns:p14="http://schemas.microsoft.com/office/powerpoint/2010/main" val="467050395"/>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466093-D4AA-F632-85B3-59570CEDC2CE}"/>
              </a:ext>
            </a:extLst>
          </p:cNvPr>
          <p:cNvSpPr>
            <a:spLocks noGrp="1"/>
          </p:cNvSpPr>
          <p:nvPr>
            <p:ph type="title"/>
          </p:nvPr>
        </p:nvSpPr>
        <p:spPr/>
        <p:txBody>
          <a:bodyPr/>
          <a:lstStyle/>
          <a:p>
            <a:r>
              <a:rPr lang="en-GB" dirty="0"/>
              <a:t>Saran</a:t>
            </a:r>
            <a:endParaRPr lang="id-ID" dirty="0"/>
          </a:p>
        </p:txBody>
      </p:sp>
      <p:sp>
        <p:nvSpPr>
          <p:cNvPr id="3" name="Content Placeholder 2">
            <a:extLst>
              <a:ext uri="{FF2B5EF4-FFF2-40B4-BE49-F238E27FC236}">
                <a16:creationId xmlns:a16="http://schemas.microsoft.com/office/drawing/2014/main" id="{79D8D027-F1C0-BD15-68D4-DC8C613ADD28}"/>
              </a:ext>
            </a:extLst>
          </p:cNvPr>
          <p:cNvSpPr>
            <a:spLocks noGrp="1"/>
          </p:cNvSpPr>
          <p:nvPr>
            <p:ph idx="1"/>
          </p:nvPr>
        </p:nvSpPr>
        <p:spPr>
          <a:xfrm>
            <a:off x="1167492" y="1706563"/>
            <a:ext cx="9893797" cy="3650253"/>
          </a:xfrm>
        </p:spPr>
        <p:txBody>
          <a:bodyPr/>
          <a:lstStyle/>
          <a:p>
            <a:r>
              <a:rPr lang="id-ID" sz="2800" dirty="0"/>
              <a:t>Untuk penelitian selanjutnya, disarankan untuk memperkaya model dengan fitur yang lebih detail, seperti data posisi pemain bertahan saat tembakan terjadi. Pengembangan </a:t>
            </a:r>
            <a:r>
              <a:rPr lang="en-GB" sz="2800" dirty="0"/>
              <a:t>interface</a:t>
            </a:r>
            <a:r>
              <a:rPr lang="id-ID" sz="2800" dirty="0"/>
              <a:t> juga dapat dilanjutkan dengan menambahkan fitur analisis performa pemain atau perbandingan taktik tim.</a:t>
            </a:r>
          </a:p>
        </p:txBody>
      </p:sp>
      <p:sp>
        <p:nvSpPr>
          <p:cNvPr id="4" name="Date Placeholder 3">
            <a:extLst>
              <a:ext uri="{FF2B5EF4-FFF2-40B4-BE49-F238E27FC236}">
                <a16:creationId xmlns:a16="http://schemas.microsoft.com/office/drawing/2014/main" id="{3CA90C15-EF3A-B529-724E-20961D1EA568}"/>
              </a:ext>
            </a:extLst>
          </p:cNvPr>
          <p:cNvSpPr>
            <a:spLocks noGrp="1"/>
          </p:cNvSpPr>
          <p:nvPr>
            <p:ph type="dt" sz="half" idx="2"/>
          </p:nvPr>
        </p:nvSpPr>
        <p:spPr/>
        <p:txBody>
          <a:bodyPr/>
          <a:lstStyle/>
          <a:p>
            <a:pPr rtl="0"/>
            <a:fld id="{864F080E-00EF-45FB-879B-543FC5219789}" type="datetime1">
              <a:rPr lang="id-ID" noProof="0" smtClean="0"/>
              <a:t>24/11/2025</a:t>
            </a:fld>
            <a:endParaRPr lang="id-ID" noProof="0"/>
          </a:p>
        </p:txBody>
      </p:sp>
      <p:sp>
        <p:nvSpPr>
          <p:cNvPr id="6" name="Slide Number Placeholder 5">
            <a:extLst>
              <a:ext uri="{FF2B5EF4-FFF2-40B4-BE49-F238E27FC236}">
                <a16:creationId xmlns:a16="http://schemas.microsoft.com/office/drawing/2014/main" id="{3BCA0E54-BD5E-43D9-25A3-856FF970BBC2}"/>
              </a:ext>
            </a:extLst>
          </p:cNvPr>
          <p:cNvSpPr>
            <a:spLocks noGrp="1"/>
          </p:cNvSpPr>
          <p:nvPr>
            <p:ph type="sldNum" sz="quarter" idx="4"/>
          </p:nvPr>
        </p:nvSpPr>
        <p:spPr/>
        <p:txBody>
          <a:bodyPr/>
          <a:lstStyle/>
          <a:p>
            <a:pPr rtl="0"/>
            <a:fld id="{294A09A9-5501-47C1-A89A-A340965A2BE2}" type="slidenum">
              <a:rPr lang="id-ID" noProof="0" smtClean="0"/>
              <a:pPr rtl="0"/>
              <a:t>94</a:t>
            </a:fld>
            <a:endParaRPr lang="id-ID" noProof="0"/>
          </a:p>
        </p:txBody>
      </p:sp>
    </p:spTree>
    <p:extLst>
      <p:ext uri="{BB962C8B-B14F-4D97-AF65-F5344CB8AC3E}">
        <p14:creationId xmlns:p14="http://schemas.microsoft.com/office/powerpoint/2010/main" val="1657666987"/>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Judul 1">
            <a:extLst>
              <a:ext uri="{FF2B5EF4-FFF2-40B4-BE49-F238E27FC236}">
                <a16:creationId xmlns:a16="http://schemas.microsoft.com/office/drawing/2014/main" id="{69FAE308-3076-43DB-B834-DA0B0AE19AF9}"/>
              </a:ext>
            </a:extLst>
          </p:cNvPr>
          <p:cNvSpPr>
            <a:spLocks noGrp="1"/>
          </p:cNvSpPr>
          <p:nvPr>
            <p:ph type="ctrTitle"/>
          </p:nvPr>
        </p:nvSpPr>
        <p:spPr>
          <a:xfrm>
            <a:off x="811161" y="1122363"/>
            <a:ext cx="6576611" cy="2387600"/>
          </a:xfrm>
        </p:spPr>
        <p:txBody>
          <a:bodyPr rtlCol="0"/>
          <a:lstStyle/>
          <a:p>
            <a:pPr rtl="0"/>
            <a:r>
              <a:rPr lang="en-GB" dirty="0" err="1"/>
              <a:t>Sesi</a:t>
            </a:r>
            <a:r>
              <a:rPr lang="en-GB" dirty="0"/>
              <a:t> Tanya-Jawab</a:t>
            </a:r>
            <a:endParaRPr lang="id-ID" dirty="0"/>
          </a:p>
        </p:txBody>
      </p:sp>
    </p:spTree>
    <p:extLst>
      <p:ext uri="{BB962C8B-B14F-4D97-AF65-F5344CB8AC3E}">
        <p14:creationId xmlns:p14="http://schemas.microsoft.com/office/powerpoint/2010/main" val="926184573"/>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7AA83F-E01C-2C53-2296-FC5E68F2D8A0}"/>
            </a:ext>
          </a:extLst>
        </p:cNvPr>
        <p:cNvGrpSpPr/>
        <p:nvPr/>
      </p:nvGrpSpPr>
      <p:grpSpPr>
        <a:xfrm>
          <a:off x="0" y="0"/>
          <a:ext cx="0" cy="0"/>
          <a:chOff x="0" y="0"/>
          <a:chExt cx="0" cy="0"/>
        </a:xfrm>
      </p:grpSpPr>
      <p:sp>
        <p:nvSpPr>
          <p:cNvPr id="2" name="Judul 1">
            <a:extLst>
              <a:ext uri="{FF2B5EF4-FFF2-40B4-BE49-F238E27FC236}">
                <a16:creationId xmlns:a16="http://schemas.microsoft.com/office/drawing/2014/main" id="{65C9BCB0-94F5-935D-E811-7FD1C2729C0B}"/>
              </a:ext>
            </a:extLst>
          </p:cNvPr>
          <p:cNvSpPr>
            <a:spLocks noGrp="1"/>
          </p:cNvSpPr>
          <p:nvPr>
            <p:ph type="ctrTitle"/>
          </p:nvPr>
        </p:nvSpPr>
        <p:spPr>
          <a:xfrm>
            <a:off x="811161" y="1122363"/>
            <a:ext cx="6576611" cy="2387600"/>
          </a:xfrm>
        </p:spPr>
        <p:txBody>
          <a:bodyPr rtlCol="0"/>
          <a:lstStyle/>
          <a:p>
            <a:pPr rtl="0"/>
            <a:r>
              <a:rPr lang="en-GB" dirty="0"/>
              <a:t>TERIMA KASIH!</a:t>
            </a:r>
            <a:endParaRPr lang="id-ID" dirty="0"/>
          </a:p>
        </p:txBody>
      </p:sp>
    </p:spTree>
    <p:extLst>
      <p:ext uri="{BB962C8B-B14F-4D97-AF65-F5344CB8AC3E}">
        <p14:creationId xmlns:p14="http://schemas.microsoft.com/office/powerpoint/2010/main" val="1688272857"/>
      </p:ext>
    </p:extLst>
  </p:cSld>
  <p:clrMapOvr>
    <a:masterClrMapping/>
  </p:clrMapOvr>
</p:sld>
</file>

<file path=ppt/theme/theme1.xml><?xml version="1.0" encoding="utf-8"?>
<a:theme xmlns:a="http://schemas.openxmlformats.org/drawingml/2006/main" name="Tema Office">
  <a:themeElements>
    <a:clrScheme name="Universal Color Block">
      <a:dk1>
        <a:srgbClr val="000000"/>
      </a:dk1>
      <a:lt1>
        <a:srgbClr val="FFFFFF"/>
      </a:lt1>
      <a:dk2>
        <a:srgbClr val="44546A"/>
      </a:dk2>
      <a:lt2>
        <a:srgbClr val="E7E6E6"/>
      </a:lt2>
      <a:accent1>
        <a:srgbClr val="0068FF"/>
      </a:accent1>
      <a:accent2>
        <a:srgbClr val="DAE5EF"/>
      </a:accent2>
      <a:accent3>
        <a:srgbClr val="637183"/>
      </a:accent3>
      <a:accent4>
        <a:srgbClr val="434E5E"/>
      </a:accent4>
      <a:accent5>
        <a:srgbClr val="5B9BD5"/>
      </a:accent5>
      <a:accent6>
        <a:srgbClr val="70AD47"/>
      </a:accent6>
      <a:hlink>
        <a:srgbClr val="0563C1"/>
      </a:hlink>
      <a:folHlink>
        <a:srgbClr val="954F72"/>
      </a:folHlink>
    </a:clrScheme>
    <a:fontScheme name="Custom 75">
      <a:majorFont>
        <a:latin typeface="Tenorite"/>
        <a:ea typeface=""/>
        <a:cs typeface=""/>
      </a:majorFont>
      <a:minorFont>
        <a:latin typeface="Tenorit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_60257869_TF45331398_Win32" id="{F0444880-C702-4261-A48F-CB5967707C8F}" vid="{4E136AF5-FC91-4907-8B2C-104F28C7A544}"/>
    </a:ext>
  </a:extLst>
</a:theme>
</file>

<file path=ppt/theme/theme2.xml><?xml version="1.0" encoding="utf-8"?>
<a:theme xmlns:a="http://schemas.openxmlformats.org/drawingml/2006/main" name="Tema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ema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1" ma:contentTypeDescription="Create a new document." ma:contentTypeScope="" ma:versionID="64dfb1555687e0874b4304b796b5b0c7">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e6e4c555b5e194d05b7203de9c4567b3"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element ref="ns1:_ip_UnifiedCompliancePolicyProperties" minOccurs="0"/>
                <xsd:element ref="ns1:_ip_UnifiedCompliancePolicyUIAction" minOccurs="0"/>
                <xsd:element ref="ns2:Image" minOccurs="0"/>
                <xsd:element ref="ns4:TaxCatchAll" minOccurs="0"/>
                <xsd:element ref="ns2:ImageTagsTaxHTField"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xsd:simpleType>
        <xsd:restriction base="dms:Note"/>
      </xsd:simpleType>
    </xsd:element>
    <xsd:element name="_ip_UnifiedCompliancePolicyUIAction" ma:index="21"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element name="Image" ma:index="22" nillable="true" ma:displayName="Image" ma:format="Image" ma:internalName="Image">
      <xsd:complexType>
        <xsd:complexContent>
          <xsd:extension base="dms:URL">
            <xsd:sequence>
              <xsd:element name="Url" type="dms:ValidUrl" minOccurs="0" nillable="true"/>
              <xsd:element name="Description" type="xsd:string" nillable="true"/>
            </xsd:sequence>
          </xsd:extension>
        </xsd:complexContent>
      </xsd:complex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MediaServiceKeyPoints xmlns="71af3243-3dd4-4a8d-8c0d-dd76da1f02a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4A615295-94F6-4CE2-A1B1-6B7E1DAA5AD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4D5BAB77-79E1-4739-AA51-10C9079186D6}">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3.xml><?xml version="1.0" encoding="utf-8"?>
<ds:datastoreItem xmlns:ds="http://schemas.openxmlformats.org/officeDocument/2006/customXml" ds:itemID="{85334180-0405-413B-834A-44FA9E05ADB7}">
  <ds:schemaRefs>
    <ds:schemaRef ds:uri="http://schemas.microsoft.com/sharepoint/v3/contenttype/forms"/>
  </ds:schemaRefs>
</ds:datastoreItem>
</file>

<file path=docMetadata/LabelInfo.xml><?xml version="1.0" encoding="utf-8"?>
<clbl:labelList xmlns:clbl="http://schemas.microsoft.com/office/2020/mipLabelMetadata">
  <clbl:label id="{f42aa342-8706-4288-bd11-ebb85995028c}" enabled="1" method="Standard" siteId="{72f988bf-86f1-41af-91ab-2d7cd011db47}" removed="0"/>
</clbl:labelList>
</file>

<file path=docProps/app.xml><?xml version="1.0" encoding="utf-8"?>
<Properties xmlns="http://schemas.openxmlformats.org/officeDocument/2006/extended-properties" xmlns:vt="http://schemas.openxmlformats.org/officeDocument/2006/docPropsVTypes">
  <Template>Presentasi universal</Template>
  <TotalTime>28385</TotalTime>
  <Words>4844</Words>
  <Application>Microsoft Office PowerPoint</Application>
  <PresentationFormat>Widescreen</PresentationFormat>
  <Paragraphs>1317</Paragraphs>
  <Slides>96</Slides>
  <Notes>92</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96</vt:i4>
      </vt:variant>
    </vt:vector>
  </HeadingPairs>
  <TitlesOfParts>
    <vt:vector size="104" baseType="lpstr">
      <vt:lpstr>Arial</vt:lpstr>
      <vt:lpstr>Calibri</vt:lpstr>
      <vt:lpstr>Cambria Math</vt:lpstr>
      <vt:lpstr>Courier New</vt:lpstr>
      <vt:lpstr>Google Sans Text</vt:lpstr>
      <vt:lpstr>Tenorite</vt:lpstr>
      <vt:lpstr>Times New Roman</vt:lpstr>
      <vt:lpstr>Tema Office</vt:lpstr>
      <vt:lpstr>PENERAPAN LIGHT GRADIENT BOOSTING MACHINE (LIGHTGBM) UNTUK PREDIKSI NILAI EXPECTED GOALS (xG) DALAM ANALISIS SEPAK BOLA</vt:lpstr>
      <vt:lpstr>Al-Alaq 1-5</vt:lpstr>
      <vt:lpstr>Agenda Presentasi</vt:lpstr>
      <vt:lpstr>PENDAHULUAN</vt:lpstr>
      <vt:lpstr>Latar Belakang</vt:lpstr>
      <vt:lpstr>Latar Belakang</vt:lpstr>
      <vt:lpstr>Latar Belakang</vt:lpstr>
      <vt:lpstr>Latar Belakang</vt:lpstr>
      <vt:lpstr>Latar Belakang</vt:lpstr>
      <vt:lpstr>Latar Belakang</vt:lpstr>
      <vt:lpstr>Latar Belakang</vt:lpstr>
      <vt:lpstr>PowerPoint Presentation</vt:lpstr>
      <vt:lpstr>PowerPoint Presentation</vt:lpstr>
      <vt:lpstr>PowerPoint Presentation</vt:lpstr>
      <vt:lpstr>Latar Belakang</vt:lpstr>
      <vt:lpstr>Latar Belakang</vt:lpstr>
      <vt:lpstr>PowerPoint Presentation</vt:lpstr>
      <vt:lpstr>PowerPoint Presentation</vt:lpstr>
      <vt:lpstr>Identifikasi Masalah</vt:lpstr>
      <vt:lpstr>Rumusan Masalah</vt:lpstr>
      <vt:lpstr>Batasan Masalah</vt:lpstr>
      <vt:lpstr>Tujuan Penelitian</vt:lpstr>
      <vt:lpstr>Landasan Teori Analisis Sepak Bola</vt:lpstr>
      <vt:lpstr>Landasan Teori</vt:lpstr>
      <vt:lpstr>Landasan Teori LightGBM</vt:lpstr>
      <vt:lpstr>Landasan Teori LightGBM</vt:lpstr>
      <vt:lpstr>Landasan Teori LightGBM</vt:lpstr>
      <vt:lpstr>Landasan Teori Knowledge Discovery in Databases (KDD)</vt:lpstr>
      <vt:lpstr>Landasan Teori Metrik Evaluasi</vt:lpstr>
      <vt:lpstr>Landasan Teori Metrik Evaluasi</vt:lpstr>
      <vt:lpstr>Landasan Teori Metrik Evaluasi</vt:lpstr>
      <vt:lpstr>Penelitian Sejenis</vt:lpstr>
      <vt:lpstr>METODOLOGI PENELITIAN</vt:lpstr>
      <vt:lpstr>Metodologi Penelitian </vt:lpstr>
      <vt:lpstr>Metodologi Penelitian </vt:lpstr>
      <vt:lpstr>Metodologi Penelitian </vt:lpstr>
      <vt:lpstr>HASIL DAN PEMBAHASAN</vt:lpstr>
      <vt:lpstr>Selection</vt:lpstr>
      <vt:lpstr>Statsbomb Open-Data</vt:lpstr>
      <vt:lpstr>Data Understanding</vt:lpstr>
      <vt:lpstr>Data Understanding</vt:lpstr>
      <vt:lpstr>Data Understanding</vt:lpstr>
      <vt:lpstr>Data Aquisition</vt:lpstr>
      <vt:lpstr>Data Aquisition</vt:lpstr>
      <vt:lpstr>Data Aquisition</vt:lpstr>
      <vt:lpstr>Preprocessing</vt:lpstr>
      <vt:lpstr>Event Data Filtering</vt:lpstr>
      <vt:lpstr>Event Data Filtering</vt:lpstr>
      <vt:lpstr>Event Data Filtering</vt:lpstr>
      <vt:lpstr>Preprocessing</vt:lpstr>
      <vt:lpstr>Event Data Filtering</vt:lpstr>
      <vt:lpstr>EDA</vt:lpstr>
      <vt:lpstr>Analisis Distribusi Variabel Tunggal (Univariat)</vt:lpstr>
      <vt:lpstr>Analisis Distribusi Variabel Tunggal (Univariat)</vt:lpstr>
      <vt:lpstr>Analisis Distribusi Variabel Tunggal (Univariat)</vt:lpstr>
      <vt:lpstr>Analisis Distribusi Variabel Tunggal (Univariat)</vt:lpstr>
      <vt:lpstr>Analisis Distribusi Variabel Tunggal (Univariat)</vt:lpstr>
      <vt:lpstr>Analisis Distribusi Variabel Tunggal (Univariat)</vt:lpstr>
      <vt:lpstr>Analisis Distribusi Variabel Tunggal (Univariat)</vt:lpstr>
      <vt:lpstr>Analisis Distribusi Variabel Tunggal (Univariat)</vt:lpstr>
      <vt:lpstr>Analisis Hubungan Antar Variabel (Bivariat)</vt:lpstr>
      <vt:lpstr>Analisis Hubungan Antar Variabel (Bivariat)</vt:lpstr>
      <vt:lpstr>Data Cleansing</vt:lpstr>
      <vt:lpstr>Data Transformation</vt:lpstr>
      <vt:lpstr>Feature Engineering</vt:lpstr>
      <vt:lpstr>Feature Engineering</vt:lpstr>
      <vt:lpstr>Feature Engineering</vt:lpstr>
      <vt:lpstr>Feature Engineering</vt:lpstr>
      <vt:lpstr>Transformation</vt:lpstr>
      <vt:lpstr>Feature Selection</vt:lpstr>
      <vt:lpstr>Data Mining</vt:lpstr>
      <vt:lpstr>Hyperarameter Tuning</vt:lpstr>
      <vt:lpstr>Hyperarameter Tuning</vt:lpstr>
      <vt:lpstr>Hyperarameter Tuning</vt:lpstr>
      <vt:lpstr>Data Mining</vt:lpstr>
      <vt:lpstr>Train Model</vt:lpstr>
      <vt:lpstr>Model Probability Calibration</vt:lpstr>
      <vt:lpstr>Model Probability Calibration</vt:lpstr>
      <vt:lpstr>Model Probability Calibration</vt:lpstr>
      <vt:lpstr>Data Mining</vt:lpstr>
      <vt:lpstr>Evaluation</vt:lpstr>
      <vt:lpstr>Interpretasi Hasil: Practical Application</vt:lpstr>
      <vt:lpstr>Interpretasi Hasil: Practical Application</vt:lpstr>
      <vt:lpstr>Practical Application</vt:lpstr>
      <vt:lpstr>Interpretasi Hasil: Academic Benchmark</vt:lpstr>
      <vt:lpstr>Academic Benchmark</vt:lpstr>
      <vt:lpstr>Interpretasi Hasil: Industrial Benchmark</vt:lpstr>
      <vt:lpstr>Industrial Benchmark</vt:lpstr>
      <vt:lpstr>Implikasi Penelitian</vt:lpstr>
      <vt:lpstr>Keterbatasan Penelitian</vt:lpstr>
      <vt:lpstr>Interface Demo</vt:lpstr>
      <vt:lpstr>PENUTUP</vt:lpstr>
      <vt:lpstr>Kesimpulan</vt:lpstr>
      <vt:lpstr>Saran</vt:lpstr>
      <vt:lpstr>Sesi Tanya-Jawab</vt:lpstr>
      <vt:lpstr>TERIMA KASIH!</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FADHIL RAIHAN AKBAR</dc:creator>
  <cp:lastModifiedBy>FADHIL RAIHAN AKBAR</cp:lastModifiedBy>
  <cp:revision>48</cp:revision>
  <dcterms:created xsi:type="dcterms:W3CDTF">2025-07-18T09:53:55Z</dcterms:created>
  <dcterms:modified xsi:type="dcterms:W3CDTF">2025-12-03T14:23:23Z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