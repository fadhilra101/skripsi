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47"/>
  </p:notesMasterIdLst>
  <p:handoutMasterIdLst>
    <p:handoutMasterId r:id="rId48"/>
  </p:handoutMasterIdLst>
  <p:sldIdLst>
    <p:sldId id="256" r:id="rId5"/>
    <p:sldId id="278" r:id="rId6"/>
    <p:sldId id="258" r:id="rId7"/>
    <p:sldId id="273" r:id="rId8"/>
    <p:sldId id="302" r:id="rId9"/>
    <p:sldId id="257" r:id="rId10"/>
    <p:sldId id="301" r:id="rId11"/>
    <p:sldId id="261" r:id="rId12"/>
    <p:sldId id="281" r:id="rId13"/>
    <p:sldId id="265" r:id="rId14"/>
    <p:sldId id="260" r:id="rId15"/>
    <p:sldId id="269" r:id="rId16"/>
    <p:sldId id="259" r:id="rId17"/>
    <p:sldId id="271" r:id="rId18"/>
    <p:sldId id="280" r:id="rId19"/>
    <p:sldId id="264" r:id="rId20"/>
    <p:sldId id="277" r:id="rId21"/>
    <p:sldId id="266" r:id="rId22"/>
    <p:sldId id="303" r:id="rId23"/>
    <p:sldId id="267" r:id="rId24"/>
    <p:sldId id="270" r:id="rId25"/>
    <p:sldId id="276" r:id="rId26"/>
    <p:sldId id="282" r:id="rId27"/>
    <p:sldId id="283" r:id="rId28"/>
    <p:sldId id="284" r:id="rId29"/>
    <p:sldId id="285" r:id="rId30"/>
    <p:sldId id="286" r:id="rId31"/>
    <p:sldId id="287" r:id="rId32"/>
    <p:sldId id="300" r:id="rId33"/>
    <p:sldId id="288" r:id="rId34"/>
    <p:sldId id="289" r:id="rId35"/>
    <p:sldId id="291" r:id="rId36"/>
    <p:sldId id="290" r:id="rId37"/>
    <p:sldId id="292" r:id="rId38"/>
    <p:sldId id="293" r:id="rId39"/>
    <p:sldId id="294" r:id="rId40"/>
    <p:sldId id="298" r:id="rId41"/>
    <p:sldId id="296" r:id="rId42"/>
    <p:sldId id="299" r:id="rId43"/>
    <p:sldId id="295" r:id="rId44"/>
    <p:sldId id="297" r:id="rId45"/>
    <p:sldId id="275" r:id="rId46"/>
  </p:sldIdLst>
  <p:sldSz cx="12192000" cy="6858000"/>
  <p:notesSz cx="6858000" cy="9144000"/>
  <p:defaultTextStyle>
    <a:defPPr rtl="0">
      <a:defRPr lang="id-ID"/>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4" name="Penulis" initials="A" lastIdx="0" clrIdx="3"/>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593A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00" autoAdjust="0"/>
    <p:restoredTop sz="91028" autoAdjust="0"/>
  </p:normalViewPr>
  <p:slideViewPr>
    <p:cSldViewPr snapToGrid="0">
      <p:cViewPr varScale="1">
        <p:scale>
          <a:sx n="61" d="100"/>
          <a:sy n="61" d="100"/>
        </p:scale>
        <p:origin x="1098" y="78"/>
      </p:cViewPr>
      <p:guideLst/>
    </p:cSldViewPr>
  </p:slideViewPr>
  <p:notesTextViewPr>
    <p:cViewPr>
      <p:scale>
        <a:sx n="1" d="1"/>
        <a:sy n="1" d="1"/>
      </p:scale>
      <p:origin x="0" y="0"/>
    </p:cViewPr>
  </p:notesTextViewPr>
  <p:sorterViewPr>
    <p:cViewPr>
      <p:scale>
        <a:sx n="126" d="100"/>
        <a:sy n="126" d="100"/>
      </p:scale>
      <p:origin x="0" y="0"/>
    </p:cViewPr>
  </p:sorterViewPr>
  <p:notesViewPr>
    <p:cSldViewPr snapToGrid="0">
      <p:cViewPr varScale="1">
        <p:scale>
          <a:sx n="86" d="100"/>
          <a:sy n="86" d="100"/>
        </p:scale>
        <p:origin x="3840" y="10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3" Type="http://schemas.openxmlformats.org/officeDocument/2006/relationships/customXml" Target="../customXml/item3.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notesMaster" Target="notesMasters/notesMaster1.xml"/><Relationship Id="rId50"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openxmlformats.org/officeDocument/2006/relationships/slide" Target="slides/slide37.xml"/><Relationship Id="rId54"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commentAuthors" Target="commentAuthor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handoutMaster" Target="handoutMasters/handoutMaster1.xml"/><Relationship Id="rId8" Type="http://schemas.openxmlformats.org/officeDocument/2006/relationships/slide" Target="slides/slide4.xml"/><Relationship Id="rId51"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ampungan Header 1">
            <a:extLst>
              <a:ext uri="{FF2B5EF4-FFF2-40B4-BE49-F238E27FC236}">
                <a16:creationId xmlns:a16="http://schemas.microsoft.com/office/drawing/2014/main" id="{3B129C17-9205-4554-BF5C-070656C2169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id-ID"/>
          </a:p>
        </p:txBody>
      </p:sp>
      <p:sp>
        <p:nvSpPr>
          <p:cNvPr id="3" name="Tampungan Tanggal 2">
            <a:extLst>
              <a:ext uri="{FF2B5EF4-FFF2-40B4-BE49-F238E27FC236}">
                <a16:creationId xmlns:a16="http://schemas.microsoft.com/office/drawing/2014/main" id="{0B41E939-D5BE-4B7F-BCD2-05DCC4E5E8C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AB1BF87F-531B-4BDC-A663-C6A67C7BEC47}" type="datetime1">
              <a:rPr lang="id-ID" smtClean="0"/>
              <a:t>14/10/2025</a:t>
            </a:fld>
            <a:endParaRPr lang="id-ID" dirty="0"/>
          </a:p>
        </p:txBody>
      </p:sp>
      <p:sp>
        <p:nvSpPr>
          <p:cNvPr id="4" name="Tampungan Kaki 3">
            <a:extLst>
              <a:ext uri="{FF2B5EF4-FFF2-40B4-BE49-F238E27FC236}">
                <a16:creationId xmlns:a16="http://schemas.microsoft.com/office/drawing/2014/main" id="{F61800B1-1D76-46D4-ADAF-FD5EA7AFBE7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id-ID"/>
          </a:p>
        </p:txBody>
      </p:sp>
      <p:sp>
        <p:nvSpPr>
          <p:cNvPr id="5" name="Tampungan Nomor Slide 4">
            <a:extLst>
              <a:ext uri="{FF2B5EF4-FFF2-40B4-BE49-F238E27FC236}">
                <a16:creationId xmlns:a16="http://schemas.microsoft.com/office/drawing/2014/main" id="{FCBFA674-DC58-422B-8963-09FD1B05EDD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3A42FE58-2C2A-433E-A3EF-B39ACF97315A}" type="slidenum">
              <a:rPr lang="id-ID" smtClean="0"/>
              <a:t>‹#›</a:t>
            </a:fld>
            <a:endParaRPr lang="id-ID"/>
          </a:p>
        </p:txBody>
      </p:sp>
    </p:spTree>
    <p:extLst>
      <p:ext uri="{BB962C8B-B14F-4D97-AF65-F5344CB8AC3E}">
        <p14:creationId xmlns:p14="http://schemas.microsoft.com/office/powerpoint/2010/main" val="366356575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ampungan Hea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id-ID" noProof="0"/>
          </a:p>
        </p:txBody>
      </p:sp>
      <p:sp>
        <p:nvSpPr>
          <p:cNvPr id="3" name="Tampungan Tanggal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B08E6FE-7462-41B9-93AA-C863C0ADF1B6}" type="datetime1">
              <a:rPr lang="id-ID" smtClean="0"/>
              <a:pPr/>
              <a:t>14/10/2025</a:t>
            </a:fld>
            <a:endParaRPr lang="id-ID" dirty="0"/>
          </a:p>
        </p:txBody>
      </p:sp>
      <p:sp>
        <p:nvSpPr>
          <p:cNvPr id="4" name="Tampungan Gambar Sli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id-ID" noProof="0"/>
          </a:p>
        </p:txBody>
      </p:sp>
      <p:sp>
        <p:nvSpPr>
          <p:cNvPr id="5" name="Tampungan Catatan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6" name="Tampungan Kaki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id-ID" noProof="0"/>
          </a:p>
        </p:txBody>
      </p:sp>
      <p:sp>
        <p:nvSpPr>
          <p:cNvPr id="7" name="Tampungan Nomor Slid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F97DC217-DF71-1A49-B3EA-559F1F43B0FF}" type="slidenum">
              <a:rPr lang="id-ID" noProof="0" smtClean="0"/>
              <a:t>‹#›</a:t>
            </a:fld>
            <a:endParaRPr lang="id-ID" noProof="0"/>
          </a:p>
        </p:txBody>
      </p:sp>
    </p:spTree>
    <p:extLst>
      <p:ext uri="{BB962C8B-B14F-4D97-AF65-F5344CB8AC3E}">
        <p14:creationId xmlns:p14="http://schemas.microsoft.com/office/powerpoint/2010/main" val="28464252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rtlCol="0"/>
          <a:lstStyle/>
          <a:p>
            <a:pPr rtl="0"/>
            <a:endParaRPr lang="id-ID" noProof="0" dirty="0"/>
          </a:p>
        </p:txBody>
      </p:sp>
      <p:sp>
        <p:nvSpPr>
          <p:cNvPr id="4" name="Tampungan Nomor Slide 3"/>
          <p:cNvSpPr>
            <a:spLocks noGrp="1"/>
          </p:cNvSpPr>
          <p:nvPr>
            <p:ph type="sldNum" sz="quarter" idx="5"/>
          </p:nvPr>
        </p:nvSpPr>
        <p:spPr/>
        <p:txBody>
          <a:bodyPr rtlCol="0"/>
          <a:lstStyle/>
          <a:p>
            <a:pPr rtl="0"/>
            <a:fld id="{F97DC217-DF71-1A49-B3EA-559F1F43B0FF}" type="slidenum">
              <a:rPr lang="id-ID" smtClean="0"/>
              <a:t>1</a:t>
            </a:fld>
            <a:endParaRPr lang="id-ID"/>
          </a:p>
        </p:txBody>
      </p:sp>
    </p:spTree>
    <p:extLst>
      <p:ext uri="{BB962C8B-B14F-4D97-AF65-F5344CB8AC3E}">
        <p14:creationId xmlns:p14="http://schemas.microsoft.com/office/powerpoint/2010/main" val="42777243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2BAAF3-0446-516E-DF7D-C23AA78E6B41}"/>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7A0554C2-A61B-45BF-40F0-C3299DE7C3FE}"/>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4142E7B0-A0A8-B52E-33AA-BCE2E630424A}"/>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FFE6B07E-1787-3D26-F761-1C8CC4F2F110}"/>
              </a:ext>
            </a:extLst>
          </p:cNvPr>
          <p:cNvSpPr>
            <a:spLocks noGrp="1"/>
          </p:cNvSpPr>
          <p:nvPr>
            <p:ph type="sldNum" sz="quarter" idx="5"/>
          </p:nvPr>
        </p:nvSpPr>
        <p:spPr/>
        <p:txBody>
          <a:bodyPr/>
          <a:lstStyle/>
          <a:p>
            <a:pPr rtl="0"/>
            <a:fld id="{F97DC217-DF71-1A49-B3EA-559F1F43B0FF}" type="slidenum">
              <a:rPr lang="id-ID" smtClean="0"/>
              <a:t>2</a:t>
            </a:fld>
            <a:endParaRPr lang="id-ID"/>
          </a:p>
        </p:txBody>
      </p:sp>
    </p:spTree>
    <p:extLst>
      <p:ext uri="{BB962C8B-B14F-4D97-AF65-F5344CB8AC3E}">
        <p14:creationId xmlns:p14="http://schemas.microsoft.com/office/powerpoint/2010/main" val="42452742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3</a:t>
            </a:fld>
            <a:endParaRPr lang="id-ID"/>
          </a:p>
        </p:txBody>
      </p:sp>
    </p:spTree>
    <p:extLst>
      <p:ext uri="{BB962C8B-B14F-4D97-AF65-F5344CB8AC3E}">
        <p14:creationId xmlns:p14="http://schemas.microsoft.com/office/powerpoint/2010/main" val="84305756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4</a:t>
            </a:fld>
            <a:endParaRPr lang="id-ID"/>
          </a:p>
        </p:txBody>
      </p:sp>
    </p:spTree>
    <p:extLst>
      <p:ext uri="{BB962C8B-B14F-4D97-AF65-F5344CB8AC3E}">
        <p14:creationId xmlns:p14="http://schemas.microsoft.com/office/powerpoint/2010/main" val="3293267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3908C7-28C5-4134-98B6-1AF1CD0246F9}"/>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88429200-6288-A071-69DE-DBA448E1021A}"/>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889D7286-91CE-FC7F-620E-1903F81076B6}"/>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54C99C8B-F241-7E67-466E-A1FB21FB8816}"/>
              </a:ext>
            </a:extLst>
          </p:cNvPr>
          <p:cNvSpPr>
            <a:spLocks noGrp="1"/>
          </p:cNvSpPr>
          <p:nvPr>
            <p:ph type="sldNum" sz="quarter" idx="5"/>
          </p:nvPr>
        </p:nvSpPr>
        <p:spPr/>
        <p:txBody>
          <a:bodyPr/>
          <a:lstStyle/>
          <a:p>
            <a:pPr rtl="0"/>
            <a:fld id="{F97DC217-DF71-1A49-B3EA-559F1F43B0FF}" type="slidenum">
              <a:rPr lang="id-ID" smtClean="0"/>
              <a:t>5</a:t>
            </a:fld>
            <a:endParaRPr lang="id-ID"/>
          </a:p>
        </p:txBody>
      </p:sp>
    </p:spTree>
    <p:extLst>
      <p:ext uri="{BB962C8B-B14F-4D97-AF65-F5344CB8AC3E}">
        <p14:creationId xmlns:p14="http://schemas.microsoft.com/office/powerpoint/2010/main" val="204053017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6</a:t>
            </a:fld>
            <a:endParaRPr lang="id-ID"/>
          </a:p>
        </p:txBody>
      </p:sp>
    </p:spTree>
    <p:extLst>
      <p:ext uri="{BB962C8B-B14F-4D97-AF65-F5344CB8AC3E}">
        <p14:creationId xmlns:p14="http://schemas.microsoft.com/office/powerpoint/2010/main" val="130984111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FDED19-6554-6E0B-5B51-1450829882A0}"/>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4F5C460D-6A70-534A-DD3D-E2670BBE3762}"/>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1EB904C7-47F1-2AC0-C97B-73C72738AB07}"/>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A7E69038-FF26-A1BD-2214-951ACFB26ECA}"/>
              </a:ext>
            </a:extLst>
          </p:cNvPr>
          <p:cNvSpPr>
            <a:spLocks noGrp="1"/>
          </p:cNvSpPr>
          <p:nvPr>
            <p:ph type="sldNum" sz="quarter" idx="5"/>
          </p:nvPr>
        </p:nvSpPr>
        <p:spPr/>
        <p:txBody>
          <a:bodyPr/>
          <a:lstStyle/>
          <a:p>
            <a:pPr rtl="0"/>
            <a:fld id="{F97DC217-DF71-1A49-B3EA-559F1F43B0FF}" type="slidenum">
              <a:rPr lang="id-ID" smtClean="0"/>
              <a:t>7</a:t>
            </a:fld>
            <a:endParaRPr lang="id-ID"/>
          </a:p>
        </p:txBody>
      </p:sp>
    </p:spTree>
    <p:extLst>
      <p:ext uri="{BB962C8B-B14F-4D97-AF65-F5344CB8AC3E}">
        <p14:creationId xmlns:p14="http://schemas.microsoft.com/office/powerpoint/2010/main" val="10187466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8</a:t>
            </a:fld>
            <a:endParaRPr lang="id-ID"/>
          </a:p>
        </p:txBody>
      </p:sp>
    </p:spTree>
    <p:extLst>
      <p:ext uri="{BB962C8B-B14F-4D97-AF65-F5344CB8AC3E}">
        <p14:creationId xmlns:p14="http://schemas.microsoft.com/office/powerpoint/2010/main" val="155515617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81BF22-1BB9-D048-1CFB-3C1DF02758D7}"/>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9256DC50-EC76-B917-E3B3-3FAAD82BD9D4}"/>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C39FD7C8-C3D3-B8D0-81C6-D3ECF4FBAE14}"/>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35E08082-2FC5-A1EF-C69E-7059E3797046}"/>
              </a:ext>
            </a:extLst>
          </p:cNvPr>
          <p:cNvSpPr>
            <a:spLocks noGrp="1"/>
          </p:cNvSpPr>
          <p:nvPr>
            <p:ph type="sldNum" sz="quarter" idx="5"/>
          </p:nvPr>
        </p:nvSpPr>
        <p:spPr/>
        <p:txBody>
          <a:bodyPr/>
          <a:lstStyle/>
          <a:p>
            <a:pPr rtl="0"/>
            <a:fld id="{F97DC217-DF71-1A49-B3EA-559F1F43B0FF}" type="slidenum">
              <a:rPr lang="id-ID" smtClean="0"/>
              <a:t>9</a:t>
            </a:fld>
            <a:endParaRPr lang="id-ID"/>
          </a:p>
        </p:txBody>
      </p:sp>
    </p:spTree>
    <p:extLst>
      <p:ext uri="{BB962C8B-B14F-4D97-AF65-F5344CB8AC3E}">
        <p14:creationId xmlns:p14="http://schemas.microsoft.com/office/powerpoint/2010/main" val="36714570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10</a:t>
            </a:fld>
            <a:endParaRPr lang="id-ID"/>
          </a:p>
        </p:txBody>
      </p:sp>
    </p:spTree>
    <p:extLst>
      <p:ext uri="{BB962C8B-B14F-4D97-AF65-F5344CB8AC3E}">
        <p14:creationId xmlns:p14="http://schemas.microsoft.com/office/powerpoint/2010/main" val="103215798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11</a:t>
            </a:fld>
            <a:endParaRPr lang="id-ID"/>
          </a:p>
        </p:txBody>
      </p:sp>
    </p:spTree>
    <p:extLst>
      <p:ext uri="{BB962C8B-B14F-4D97-AF65-F5344CB8AC3E}">
        <p14:creationId xmlns:p14="http://schemas.microsoft.com/office/powerpoint/2010/main" val="426633834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12</a:t>
            </a:fld>
            <a:endParaRPr lang="id-ID"/>
          </a:p>
        </p:txBody>
      </p:sp>
    </p:spTree>
    <p:extLst>
      <p:ext uri="{BB962C8B-B14F-4D97-AF65-F5344CB8AC3E}">
        <p14:creationId xmlns:p14="http://schemas.microsoft.com/office/powerpoint/2010/main" val="79585572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13</a:t>
            </a:fld>
            <a:endParaRPr lang="id-ID"/>
          </a:p>
        </p:txBody>
      </p:sp>
    </p:spTree>
    <p:extLst>
      <p:ext uri="{BB962C8B-B14F-4D97-AF65-F5344CB8AC3E}">
        <p14:creationId xmlns:p14="http://schemas.microsoft.com/office/powerpoint/2010/main" val="150301709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14</a:t>
            </a:fld>
            <a:endParaRPr lang="id-ID"/>
          </a:p>
        </p:txBody>
      </p:sp>
    </p:spTree>
    <p:extLst>
      <p:ext uri="{BB962C8B-B14F-4D97-AF65-F5344CB8AC3E}">
        <p14:creationId xmlns:p14="http://schemas.microsoft.com/office/powerpoint/2010/main" val="63768827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B5B642-E96E-F3AC-CE7C-2EC3AD50A8A9}"/>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CE6463BE-1CE6-F75F-2C5B-80BF03B9ECD6}"/>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57C810DF-4682-6C66-B78F-B74B62A7DDAE}"/>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D56A2654-792D-196C-61C7-16D5960B8092}"/>
              </a:ext>
            </a:extLst>
          </p:cNvPr>
          <p:cNvSpPr>
            <a:spLocks noGrp="1"/>
          </p:cNvSpPr>
          <p:nvPr>
            <p:ph type="sldNum" sz="quarter" idx="5"/>
          </p:nvPr>
        </p:nvSpPr>
        <p:spPr/>
        <p:txBody>
          <a:bodyPr/>
          <a:lstStyle/>
          <a:p>
            <a:pPr rtl="0"/>
            <a:fld id="{F97DC217-DF71-1A49-B3EA-559F1F43B0FF}" type="slidenum">
              <a:rPr lang="id-ID" smtClean="0"/>
              <a:t>15</a:t>
            </a:fld>
            <a:endParaRPr lang="id-ID"/>
          </a:p>
        </p:txBody>
      </p:sp>
    </p:spTree>
    <p:extLst>
      <p:ext uri="{BB962C8B-B14F-4D97-AF65-F5344CB8AC3E}">
        <p14:creationId xmlns:p14="http://schemas.microsoft.com/office/powerpoint/2010/main" val="224190698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r>
              <a:rPr lang="id-ID" dirty="0"/>
              <a:t>Artinya, ia secara cerdas hanya fokus mengembangkan bagian dari pohon keputusan yang paling menjanjikan untuk meningkatkan akurasi, sehingga proses pelatihan menjadi jauh lebih cepat. </a:t>
            </a:r>
            <a:endParaRPr lang="en-GB" dirty="0"/>
          </a:p>
          <a:p>
            <a:endParaRPr lang="en-GB" noProof="0" dirty="0"/>
          </a:p>
          <a:p>
            <a:pPr marL="0" lvl="0" indent="0">
              <a:buFont typeface="Arial" panose="020B0604020202020204" pitchFamily="34" charset="0"/>
              <a:buNone/>
            </a:pPr>
            <a:r>
              <a:rPr lang="id-ID" sz="2400" b="1" dirty="0"/>
              <a:t>GOSS (</a:t>
            </a:r>
            <a:r>
              <a:rPr lang="id-ID" sz="2400" b="1" dirty="0" err="1"/>
              <a:t>Gradient-based</a:t>
            </a:r>
            <a:r>
              <a:rPr lang="id-ID" sz="2400" b="1" dirty="0"/>
              <a:t> One-</a:t>
            </a:r>
            <a:r>
              <a:rPr lang="id-ID" sz="2400" b="1" dirty="0" err="1"/>
              <a:t>Side</a:t>
            </a:r>
            <a:r>
              <a:rPr lang="id-ID" sz="2400" b="1" dirty="0"/>
              <a:t> Sampling):</a:t>
            </a:r>
            <a:r>
              <a:rPr lang="id-ID" sz="2400" dirty="0"/>
              <a:t> Memprioritaskan data yang "sulit" diprediksi, sehingga proses belajar lebih efisien.</a:t>
            </a:r>
            <a:endParaRPr lang="en-GB" sz="2400" dirty="0"/>
          </a:p>
          <a:p>
            <a:pPr marL="0" lvl="0" indent="0">
              <a:buFont typeface="Arial" panose="020B0604020202020204" pitchFamily="34" charset="0"/>
              <a:buNone/>
            </a:pPr>
            <a:r>
              <a:rPr lang="id-ID" sz="2400" b="1" dirty="0"/>
              <a:t>EFB (</a:t>
            </a:r>
            <a:r>
              <a:rPr lang="id-ID" sz="2400" b="1" dirty="0" err="1"/>
              <a:t>Exclusive</a:t>
            </a:r>
            <a:r>
              <a:rPr lang="id-ID" sz="2400" b="1" dirty="0"/>
              <a:t> </a:t>
            </a:r>
            <a:r>
              <a:rPr lang="id-ID" sz="2400" b="1" dirty="0" err="1"/>
              <a:t>Feature</a:t>
            </a:r>
            <a:r>
              <a:rPr lang="id-ID" sz="2400" b="1" dirty="0"/>
              <a:t> </a:t>
            </a:r>
            <a:r>
              <a:rPr lang="id-ID" sz="2400" b="1" dirty="0" err="1"/>
              <a:t>Bundling</a:t>
            </a:r>
            <a:r>
              <a:rPr lang="id-ID" sz="2400" b="1" dirty="0"/>
              <a:t>):</a:t>
            </a:r>
            <a:r>
              <a:rPr lang="id-ID" sz="2400" dirty="0"/>
              <a:t> Menggabungkan banyak fitur menjadi satu untuk menyederhanakan data tanpa kehilangan informasi penting. (Ke </a:t>
            </a:r>
            <a:r>
              <a:rPr lang="id-ID" sz="2400" dirty="0" err="1"/>
              <a:t>et</a:t>
            </a:r>
            <a:r>
              <a:rPr lang="id-ID" sz="2400" dirty="0"/>
              <a:t> </a:t>
            </a:r>
            <a:r>
              <a:rPr lang="id-ID" sz="2400" dirty="0" err="1"/>
              <a:t>al.</a:t>
            </a:r>
            <a:r>
              <a:rPr lang="id-ID" sz="2400" dirty="0"/>
              <a:t>, 2017).</a:t>
            </a:r>
          </a:p>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16</a:t>
            </a:fld>
            <a:endParaRPr lang="id-ID"/>
          </a:p>
        </p:txBody>
      </p:sp>
    </p:spTree>
    <p:extLst>
      <p:ext uri="{BB962C8B-B14F-4D97-AF65-F5344CB8AC3E}">
        <p14:creationId xmlns:p14="http://schemas.microsoft.com/office/powerpoint/2010/main" val="347768125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0CE7C0-8485-8FB6-E5B2-19CC6B45686B}"/>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E19CFBF1-15A7-5650-F008-D8C9767CB23A}"/>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31A8D515-7FEB-4CB3-92A8-ABE517A49D2E}"/>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42551A57-F930-238C-7531-04329F3790D1}"/>
              </a:ext>
            </a:extLst>
          </p:cNvPr>
          <p:cNvSpPr>
            <a:spLocks noGrp="1"/>
          </p:cNvSpPr>
          <p:nvPr>
            <p:ph type="sldNum" sz="quarter" idx="5"/>
          </p:nvPr>
        </p:nvSpPr>
        <p:spPr/>
        <p:txBody>
          <a:bodyPr/>
          <a:lstStyle/>
          <a:p>
            <a:pPr rtl="0"/>
            <a:fld id="{F97DC217-DF71-1A49-B3EA-559F1F43B0FF}" type="slidenum">
              <a:rPr lang="id-ID" smtClean="0"/>
              <a:t>17</a:t>
            </a:fld>
            <a:endParaRPr lang="id-ID"/>
          </a:p>
        </p:txBody>
      </p:sp>
    </p:spTree>
    <p:extLst>
      <p:ext uri="{BB962C8B-B14F-4D97-AF65-F5344CB8AC3E}">
        <p14:creationId xmlns:p14="http://schemas.microsoft.com/office/powerpoint/2010/main" val="319203020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18</a:t>
            </a:fld>
            <a:endParaRPr lang="id-ID"/>
          </a:p>
        </p:txBody>
      </p:sp>
    </p:spTree>
    <p:extLst>
      <p:ext uri="{BB962C8B-B14F-4D97-AF65-F5344CB8AC3E}">
        <p14:creationId xmlns:p14="http://schemas.microsoft.com/office/powerpoint/2010/main" val="147076766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D1D70-0EE9-9C20-B06A-E91ABA709CA2}"/>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808DCA60-BA37-5704-C129-92DE099A28CC}"/>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A219A069-7CD1-AAA2-17D9-25CDF032D637}"/>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326697DF-CCC5-BF8A-43FC-7446083B5373}"/>
              </a:ext>
            </a:extLst>
          </p:cNvPr>
          <p:cNvSpPr>
            <a:spLocks noGrp="1"/>
          </p:cNvSpPr>
          <p:nvPr>
            <p:ph type="sldNum" sz="quarter" idx="5"/>
          </p:nvPr>
        </p:nvSpPr>
        <p:spPr/>
        <p:txBody>
          <a:bodyPr/>
          <a:lstStyle/>
          <a:p>
            <a:pPr rtl="0"/>
            <a:fld id="{F97DC217-DF71-1A49-B3EA-559F1F43B0FF}" type="slidenum">
              <a:rPr lang="id-ID" smtClean="0"/>
              <a:t>19</a:t>
            </a:fld>
            <a:endParaRPr lang="id-ID"/>
          </a:p>
        </p:txBody>
      </p:sp>
    </p:spTree>
    <p:extLst>
      <p:ext uri="{BB962C8B-B14F-4D97-AF65-F5344CB8AC3E}">
        <p14:creationId xmlns:p14="http://schemas.microsoft.com/office/powerpoint/2010/main" val="216492447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20</a:t>
            </a:fld>
            <a:endParaRPr lang="id-ID"/>
          </a:p>
        </p:txBody>
      </p:sp>
    </p:spTree>
    <p:extLst>
      <p:ext uri="{BB962C8B-B14F-4D97-AF65-F5344CB8AC3E}">
        <p14:creationId xmlns:p14="http://schemas.microsoft.com/office/powerpoint/2010/main" val="70359610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21</a:t>
            </a:fld>
            <a:endParaRPr lang="id-ID"/>
          </a:p>
        </p:txBody>
      </p:sp>
    </p:spTree>
    <p:extLst>
      <p:ext uri="{BB962C8B-B14F-4D97-AF65-F5344CB8AC3E}">
        <p14:creationId xmlns:p14="http://schemas.microsoft.com/office/powerpoint/2010/main" val="48934278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F85439-F528-C9F8-617A-3E7C9C1C2DC4}"/>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BA294DF9-E5FF-4D74-7B2E-C7982680D599}"/>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94526192-A667-2915-69F7-819675CE4A93}"/>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852B468E-851E-6FE0-22FF-1C0E0CED9651}"/>
              </a:ext>
            </a:extLst>
          </p:cNvPr>
          <p:cNvSpPr>
            <a:spLocks noGrp="1"/>
          </p:cNvSpPr>
          <p:nvPr>
            <p:ph type="sldNum" sz="quarter" idx="5"/>
          </p:nvPr>
        </p:nvSpPr>
        <p:spPr/>
        <p:txBody>
          <a:bodyPr/>
          <a:lstStyle/>
          <a:p>
            <a:pPr rtl="0"/>
            <a:fld id="{F97DC217-DF71-1A49-B3EA-559F1F43B0FF}" type="slidenum">
              <a:rPr lang="id-ID" smtClean="0"/>
              <a:t>22</a:t>
            </a:fld>
            <a:endParaRPr lang="id-ID"/>
          </a:p>
        </p:txBody>
      </p:sp>
    </p:spTree>
    <p:extLst>
      <p:ext uri="{BB962C8B-B14F-4D97-AF65-F5344CB8AC3E}">
        <p14:creationId xmlns:p14="http://schemas.microsoft.com/office/powerpoint/2010/main" val="26030688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93D89C-B690-A796-4E3C-6079A0FE00C4}"/>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F6B5E138-7104-B3DC-CAF2-E87F915CAC8A}"/>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DEB677B7-B677-C40C-6ADB-7A65369B7128}"/>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A8ADE3DD-9DE8-53F4-24CF-C5A7C66E968C}"/>
              </a:ext>
            </a:extLst>
          </p:cNvPr>
          <p:cNvSpPr>
            <a:spLocks noGrp="1"/>
          </p:cNvSpPr>
          <p:nvPr>
            <p:ph type="sldNum" sz="quarter" idx="5"/>
          </p:nvPr>
        </p:nvSpPr>
        <p:spPr/>
        <p:txBody>
          <a:bodyPr/>
          <a:lstStyle/>
          <a:p>
            <a:pPr rtl="0"/>
            <a:fld id="{F97DC217-DF71-1A49-B3EA-559F1F43B0FF}" type="slidenum">
              <a:rPr lang="id-ID" smtClean="0"/>
              <a:t>23</a:t>
            </a:fld>
            <a:endParaRPr lang="id-ID"/>
          </a:p>
        </p:txBody>
      </p:sp>
    </p:spTree>
    <p:extLst>
      <p:ext uri="{BB962C8B-B14F-4D97-AF65-F5344CB8AC3E}">
        <p14:creationId xmlns:p14="http://schemas.microsoft.com/office/powerpoint/2010/main" val="263492886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F90211-764B-4EAC-FF47-6516B1CC9551}"/>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76F14309-87D3-0121-9556-F254FC28ED5C}"/>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8CD41A5C-D351-E5B7-C753-5C1B42BEA782}"/>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627DFFD7-B7D3-61EF-4338-FB4B7891A8E2}"/>
              </a:ext>
            </a:extLst>
          </p:cNvPr>
          <p:cNvSpPr>
            <a:spLocks noGrp="1"/>
          </p:cNvSpPr>
          <p:nvPr>
            <p:ph type="sldNum" sz="quarter" idx="5"/>
          </p:nvPr>
        </p:nvSpPr>
        <p:spPr/>
        <p:txBody>
          <a:bodyPr/>
          <a:lstStyle/>
          <a:p>
            <a:pPr rtl="0"/>
            <a:fld id="{F97DC217-DF71-1A49-B3EA-559F1F43B0FF}" type="slidenum">
              <a:rPr lang="id-ID" smtClean="0"/>
              <a:t>24</a:t>
            </a:fld>
            <a:endParaRPr lang="id-ID"/>
          </a:p>
        </p:txBody>
      </p:sp>
    </p:spTree>
    <p:extLst>
      <p:ext uri="{BB962C8B-B14F-4D97-AF65-F5344CB8AC3E}">
        <p14:creationId xmlns:p14="http://schemas.microsoft.com/office/powerpoint/2010/main" val="399273693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E9BCE0-D336-47AD-F7C0-374032E4468E}"/>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C341FEB5-7B8B-71A9-8DE5-B86C4681D45B}"/>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98F0F74F-26DB-6779-D7EC-36ED761761E1}"/>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28C77B3E-837A-BE78-4F82-A56D9E632FEF}"/>
              </a:ext>
            </a:extLst>
          </p:cNvPr>
          <p:cNvSpPr>
            <a:spLocks noGrp="1"/>
          </p:cNvSpPr>
          <p:nvPr>
            <p:ph type="sldNum" sz="quarter" idx="5"/>
          </p:nvPr>
        </p:nvSpPr>
        <p:spPr/>
        <p:txBody>
          <a:bodyPr/>
          <a:lstStyle/>
          <a:p>
            <a:pPr rtl="0"/>
            <a:fld id="{F97DC217-DF71-1A49-B3EA-559F1F43B0FF}" type="slidenum">
              <a:rPr lang="id-ID" smtClean="0"/>
              <a:t>25</a:t>
            </a:fld>
            <a:endParaRPr lang="id-ID"/>
          </a:p>
        </p:txBody>
      </p:sp>
    </p:spTree>
    <p:extLst>
      <p:ext uri="{BB962C8B-B14F-4D97-AF65-F5344CB8AC3E}">
        <p14:creationId xmlns:p14="http://schemas.microsoft.com/office/powerpoint/2010/main" val="391752862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14119E-4305-014B-DE9E-D6917A338D3D}"/>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15DCA40F-66AF-8481-8543-A849CDB2D73E}"/>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4272AE8A-16A2-27E8-04EC-6230D3DB04CF}"/>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7A77A437-2786-2249-CF46-DC33E247C06E}"/>
              </a:ext>
            </a:extLst>
          </p:cNvPr>
          <p:cNvSpPr>
            <a:spLocks noGrp="1"/>
          </p:cNvSpPr>
          <p:nvPr>
            <p:ph type="sldNum" sz="quarter" idx="5"/>
          </p:nvPr>
        </p:nvSpPr>
        <p:spPr/>
        <p:txBody>
          <a:bodyPr/>
          <a:lstStyle/>
          <a:p>
            <a:pPr rtl="0"/>
            <a:fld id="{F97DC217-DF71-1A49-B3EA-559F1F43B0FF}" type="slidenum">
              <a:rPr lang="id-ID" smtClean="0"/>
              <a:t>26</a:t>
            </a:fld>
            <a:endParaRPr lang="id-ID"/>
          </a:p>
        </p:txBody>
      </p:sp>
    </p:spTree>
    <p:extLst>
      <p:ext uri="{BB962C8B-B14F-4D97-AF65-F5344CB8AC3E}">
        <p14:creationId xmlns:p14="http://schemas.microsoft.com/office/powerpoint/2010/main" val="155006694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1AD8C5-4CF4-6749-E9FB-5408E634A2FC}"/>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E2448875-8F60-9C85-958F-489665C78802}"/>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901348A7-D2CD-5E25-4F5F-1DAEB9A964E8}"/>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815696AD-2420-8DAD-93B1-C535D6F52097}"/>
              </a:ext>
            </a:extLst>
          </p:cNvPr>
          <p:cNvSpPr>
            <a:spLocks noGrp="1"/>
          </p:cNvSpPr>
          <p:nvPr>
            <p:ph type="sldNum" sz="quarter" idx="5"/>
          </p:nvPr>
        </p:nvSpPr>
        <p:spPr/>
        <p:txBody>
          <a:bodyPr/>
          <a:lstStyle/>
          <a:p>
            <a:pPr rtl="0"/>
            <a:fld id="{F97DC217-DF71-1A49-B3EA-559F1F43B0FF}" type="slidenum">
              <a:rPr lang="id-ID" smtClean="0"/>
              <a:t>27</a:t>
            </a:fld>
            <a:endParaRPr lang="id-ID"/>
          </a:p>
        </p:txBody>
      </p:sp>
    </p:spTree>
    <p:extLst>
      <p:ext uri="{BB962C8B-B14F-4D97-AF65-F5344CB8AC3E}">
        <p14:creationId xmlns:p14="http://schemas.microsoft.com/office/powerpoint/2010/main" val="251516263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C66E8-331F-3500-B58B-B8286E882007}"/>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691C5FE6-6A08-FC44-FBFD-5CA5AC40EDB5}"/>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EF736B2A-5E93-F5CC-7842-0D6ACD824103}"/>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10E78D92-CE9F-5C01-0C8F-137BF6AE02B2}"/>
              </a:ext>
            </a:extLst>
          </p:cNvPr>
          <p:cNvSpPr>
            <a:spLocks noGrp="1"/>
          </p:cNvSpPr>
          <p:nvPr>
            <p:ph type="sldNum" sz="quarter" idx="5"/>
          </p:nvPr>
        </p:nvSpPr>
        <p:spPr/>
        <p:txBody>
          <a:bodyPr/>
          <a:lstStyle/>
          <a:p>
            <a:pPr rtl="0"/>
            <a:fld id="{F97DC217-DF71-1A49-B3EA-559F1F43B0FF}" type="slidenum">
              <a:rPr lang="id-ID" smtClean="0"/>
              <a:t>28</a:t>
            </a:fld>
            <a:endParaRPr lang="id-ID"/>
          </a:p>
        </p:txBody>
      </p:sp>
    </p:spTree>
    <p:extLst>
      <p:ext uri="{BB962C8B-B14F-4D97-AF65-F5344CB8AC3E}">
        <p14:creationId xmlns:p14="http://schemas.microsoft.com/office/powerpoint/2010/main" val="416114739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DEB1B7-19BC-B078-D0AD-153A8C20BDE5}"/>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F967AFDD-86A9-52FD-C3F1-BD347CB69419}"/>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8EB11A8A-FC21-4260-8712-E9DD872F544E}"/>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0976C79B-646C-1AA8-0451-938F3D1F4322}"/>
              </a:ext>
            </a:extLst>
          </p:cNvPr>
          <p:cNvSpPr>
            <a:spLocks noGrp="1"/>
          </p:cNvSpPr>
          <p:nvPr>
            <p:ph type="sldNum" sz="quarter" idx="5"/>
          </p:nvPr>
        </p:nvSpPr>
        <p:spPr/>
        <p:txBody>
          <a:bodyPr/>
          <a:lstStyle/>
          <a:p>
            <a:pPr rtl="0"/>
            <a:fld id="{F97DC217-DF71-1A49-B3EA-559F1F43B0FF}" type="slidenum">
              <a:rPr lang="id-ID" smtClean="0"/>
              <a:t>29</a:t>
            </a:fld>
            <a:endParaRPr lang="id-ID"/>
          </a:p>
        </p:txBody>
      </p:sp>
    </p:spTree>
    <p:extLst>
      <p:ext uri="{BB962C8B-B14F-4D97-AF65-F5344CB8AC3E}">
        <p14:creationId xmlns:p14="http://schemas.microsoft.com/office/powerpoint/2010/main" val="343727694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5103B4-6316-C102-28B7-9ADB255EC9C7}"/>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79C0BF52-47B2-E7BD-E86B-1FF8D53E4D4F}"/>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A2AAC926-FE1F-8617-9C70-B0414184125C}"/>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5782E922-B454-2233-09B6-A44F9EA42665}"/>
              </a:ext>
            </a:extLst>
          </p:cNvPr>
          <p:cNvSpPr>
            <a:spLocks noGrp="1"/>
          </p:cNvSpPr>
          <p:nvPr>
            <p:ph type="sldNum" sz="quarter" idx="5"/>
          </p:nvPr>
        </p:nvSpPr>
        <p:spPr/>
        <p:txBody>
          <a:bodyPr/>
          <a:lstStyle/>
          <a:p>
            <a:pPr rtl="0"/>
            <a:fld id="{F97DC217-DF71-1A49-B3EA-559F1F43B0FF}" type="slidenum">
              <a:rPr lang="id-ID" smtClean="0"/>
              <a:t>30</a:t>
            </a:fld>
            <a:endParaRPr lang="id-ID"/>
          </a:p>
        </p:txBody>
      </p:sp>
    </p:spTree>
    <p:extLst>
      <p:ext uri="{BB962C8B-B14F-4D97-AF65-F5344CB8AC3E}">
        <p14:creationId xmlns:p14="http://schemas.microsoft.com/office/powerpoint/2010/main" val="251976122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8AA36F-8F5F-CFDD-31F7-9137D49313A8}"/>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7EFF86C6-4B65-6F3E-E927-608F341232A3}"/>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1DDA4D57-870C-4707-2658-EB91E685663B}"/>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B7A168FC-C52D-C956-8E2F-87F3D4B9CE56}"/>
              </a:ext>
            </a:extLst>
          </p:cNvPr>
          <p:cNvSpPr>
            <a:spLocks noGrp="1"/>
          </p:cNvSpPr>
          <p:nvPr>
            <p:ph type="sldNum" sz="quarter" idx="5"/>
          </p:nvPr>
        </p:nvSpPr>
        <p:spPr/>
        <p:txBody>
          <a:bodyPr/>
          <a:lstStyle/>
          <a:p>
            <a:pPr rtl="0"/>
            <a:fld id="{F97DC217-DF71-1A49-B3EA-559F1F43B0FF}" type="slidenum">
              <a:rPr lang="id-ID" smtClean="0"/>
              <a:t>31</a:t>
            </a:fld>
            <a:endParaRPr lang="id-ID"/>
          </a:p>
        </p:txBody>
      </p:sp>
    </p:spTree>
    <p:extLst>
      <p:ext uri="{BB962C8B-B14F-4D97-AF65-F5344CB8AC3E}">
        <p14:creationId xmlns:p14="http://schemas.microsoft.com/office/powerpoint/2010/main" val="169888311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0340DB-EE9E-9A90-4778-D60C17B8CA93}"/>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F572379B-194F-E5F5-BCC4-F21A7764649C}"/>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89E95FE7-E790-DC5D-0A90-3D04BB5DBDB4}"/>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97DE9D11-7D05-B9D2-B356-F098222E1D04}"/>
              </a:ext>
            </a:extLst>
          </p:cNvPr>
          <p:cNvSpPr>
            <a:spLocks noGrp="1"/>
          </p:cNvSpPr>
          <p:nvPr>
            <p:ph type="sldNum" sz="quarter" idx="5"/>
          </p:nvPr>
        </p:nvSpPr>
        <p:spPr/>
        <p:txBody>
          <a:bodyPr/>
          <a:lstStyle/>
          <a:p>
            <a:pPr rtl="0"/>
            <a:fld id="{F97DC217-DF71-1A49-B3EA-559F1F43B0FF}" type="slidenum">
              <a:rPr lang="id-ID" smtClean="0"/>
              <a:t>32</a:t>
            </a:fld>
            <a:endParaRPr lang="id-ID"/>
          </a:p>
        </p:txBody>
      </p:sp>
    </p:spTree>
    <p:extLst>
      <p:ext uri="{BB962C8B-B14F-4D97-AF65-F5344CB8AC3E}">
        <p14:creationId xmlns:p14="http://schemas.microsoft.com/office/powerpoint/2010/main" val="204109921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3FA241-315C-BFE1-228C-C626423CD47A}"/>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63615B18-9894-3F87-B777-8FA6D17BEF0F}"/>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4F81AF09-3E20-0B34-B4D8-A61E0C5205B3}"/>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81633049-C026-673E-7408-1D4719F7AD8B}"/>
              </a:ext>
            </a:extLst>
          </p:cNvPr>
          <p:cNvSpPr>
            <a:spLocks noGrp="1"/>
          </p:cNvSpPr>
          <p:nvPr>
            <p:ph type="sldNum" sz="quarter" idx="5"/>
          </p:nvPr>
        </p:nvSpPr>
        <p:spPr/>
        <p:txBody>
          <a:bodyPr/>
          <a:lstStyle/>
          <a:p>
            <a:pPr rtl="0"/>
            <a:fld id="{F97DC217-DF71-1A49-B3EA-559F1F43B0FF}" type="slidenum">
              <a:rPr lang="id-ID" smtClean="0"/>
              <a:t>33</a:t>
            </a:fld>
            <a:endParaRPr lang="id-ID"/>
          </a:p>
        </p:txBody>
      </p:sp>
    </p:spTree>
    <p:extLst>
      <p:ext uri="{BB962C8B-B14F-4D97-AF65-F5344CB8AC3E}">
        <p14:creationId xmlns:p14="http://schemas.microsoft.com/office/powerpoint/2010/main" val="113503281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16ABD-58D7-D3BF-5618-1F8C1854ADA0}"/>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3F813811-677F-71EE-248A-88DD3CC3CDFD}"/>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C9C09096-B74A-0C24-08A2-E49920DB3871}"/>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389B0DAA-1B6F-8563-B3B1-A285E576ECE6}"/>
              </a:ext>
            </a:extLst>
          </p:cNvPr>
          <p:cNvSpPr>
            <a:spLocks noGrp="1"/>
          </p:cNvSpPr>
          <p:nvPr>
            <p:ph type="sldNum" sz="quarter" idx="5"/>
          </p:nvPr>
        </p:nvSpPr>
        <p:spPr/>
        <p:txBody>
          <a:bodyPr/>
          <a:lstStyle/>
          <a:p>
            <a:pPr rtl="0"/>
            <a:fld id="{F97DC217-DF71-1A49-B3EA-559F1F43B0FF}" type="slidenum">
              <a:rPr lang="id-ID" smtClean="0"/>
              <a:t>34</a:t>
            </a:fld>
            <a:endParaRPr lang="id-ID"/>
          </a:p>
        </p:txBody>
      </p:sp>
    </p:spTree>
    <p:extLst>
      <p:ext uri="{BB962C8B-B14F-4D97-AF65-F5344CB8AC3E}">
        <p14:creationId xmlns:p14="http://schemas.microsoft.com/office/powerpoint/2010/main" val="265976696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A9385B-6C3A-0749-6CD8-24659A46EEEB}"/>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7581FE46-4D3F-50F8-F46F-4C507CD3172B}"/>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185F87B7-8EE2-C4B1-FBFC-E4FE252C1976}"/>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162D929A-97F9-924B-0286-B684706E7F90}"/>
              </a:ext>
            </a:extLst>
          </p:cNvPr>
          <p:cNvSpPr>
            <a:spLocks noGrp="1"/>
          </p:cNvSpPr>
          <p:nvPr>
            <p:ph type="sldNum" sz="quarter" idx="5"/>
          </p:nvPr>
        </p:nvSpPr>
        <p:spPr/>
        <p:txBody>
          <a:bodyPr/>
          <a:lstStyle/>
          <a:p>
            <a:pPr rtl="0"/>
            <a:fld id="{F97DC217-DF71-1A49-B3EA-559F1F43B0FF}" type="slidenum">
              <a:rPr lang="id-ID" smtClean="0"/>
              <a:t>35</a:t>
            </a:fld>
            <a:endParaRPr lang="id-ID"/>
          </a:p>
        </p:txBody>
      </p:sp>
    </p:spTree>
    <p:extLst>
      <p:ext uri="{BB962C8B-B14F-4D97-AF65-F5344CB8AC3E}">
        <p14:creationId xmlns:p14="http://schemas.microsoft.com/office/powerpoint/2010/main" val="154187109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A33543-0C9B-3744-D886-3993398AE1F4}"/>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242AA319-AE3E-C011-A32C-AA2EA224BAD5}"/>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7EEA8738-0008-7843-783F-E7704BC2B18A}"/>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50EE35F1-E6EC-72AA-8C52-C826A1499915}"/>
              </a:ext>
            </a:extLst>
          </p:cNvPr>
          <p:cNvSpPr>
            <a:spLocks noGrp="1"/>
          </p:cNvSpPr>
          <p:nvPr>
            <p:ph type="sldNum" sz="quarter" idx="5"/>
          </p:nvPr>
        </p:nvSpPr>
        <p:spPr/>
        <p:txBody>
          <a:bodyPr/>
          <a:lstStyle/>
          <a:p>
            <a:pPr rtl="0"/>
            <a:fld id="{F97DC217-DF71-1A49-B3EA-559F1F43B0FF}" type="slidenum">
              <a:rPr lang="id-ID" smtClean="0"/>
              <a:t>36</a:t>
            </a:fld>
            <a:endParaRPr lang="id-ID"/>
          </a:p>
        </p:txBody>
      </p:sp>
    </p:spTree>
    <p:extLst>
      <p:ext uri="{BB962C8B-B14F-4D97-AF65-F5344CB8AC3E}">
        <p14:creationId xmlns:p14="http://schemas.microsoft.com/office/powerpoint/2010/main" val="67821606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F63C12-B8A9-5704-5801-031285540AF0}"/>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D7A8C062-2B26-784C-3532-BFB9C00D03A6}"/>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EA89759B-3B6C-1977-303D-EC8B5941BE37}"/>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3FC755D6-1FEE-A6C0-8C21-829D04A6F10C}"/>
              </a:ext>
            </a:extLst>
          </p:cNvPr>
          <p:cNvSpPr>
            <a:spLocks noGrp="1"/>
          </p:cNvSpPr>
          <p:nvPr>
            <p:ph type="sldNum" sz="quarter" idx="5"/>
          </p:nvPr>
        </p:nvSpPr>
        <p:spPr/>
        <p:txBody>
          <a:bodyPr/>
          <a:lstStyle/>
          <a:p>
            <a:pPr rtl="0"/>
            <a:fld id="{F97DC217-DF71-1A49-B3EA-559F1F43B0FF}" type="slidenum">
              <a:rPr lang="id-ID" smtClean="0"/>
              <a:t>40</a:t>
            </a:fld>
            <a:endParaRPr lang="id-ID"/>
          </a:p>
        </p:txBody>
      </p:sp>
    </p:spTree>
    <p:extLst>
      <p:ext uri="{BB962C8B-B14F-4D97-AF65-F5344CB8AC3E}">
        <p14:creationId xmlns:p14="http://schemas.microsoft.com/office/powerpoint/2010/main" val="98543618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42</a:t>
            </a:fld>
            <a:endParaRPr lang="id-ID"/>
          </a:p>
        </p:txBody>
      </p:sp>
    </p:spTree>
    <p:extLst>
      <p:ext uri="{BB962C8B-B14F-4D97-AF65-F5344CB8AC3E}">
        <p14:creationId xmlns:p14="http://schemas.microsoft.com/office/powerpoint/2010/main" val="39355634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Judul">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494248F2-5264-4601-AA0B-6C092F77F2DD}"/>
              </a:ext>
            </a:extLst>
          </p:cNvPr>
          <p:cNvSpPr>
            <a:spLocks noGrp="1"/>
          </p:cNvSpPr>
          <p:nvPr>
            <p:ph type="ctrTitle"/>
          </p:nvPr>
        </p:nvSpPr>
        <p:spPr>
          <a:xfrm>
            <a:off x="1167493" y="1122363"/>
            <a:ext cx="7096933" cy="2387600"/>
          </a:xfrm>
        </p:spPr>
        <p:txBody>
          <a:bodyPr rtlCol="0" anchor="b">
            <a:noAutofit/>
          </a:bodyPr>
          <a:lstStyle>
            <a:lvl1pPr algn="l">
              <a:defRPr sz="6000" b="1">
                <a:latin typeface="+mj-lt"/>
              </a:defRPr>
            </a:lvl1pPr>
          </a:lstStyle>
          <a:p>
            <a:pPr rtl="0"/>
            <a:r>
              <a:rPr lang="en-US" noProof="0"/>
              <a:t>Click to edit Master title style</a:t>
            </a:r>
            <a:endParaRPr lang="id-ID" noProof="0"/>
          </a:p>
        </p:txBody>
      </p:sp>
      <p:sp>
        <p:nvSpPr>
          <p:cNvPr id="3" name="Subjudul 2">
            <a:extLst>
              <a:ext uri="{FF2B5EF4-FFF2-40B4-BE49-F238E27FC236}">
                <a16:creationId xmlns:a16="http://schemas.microsoft.com/office/drawing/2014/main" id="{DCFB69D3-5632-4285-A209-9DCA67DA668C}"/>
              </a:ext>
            </a:extLst>
          </p:cNvPr>
          <p:cNvSpPr>
            <a:spLocks noGrp="1"/>
          </p:cNvSpPr>
          <p:nvPr>
            <p:ph type="subTitle" idx="1"/>
          </p:nvPr>
        </p:nvSpPr>
        <p:spPr>
          <a:xfrm>
            <a:off x="1167493" y="3602038"/>
            <a:ext cx="9500507" cy="806675"/>
          </a:xfrm>
        </p:spPr>
        <p:txBody>
          <a:bodyPr rtlCol="0">
            <a:noAutofit/>
          </a:bodyPr>
          <a:lstStyle>
            <a:lvl1pPr marL="0" indent="0" algn="l">
              <a:buNone/>
              <a:defRPr sz="3200">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rtl="0"/>
            <a:r>
              <a:rPr lang="en-US" noProof="0"/>
              <a:t>Click to edit Master subtitle style</a:t>
            </a:r>
            <a:endParaRPr lang="id-ID" noProof="0"/>
          </a:p>
        </p:txBody>
      </p:sp>
      <p:sp>
        <p:nvSpPr>
          <p:cNvPr id="4" name="Persegi 3">
            <a:extLst>
              <a:ext uri="{FF2B5EF4-FFF2-40B4-BE49-F238E27FC236}">
                <a16:creationId xmlns:a16="http://schemas.microsoft.com/office/drawing/2014/main" id="{9AC79249-FDC0-364D-A734-AE1DE1605D28}"/>
              </a:ext>
            </a:extLst>
          </p:cNvPr>
          <p:cNvSpPr/>
          <p:nvPr userDrawn="1"/>
        </p:nvSpPr>
        <p:spPr>
          <a:xfrm>
            <a:off x="0" y="4572000"/>
            <a:ext cx="12192000" cy="228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id-ID" noProof="0"/>
          </a:p>
        </p:txBody>
      </p:sp>
      <p:sp>
        <p:nvSpPr>
          <p:cNvPr id="5" name="Oval 4">
            <a:extLst>
              <a:ext uri="{FF2B5EF4-FFF2-40B4-BE49-F238E27FC236}">
                <a16:creationId xmlns:a16="http://schemas.microsoft.com/office/drawing/2014/main" id="{902465C8-266D-104C-9C49-323DF4A8277E}"/>
              </a:ext>
            </a:extLst>
          </p:cNvPr>
          <p:cNvSpPr/>
          <p:nvPr userDrawn="1"/>
        </p:nvSpPr>
        <p:spPr>
          <a:xfrm>
            <a:off x="583746" y="4960030"/>
            <a:ext cx="1551214" cy="1551214"/>
          </a:xfrm>
          <a:prstGeom prst="ellipse">
            <a:avLst/>
          </a:prstGeom>
          <a:solidFill>
            <a:schemeClr val="tx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id-ID" noProof="0"/>
          </a:p>
        </p:txBody>
      </p:sp>
      <p:sp>
        <p:nvSpPr>
          <p:cNvPr id="11" name="Bentuk bebas 10">
            <a:extLst>
              <a:ext uri="{FF2B5EF4-FFF2-40B4-BE49-F238E27FC236}">
                <a16:creationId xmlns:a16="http://schemas.microsoft.com/office/drawing/2014/main" id="{37979A1C-BF60-B345-A664-2E4F7A3461EB}"/>
              </a:ext>
            </a:extLst>
          </p:cNvPr>
          <p:cNvSpPr/>
          <p:nvPr userDrawn="1"/>
        </p:nvSpPr>
        <p:spPr>
          <a:xfrm>
            <a:off x="1" y="4571999"/>
            <a:ext cx="1118508" cy="1118508"/>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9" name="Bentuk bebas 8">
            <a:extLst>
              <a:ext uri="{FF2B5EF4-FFF2-40B4-BE49-F238E27FC236}">
                <a16:creationId xmlns:a16="http://schemas.microsoft.com/office/drawing/2014/main" id="{58080B3E-915C-2D4C-8608-596E1BFD6387}"/>
              </a:ext>
            </a:extLst>
          </p:cNvPr>
          <p:cNvSpPr/>
          <p:nvPr userDrawn="1"/>
        </p:nvSpPr>
        <p:spPr>
          <a:xfrm>
            <a:off x="1" y="5739492"/>
            <a:ext cx="1118508" cy="1118508"/>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grpSp>
        <p:nvGrpSpPr>
          <p:cNvPr id="6" name="Grup 5">
            <a:extLst>
              <a:ext uri="{FF2B5EF4-FFF2-40B4-BE49-F238E27FC236}">
                <a16:creationId xmlns:a16="http://schemas.microsoft.com/office/drawing/2014/main" id="{F15FBB50-09C8-B64E-AE57-67C5E70810CB}"/>
              </a:ext>
            </a:extLst>
          </p:cNvPr>
          <p:cNvGrpSpPr/>
          <p:nvPr userDrawn="1"/>
        </p:nvGrpSpPr>
        <p:grpSpPr>
          <a:xfrm>
            <a:off x="8264427" y="-3419"/>
            <a:ext cx="3927573" cy="3165022"/>
            <a:chOff x="9857014" y="13834"/>
            <a:chExt cx="2334986" cy="1881641"/>
          </a:xfrm>
        </p:grpSpPr>
        <p:sp>
          <p:nvSpPr>
            <p:cNvPr id="15" name="Bentuk bebas 14">
              <a:extLst>
                <a:ext uri="{FF2B5EF4-FFF2-40B4-BE49-F238E27FC236}">
                  <a16:creationId xmlns:a16="http://schemas.microsoft.com/office/drawing/2014/main" id="{EFBF1E52-11FA-DC48-B7AD-75734232FFE8}"/>
                </a:ext>
              </a:extLst>
            </p:cNvPr>
            <p:cNvSpPr/>
            <p:nvPr userDrawn="1"/>
          </p:nvSpPr>
          <p:spPr>
            <a:xfrm rot="5400000" flipH="1" flipV="1">
              <a:off x="10667433"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16" name="Bentuk bebas 15">
              <a:extLst>
                <a:ext uri="{FF2B5EF4-FFF2-40B4-BE49-F238E27FC236}">
                  <a16:creationId xmlns:a16="http://schemas.microsoft.com/office/drawing/2014/main" id="{4850B620-49F5-3748-84AF-682555D52792}"/>
                </a:ext>
              </a:extLst>
            </p:cNvPr>
            <p:cNvSpPr/>
            <p:nvPr userDrawn="1"/>
          </p:nvSpPr>
          <p:spPr>
            <a:xfrm rot="16200000" flipV="1">
              <a:off x="9499940"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grpSp>
      <p:sp>
        <p:nvSpPr>
          <p:cNvPr id="22" name="Bentuk bebas 21">
            <a:extLst>
              <a:ext uri="{FF2B5EF4-FFF2-40B4-BE49-F238E27FC236}">
                <a16:creationId xmlns:a16="http://schemas.microsoft.com/office/drawing/2014/main" id="{BC68F289-2744-2F48-893A-3F17911625C8}"/>
              </a:ext>
            </a:extLst>
          </p:cNvPr>
          <p:cNvSpPr/>
          <p:nvPr userDrawn="1"/>
        </p:nvSpPr>
        <p:spPr>
          <a:xfrm>
            <a:off x="0" y="-1"/>
            <a:ext cx="1167493" cy="1167493"/>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28" name="Bentuk bebas 27">
            <a:extLst>
              <a:ext uri="{FF2B5EF4-FFF2-40B4-BE49-F238E27FC236}">
                <a16:creationId xmlns:a16="http://schemas.microsoft.com/office/drawing/2014/main" id="{9E240E8A-950E-7946-826C-415CB5DACA43}"/>
              </a:ext>
            </a:extLst>
          </p:cNvPr>
          <p:cNvSpPr/>
          <p:nvPr userDrawn="1"/>
        </p:nvSpPr>
        <p:spPr>
          <a:xfrm>
            <a:off x="11024507" y="4580708"/>
            <a:ext cx="1167493" cy="2277292"/>
          </a:xfrm>
          <a:custGeom>
            <a:avLst/>
            <a:gdLst>
              <a:gd name="connsiteX0" fmla="*/ 1167473 w 1167493"/>
              <a:gd name="connsiteY0" fmla="*/ 0 h 2272167"/>
              <a:gd name="connsiteX1" fmla="*/ 1167493 w 1167493"/>
              <a:gd name="connsiteY1" fmla="*/ 0 h 2272167"/>
              <a:gd name="connsiteX2" fmla="*/ 1167493 w 1167493"/>
              <a:gd name="connsiteY2" fmla="*/ 492960 h 2272167"/>
              <a:gd name="connsiteX3" fmla="*/ 1167493 w 1167493"/>
              <a:gd name="connsiteY3" fmla="*/ 720385 h 2272167"/>
              <a:gd name="connsiteX4" fmla="*/ 1167493 w 1167493"/>
              <a:gd name="connsiteY4" fmla="*/ 2272167 h 2272167"/>
              <a:gd name="connsiteX5" fmla="*/ 0 w 1167493"/>
              <a:gd name="connsiteY5" fmla="*/ 2272167 h 2272167"/>
              <a:gd name="connsiteX6" fmla="*/ 0 w 1167493"/>
              <a:gd name="connsiteY6" fmla="*/ 1898074 h 2272167"/>
              <a:gd name="connsiteX7" fmla="*/ 0 w 1167493"/>
              <a:gd name="connsiteY7" fmla="*/ 1271597 h 2272167"/>
              <a:gd name="connsiteX8" fmla="*/ 0 w 1167493"/>
              <a:gd name="connsiteY8" fmla="*/ 1177688 h 2272167"/>
              <a:gd name="connsiteX9" fmla="*/ 1048124 w 1167493"/>
              <a:gd name="connsiteY9" fmla="*/ 6080 h 2272167"/>
              <a:gd name="connsiteX10" fmla="*/ 1167473 w 1167493"/>
              <a:gd name="connsiteY10" fmla="*/ 0 h 2272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67493" h="2272167">
                <a:moveTo>
                  <a:pt x="1167473" y="0"/>
                </a:moveTo>
                <a:lnTo>
                  <a:pt x="1167493" y="0"/>
                </a:lnTo>
                <a:lnTo>
                  <a:pt x="1167493" y="492960"/>
                </a:lnTo>
                <a:lnTo>
                  <a:pt x="1167493" y="720385"/>
                </a:lnTo>
                <a:lnTo>
                  <a:pt x="1167493" y="2272167"/>
                </a:lnTo>
                <a:lnTo>
                  <a:pt x="0" y="2272167"/>
                </a:lnTo>
                <a:lnTo>
                  <a:pt x="0" y="1898074"/>
                </a:lnTo>
                <a:lnTo>
                  <a:pt x="0" y="1271597"/>
                </a:lnTo>
                <a:lnTo>
                  <a:pt x="0" y="1177688"/>
                </a:lnTo>
                <a:cubicBezTo>
                  <a:pt x="0" y="567919"/>
                  <a:pt x="459408" y="66389"/>
                  <a:pt x="1048124" y="6080"/>
                </a:cubicBezTo>
                <a:lnTo>
                  <a:pt x="1167473"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Tree>
    <p:extLst>
      <p:ext uri="{BB962C8B-B14F-4D97-AF65-F5344CB8AC3E}">
        <p14:creationId xmlns:p14="http://schemas.microsoft.com/office/powerpoint/2010/main" val="29164985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Judul dan Konten">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3CD97974-B93C-4C96-B3F6-F69E3D6DE6CA}"/>
              </a:ext>
            </a:extLst>
          </p:cNvPr>
          <p:cNvSpPr>
            <a:spLocks noGrp="1"/>
          </p:cNvSpPr>
          <p:nvPr>
            <p:ph type="title"/>
          </p:nvPr>
        </p:nvSpPr>
        <p:spPr>
          <a:xfrm>
            <a:off x="1167492" y="381000"/>
            <a:ext cx="9779183" cy="1325563"/>
          </a:xfrm>
        </p:spPr>
        <p:txBody>
          <a:bodyPr rtlCol="0" anchor="b">
            <a:noAutofit/>
          </a:bodyPr>
          <a:lstStyle>
            <a:lvl1pPr>
              <a:defRPr sz="4800" b="1">
                <a:latin typeface="+mj-lt"/>
              </a:defRPr>
            </a:lvl1pPr>
          </a:lstStyle>
          <a:p>
            <a:pPr rtl="0"/>
            <a:r>
              <a:rPr lang="en-US" noProof="0"/>
              <a:t>Click to edit Master title style</a:t>
            </a:r>
            <a:endParaRPr lang="id-ID" noProof="0"/>
          </a:p>
        </p:txBody>
      </p:sp>
      <p:sp>
        <p:nvSpPr>
          <p:cNvPr id="3" name="Tampungan Konten 2">
            <a:extLst>
              <a:ext uri="{FF2B5EF4-FFF2-40B4-BE49-F238E27FC236}">
                <a16:creationId xmlns:a16="http://schemas.microsoft.com/office/drawing/2014/main" id="{8A6FC6F2-80B4-49A7-9448-33FE2DF0E967}"/>
              </a:ext>
            </a:extLst>
          </p:cNvPr>
          <p:cNvSpPr>
            <a:spLocks noGrp="1"/>
          </p:cNvSpPr>
          <p:nvPr>
            <p:ph idx="1" hasCustomPrompt="1"/>
          </p:nvPr>
        </p:nvSpPr>
        <p:spPr>
          <a:xfrm>
            <a:off x="1167493" y="2017467"/>
            <a:ext cx="9779182" cy="3366815"/>
          </a:xfrm>
        </p:spPr>
        <p:txBody>
          <a:bodyPr rtlCol="0">
            <a:noAutofit/>
          </a:bodyPr>
          <a:lstStyle>
            <a:lvl1pPr marL="0" indent="0">
              <a:buNone/>
              <a:defRPr>
                <a:latin typeface="+mn-lt"/>
              </a:defRPr>
            </a:lvl1pPr>
            <a:lvl2pPr marL="457200" indent="0">
              <a:buNone/>
              <a:defRPr>
                <a:latin typeface="+mn-lt"/>
              </a:defRPr>
            </a:lvl2pPr>
            <a:lvl3pPr marL="914400" indent="0">
              <a:buNone/>
              <a:defRPr>
                <a:latin typeface="+mn-lt"/>
              </a:defRPr>
            </a:lvl3pPr>
            <a:lvl4pPr marL="1371600" indent="0">
              <a:buNone/>
              <a:defRPr>
                <a:latin typeface="+mn-lt"/>
              </a:defRPr>
            </a:lvl4pPr>
            <a:lvl5pPr marL="1828800" indent="0">
              <a:buNone/>
              <a:defRPr>
                <a:latin typeface="+mn-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4" name="Bentuk bebas 3">
            <a:extLst>
              <a:ext uri="{FF2B5EF4-FFF2-40B4-BE49-F238E27FC236}">
                <a16:creationId xmlns:a16="http://schemas.microsoft.com/office/drawing/2014/main" id="{6A7F6A3F-E1DD-A246-9A6D-5F9B18BA2588}"/>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5" name="Bentuk bebas 4">
            <a:extLst>
              <a:ext uri="{FF2B5EF4-FFF2-40B4-BE49-F238E27FC236}">
                <a16:creationId xmlns:a16="http://schemas.microsoft.com/office/drawing/2014/main" id="{055FD0FC-C8FF-6741-A364-A29CDC6F9495}"/>
              </a:ext>
            </a:extLst>
          </p:cNvPr>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latin typeface="+mn-lt"/>
            </a:endParaRPr>
          </a:p>
        </p:txBody>
      </p:sp>
      <p:sp>
        <p:nvSpPr>
          <p:cNvPr id="6" name="Bentuk bebas 5">
            <a:extLst>
              <a:ext uri="{FF2B5EF4-FFF2-40B4-BE49-F238E27FC236}">
                <a16:creationId xmlns:a16="http://schemas.microsoft.com/office/drawing/2014/main" id="{D11C9832-A021-954E-A34F-2988D1189AE9}"/>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grpSp>
        <p:nvGrpSpPr>
          <p:cNvPr id="9" name="Grup 8">
            <a:extLst>
              <a:ext uri="{FF2B5EF4-FFF2-40B4-BE49-F238E27FC236}">
                <a16:creationId xmlns:a16="http://schemas.microsoft.com/office/drawing/2014/main" id="{9861BC34-DFBF-2D4F-B463-FCFBC08391FF}"/>
              </a:ext>
            </a:extLst>
          </p:cNvPr>
          <p:cNvGrpSpPr/>
          <p:nvPr userDrawn="1"/>
        </p:nvGrpSpPr>
        <p:grpSpPr>
          <a:xfrm>
            <a:off x="8082092" y="5590903"/>
            <a:ext cx="1572380" cy="1267097"/>
            <a:chOff x="7413403" y="4976359"/>
            <a:chExt cx="2334986" cy="1881641"/>
          </a:xfrm>
        </p:grpSpPr>
        <p:sp>
          <p:nvSpPr>
            <p:cNvPr id="7" name="Bentuk bebas 6">
              <a:extLst>
                <a:ext uri="{FF2B5EF4-FFF2-40B4-BE49-F238E27FC236}">
                  <a16:creationId xmlns:a16="http://schemas.microsoft.com/office/drawing/2014/main" id="{55C37C19-F268-4A43-A0D4-3B1B38D48952}"/>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latin typeface="+mn-lt"/>
              </a:endParaRPr>
            </a:p>
          </p:txBody>
        </p:sp>
        <p:sp>
          <p:nvSpPr>
            <p:cNvPr id="8" name="Bentuk bebas 7">
              <a:extLst>
                <a:ext uri="{FF2B5EF4-FFF2-40B4-BE49-F238E27FC236}">
                  <a16:creationId xmlns:a16="http://schemas.microsoft.com/office/drawing/2014/main" id="{E4F760E5-9D5D-E44F-AEBF-20CA8DE87D11}"/>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latin typeface="+mn-lt"/>
              </a:endParaRPr>
            </a:p>
          </p:txBody>
        </p:sp>
      </p:grpSp>
      <p:sp>
        <p:nvSpPr>
          <p:cNvPr id="10" name="Tampungan Tanggal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pPr rtl="0"/>
            <a:fld id="{51A9B3F0-40B4-402B-BD3D-2ECBD63B1A7A}" type="datetime1">
              <a:rPr lang="id-ID" noProof="0" smtClean="0"/>
              <a:t>14/10/2025</a:t>
            </a:fld>
            <a:endParaRPr lang="id-ID" noProof="0"/>
          </a:p>
        </p:txBody>
      </p:sp>
      <p:sp>
        <p:nvSpPr>
          <p:cNvPr id="11" name="Tampungan Kaki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pPr rtl="0"/>
            <a:r>
              <a:rPr lang="id-ID" noProof="0"/>
              <a:t>JUDUL PRESENTASI</a:t>
            </a:r>
          </a:p>
        </p:txBody>
      </p:sp>
      <p:sp>
        <p:nvSpPr>
          <p:cNvPr id="12" name="Tampungan Nomor Slide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2"/>
                </a:solidFill>
                <a:latin typeface="+mn-lt"/>
              </a:defRPr>
            </a:lvl1pPr>
          </a:lstStyle>
          <a:p>
            <a:pPr rtl="0"/>
            <a:fld id="{294A09A9-5501-47C1-A89A-A340965A2BE2}" type="slidenum">
              <a:rPr lang="id-ID" noProof="0" smtClean="0"/>
              <a:pPr/>
              <a:t>‹#›</a:t>
            </a:fld>
            <a:endParaRPr lang="id-ID" noProof="0"/>
          </a:p>
        </p:txBody>
      </p:sp>
    </p:spTree>
    <p:extLst>
      <p:ext uri="{BB962C8B-B14F-4D97-AF65-F5344CB8AC3E}">
        <p14:creationId xmlns:p14="http://schemas.microsoft.com/office/powerpoint/2010/main" val="27822712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Header Bagian">
    <p:bg>
      <p:bgPr>
        <a:solidFill>
          <a:schemeClr val="accent2"/>
        </a:solidFill>
        <a:effectLst/>
      </p:bgPr>
    </p:bg>
    <p:spTree>
      <p:nvGrpSpPr>
        <p:cNvPr id="1" name=""/>
        <p:cNvGrpSpPr/>
        <p:nvPr/>
      </p:nvGrpSpPr>
      <p:grpSpPr>
        <a:xfrm>
          <a:off x="0" y="0"/>
          <a:ext cx="0" cy="0"/>
          <a:chOff x="0" y="0"/>
          <a:chExt cx="0" cy="0"/>
        </a:xfrm>
      </p:grpSpPr>
      <p:sp>
        <p:nvSpPr>
          <p:cNvPr id="7" name="Persegi panjang 6">
            <a:extLst>
              <a:ext uri="{FF2B5EF4-FFF2-40B4-BE49-F238E27FC236}">
                <a16:creationId xmlns:a16="http://schemas.microsoft.com/office/drawing/2014/main" id="{2A62587F-7496-384A-AF40-18FC8CF0709D}"/>
              </a:ext>
            </a:extLst>
          </p:cNvPr>
          <p:cNvSpPr/>
          <p:nvPr userDrawn="1"/>
        </p:nvSpPr>
        <p:spPr>
          <a:xfrm>
            <a:off x="0" y="2286002"/>
            <a:ext cx="12208822" cy="4572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id-ID" noProof="0"/>
          </a:p>
        </p:txBody>
      </p:sp>
      <p:sp>
        <p:nvSpPr>
          <p:cNvPr id="12" name="Bentuk bebas 11">
            <a:extLst>
              <a:ext uri="{FF2B5EF4-FFF2-40B4-BE49-F238E27FC236}">
                <a16:creationId xmlns:a16="http://schemas.microsoft.com/office/drawing/2014/main" id="{84DB028B-A475-224B-B675-A15A56CAD0BF}"/>
              </a:ext>
            </a:extLst>
          </p:cNvPr>
          <p:cNvSpPr/>
          <p:nvPr userDrawn="1"/>
        </p:nvSpPr>
        <p:spPr>
          <a:xfrm flipH="1">
            <a:off x="8597718"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14" name="Bentuk bebas 13">
            <a:extLst>
              <a:ext uri="{FF2B5EF4-FFF2-40B4-BE49-F238E27FC236}">
                <a16:creationId xmlns:a16="http://schemas.microsoft.com/office/drawing/2014/main" id="{61C34955-105B-4D4D-B51D-754C5D38A85D}"/>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15" name="Bentuk bebas 14">
            <a:extLst>
              <a:ext uri="{FF2B5EF4-FFF2-40B4-BE49-F238E27FC236}">
                <a16:creationId xmlns:a16="http://schemas.microsoft.com/office/drawing/2014/main" id="{2734DEB1-EC02-2E42-9292-4ADD115060A5}"/>
              </a:ext>
            </a:extLst>
          </p:cNvPr>
          <p:cNvSpPr/>
          <p:nvPr userDrawn="1"/>
        </p:nvSpPr>
        <p:spPr>
          <a:xfrm rot="5400000" flipH="1" flipV="1">
            <a:off x="10344100" y="438098"/>
            <a:ext cx="2285999" cy="1409801"/>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13" name="Judul 1">
            <a:extLst>
              <a:ext uri="{FF2B5EF4-FFF2-40B4-BE49-F238E27FC236}">
                <a16:creationId xmlns:a16="http://schemas.microsoft.com/office/drawing/2014/main" id="{5E932F0D-7FC3-634B-932C-3625C16C8DE2}"/>
              </a:ext>
            </a:extLst>
          </p:cNvPr>
          <p:cNvSpPr>
            <a:spLocks noGrp="1"/>
          </p:cNvSpPr>
          <p:nvPr>
            <p:ph type="title"/>
          </p:nvPr>
        </p:nvSpPr>
        <p:spPr>
          <a:xfrm>
            <a:off x="1167492" y="381000"/>
            <a:ext cx="9779183" cy="1325563"/>
          </a:xfrm>
        </p:spPr>
        <p:txBody>
          <a:bodyPr rtlCol="0" anchor="b">
            <a:noAutofit/>
          </a:bodyPr>
          <a:lstStyle>
            <a:lvl1pPr>
              <a:defRPr sz="4800" b="1">
                <a:latin typeface="+mj-lt"/>
              </a:defRPr>
            </a:lvl1pPr>
          </a:lstStyle>
          <a:p>
            <a:pPr rtl="0"/>
            <a:r>
              <a:rPr lang="en-US" noProof="0"/>
              <a:t>Click to edit Master title style</a:t>
            </a:r>
            <a:endParaRPr lang="id-ID" noProof="0"/>
          </a:p>
        </p:txBody>
      </p:sp>
      <p:sp>
        <p:nvSpPr>
          <p:cNvPr id="3" name="Tampungan Teks 2">
            <a:extLst>
              <a:ext uri="{FF2B5EF4-FFF2-40B4-BE49-F238E27FC236}">
                <a16:creationId xmlns:a16="http://schemas.microsoft.com/office/drawing/2014/main" id="{2E65DE34-CDB7-41F7-A95A-592B99558C69}"/>
              </a:ext>
            </a:extLst>
          </p:cNvPr>
          <p:cNvSpPr>
            <a:spLocks noGrp="1"/>
          </p:cNvSpPr>
          <p:nvPr>
            <p:ph type="body" idx="1" hasCustomPrompt="1"/>
          </p:nvPr>
        </p:nvSpPr>
        <p:spPr>
          <a:xfrm>
            <a:off x="1167492" y="2653167"/>
            <a:ext cx="9779183" cy="3436483"/>
          </a:xfrm>
        </p:spPr>
        <p:txBody>
          <a:bodyPr rtlCol="0">
            <a:noAutofit/>
          </a:bodyPr>
          <a:lstStyle>
            <a:lvl1pPr marL="0" indent="0">
              <a:lnSpc>
                <a:spcPct val="150000"/>
              </a:lnSpc>
              <a:buNone/>
              <a:defRPr sz="2400">
                <a:solidFill>
                  <a:schemeClr val="bg1"/>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rtl="0"/>
            <a:r>
              <a:rPr lang="id-ID" noProof="0"/>
              <a:t>Klik untuk mengedit gaya teks Master</a:t>
            </a:r>
          </a:p>
        </p:txBody>
      </p:sp>
      <p:sp>
        <p:nvSpPr>
          <p:cNvPr id="4" name="Tampungan Tanggal 3">
            <a:extLst>
              <a:ext uri="{FF2B5EF4-FFF2-40B4-BE49-F238E27FC236}">
                <a16:creationId xmlns:a16="http://schemas.microsoft.com/office/drawing/2014/main" id="{8E95D4F5-F69B-42F6-8A9D-330F696E144B}"/>
              </a:ext>
            </a:extLst>
          </p:cNvPr>
          <p:cNvSpPr>
            <a:spLocks noGrp="1"/>
          </p:cNvSpPr>
          <p:nvPr>
            <p:ph type="dt" sz="half" idx="10"/>
          </p:nvPr>
        </p:nvSpPr>
        <p:spPr/>
        <p:txBody>
          <a:bodyPr rtlCol="0">
            <a:noAutofit/>
          </a:bodyPr>
          <a:lstStyle>
            <a:lvl1pPr>
              <a:defRPr>
                <a:solidFill>
                  <a:schemeClr val="accent2"/>
                </a:solidFill>
                <a:latin typeface="+mn-lt"/>
              </a:defRPr>
            </a:lvl1pPr>
          </a:lstStyle>
          <a:p>
            <a:pPr rtl="0"/>
            <a:fld id="{C66938A1-13E2-4EB3-A9CB-9E58C4A52052}" type="datetime1">
              <a:rPr lang="id-ID" noProof="0" smtClean="0"/>
              <a:t>14/10/2025</a:t>
            </a:fld>
            <a:endParaRPr lang="id-ID" noProof="0"/>
          </a:p>
        </p:txBody>
      </p:sp>
      <p:sp>
        <p:nvSpPr>
          <p:cNvPr id="5" name="Tampungan Kaki 4">
            <a:extLst>
              <a:ext uri="{FF2B5EF4-FFF2-40B4-BE49-F238E27FC236}">
                <a16:creationId xmlns:a16="http://schemas.microsoft.com/office/drawing/2014/main" id="{FA79A23A-2238-4904-8692-9F2DAE8B8FC9}"/>
              </a:ext>
            </a:extLst>
          </p:cNvPr>
          <p:cNvSpPr>
            <a:spLocks noGrp="1"/>
          </p:cNvSpPr>
          <p:nvPr>
            <p:ph type="ftr" sz="quarter" idx="11"/>
          </p:nvPr>
        </p:nvSpPr>
        <p:spPr/>
        <p:txBody>
          <a:bodyPr rtlCol="0">
            <a:noAutofit/>
          </a:bodyPr>
          <a:lstStyle>
            <a:lvl1pPr>
              <a:defRPr>
                <a:solidFill>
                  <a:schemeClr val="accent2"/>
                </a:solidFill>
                <a:latin typeface="+mn-lt"/>
              </a:defRPr>
            </a:lvl1pPr>
          </a:lstStyle>
          <a:p>
            <a:pPr rtl="0"/>
            <a:r>
              <a:rPr lang="id-ID" noProof="0"/>
              <a:t>JUDUL PRESENTASI</a:t>
            </a:r>
          </a:p>
        </p:txBody>
      </p:sp>
      <p:sp>
        <p:nvSpPr>
          <p:cNvPr id="6" name="Tampungan Nomor Slide 5">
            <a:extLst>
              <a:ext uri="{FF2B5EF4-FFF2-40B4-BE49-F238E27FC236}">
                <a16:creationId xmlns:a16="http://schemas.microsoft.com/office/drawing/2014/main" id="{DB69FC35-DDC8-45FB-8ACB-21C15F57C1F1}"/>
              </a:ext>
            </a:extLst>
          </p:cNvPr>
          <p:cNvSpPr>
            <a:spLocks noGrp="1"/>
          </p:cNvSpPr>
          <p:nvPr>
            <p:ph type="sldNum" sz="quarter" idx="12"/>
          </p:nvPr>
        </p:nvSpPr>
        <p:spPr>
          <a:xfrm>
            <a:off x="10206318" y="6356350"/>
            <a:ext cx="1604682" cy="365125"/>
          </a:xfrm>
        </p:spPr>
        <p:txBody>
          <a:bodyPr rtlCol="0">
            <a:noAutofit/>
          </a:bodyPr>
          <a:lstStyle>
            <a:lvl1pPr>
              <a:defRPr>
                <a:solidFill>
                  <a:schemeClr val="accent3"/>
                </a:solidFill>
                <a:latin typeface="+mn-lt"/>
              </a:defRPr>
            </a:lvl1pPr>
          </a:lstStyle>
          <a:p>
            <a:pPr rtl="0"/>
            <a:fld id="{294A09A9-5501-47C1-A89A-A340965A2BE2}" type="slidenum">
              <a:rPr lang="id-ID" noProof="0" smtClean="0"/>
              <a:pPr/>
              <a:t>‹#›</a:t>
            </a:fld>
            <a:endParaRPr lang="id-ID" noProof="0"/>
          </a:p>
        </p:txBody>
      </p:sp>
    </p:spTree>
    <p:extLst>
      <p:ext uri="{BB962C8B-B14F-4D97-AF65-F5344CB8AC3E}">
        <p14:creationId xmlns:p14="http://schemas.microsoft.com/office/powerpoint/2010/main" val="28026350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Judul bagian">
    <p:spTree>
      <p:nvGrpSpPr>
        <p:cNvPr id="1" name=""/>
        <p:cNvGrpSpPr/>
        <p:nvPr/>
      </p:nvGrpSpPr>
      <p:grpSpPr>
        <a:xfrm>
          <a:off x="0" y="0"/>
          <a:ext cx="0" cy="0"/>
          <a:chOff x="0" y="0"/>
          <a:chExt cx="0" cy="0"/>
        </a:xfrm>
      </p:grpSpPr>
      <p:sp>
        <p:nvSpPr>
          <p:cNvPr id="23" name="Bentuk bebas 22">
            <a:extLst>
              <a:ext uri="{FF2B5EF4-FFF2-40B4-BE49-F238E27FC236}">
                <a16:creationId xmlns:a16="http://schemas.microsoft.com/office/drawing/2014/main" id="{067EACEC-C2DD-EA42-8504-176673AD1F20}"/>
              </a:ext>
            </a:extLst>
          </p:cNvPr>
          <p:cNvSpPr/>
          <p:nvPr userDrawn="1"/>
        </p:nvSpPr>
        <p:spPr>
          <a:xfrm>
            <a:off x="0" y="0"/>
            <a:ext cx="8025490" cy="6858000"/>
          </a:xfrm>
          <a:custGeom>
            <a:avLst/>
            <a:gdLst>
              <a:gd name="connsiteX0" fmla="*/ 0 w 8025490"/>
              <a:gd name="connsiteY0" fmla="*/ 0 h 6858000"/>
              <a:gd name="connsiteX1" fmla="*/ 4596490 w 8025490"/>
              <a:gd name="connsiteY1" fmla="*/ 0 h 6858000"/>
              <a:gd name="connsiteX2" fmla="*/ 8025490 w 8025490"/>
              <a:gd name="connsiteY2" fmla="*/ 3429000 h 6858000"/>
              <a:gd name="connsiteX3" fmla="*/ 4596490 w 8025490"/>
              <a:gd name="connsiteY3" fmla="*/ 6858000 h 6858000"/>
              <a:gd name="connsiteX4" fmla="*/ 0 w 8025490"/>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490" h="6858000">
                <a:moveTo>
                  <a:pt x="0" y="0"/>
                </a:moveTo>
                <a:lnTo>
                  <a:pt x="4596490" y="0"/>
                </a:lnTo>
                <a:cubicBezTo>
                  <a:pt x="6490274" y="0"/>
                  <a:pt x="8025490" y="1535216"/>
                  <a:pt x="8025490" y="3429000"/>
                </a:cubicBezTo>
                <a:cubicBezTo>
                  <a:pt x="8025490" y="5322784"/>
                  <a:pt x="6490274" y="6858000"/>
                  <a:pt x="4596490" y="6858000"/>
                </a:cubicBezTo>
                <a:lnTo>
                  <a:pt x="0" y="685800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2" name="Judul 1">
            <a:extLst>
              <a:ext uri="{FF2B5EF4-FFF2-40B4-BE49-F238E27FC236}">
                <a16:creationId xmlns:a16="http://schemas.microsoft.com/office/drawing/2014/main" id="{494248F2-5264-4601-AA0B-6C092F77F2DD}"/>
              </a:ext>
            </a:extLst>
          </p:cNvPr>
          <p:cNvSpPr>
            <a:spLocks noGrp="1"/>
          </p:cNvSpPr>
          <p:nvPr>
            <p:ph type="ctrTitle"/>
          </p:nvPr>
        </p:nvSpPr>
        <p:spPr>
          <a:xfrm>
            <a:off x="1167494" y="1059400"/>
            <a:ext cx="6245912" cy="2387600"/>
          </a:xfrm>
        </p:spPr>
        <p:txBody>
          <a:bodyPr rtlCol="0" anchor="b">
            <a:noAutofit/>
          </a:bodyPr>
          <a:lstStyle>
            <a:lvl1pPr algn="l">
              <a:defRPr sz="6000" b="1">
                <a:solidFill>
                  <a:schemeClr val="bg1"/>
                </a:solidFill>
                <a:latin typeface="+mj-lt"/>
              </a:defRPr>
            </a:lvl1pPr>
          </a:lstStyle>
          <a:p>
            <a:pPr rtl="0"/>
            <a:r>
              <a:rPr lang="en-US" noProof="0"/>
              <a:t>Click to edit Master title style</a:t>
            </a:r>
            <a:endParaRPr lang="id-ID" noProof="0"/>
          </a:p>
        </p:txBody>
      </p:sp>
      <p:sp>
        <p:nvSpPr>
          <p:cNvPr id="3" name="Subjudul 2">
            <a:extLst>
              <a:ext uri="{FF2B5EF4-FFF2-40B4-BE49-F238E27FC236}">
                <a16:creationId xmlns:a16="http://schemas.microsoft.com/office/drawing/2014/main" id="{DCFB69D3-5632-4285-A209-9DCA67DA668C}"/>
              </a:ext>
            </a:extLst>
          </p:cNvPr>
          <p:cNvSpPr>
            <a:spLocks noGrp="1"/>
          </p:cNvSpPr>
          <p:nvPr>
            <p:ph type="subTitle" idx="1"/>
          </p:nvPr>
        </p:nvSpPr>
        <p:spPr>
          <a:xfrm>
            <a:off x="1167494" y="3539075"/>
            <a:ext cx="6245912" cy="1406101"/>
          </a:xfrm>
        </p:spPr>
        <p:txBody>
          <a:bodyPr rtlCol="0">
            <a:noAutofit/>
          </a:bodyPr>
          <a:lstStyle>
            <a:lvl1pPr marL="0" indent="0" algn="l">
              <a:buNone/>
              <a:defRPr sz="3200">
                <a:solidFill>
                  <a:schemeClr val="bg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rtl="0"/>
            <a:r>
              <a:rPr lang="en-US" noProof="0"/>
              <a:t>Click to edit Master subtitle style</a:t>
            </a:r>
            <a:endParaRPr lang="id-ID" noProof="0"/>
          </a:p>
        </p:txBody>
      </p:sp>
      <p:grpSp>
        <p:nvGrpSpPr>
          <p:cNvPr id="6" name="Grup 5">
            <a:extLst>
              <a:ext uri="{FF2B5EF4-FFF2-40B4-BE49-F238E27FC236}">
                <a16:creationId xmlns:a16="http://schemas.microsoft.com/office/drawing/2014/main" id="{89843C7E-5704-7A46-8974-F3BFA42E7310}"/>
              </a:ext>
            </a:extLst>
          </p:cNvPr>
          <p:cNvGrpSpPr/>
          <p:nvPr userDrawn="1"/>
        </p:nvGrpSpPr>
        <p:grpSpPr>
          <a:xfrm rot="16200000">
            <a:off x="8286528" y="2207195"/>
            <a:ext cx="3032351" cy="2443610"/>
            <a:chOff x="9857014" y="13834"/>
            <a:chExt cx="2334986" cy="1881641"/>
          </a:xfrm>
        </p:grpSpPr>
        <p:sp>
          <p:nvSpPr>
            <p:cNvPr id="15" name="Bentuk bebas 14">
              <a:extLst>
                <a:ext uri="{FF2B5EF4-FFF2-40B4-BE49-F238E27FC236}">
                  <a16:creationId xmlns:a16="http://schemas.microsoft.com/office/drawing/2014/main" id="{EFBF1E52-11FA-DC48-B7AD-75734232FFE8}"/>
                </a:ext>
              </a:extLst>
            </p:cNvPr>
            <p:cNvSpPr/>
            <p:nvPr userDrawn="1"/>
          </p:nvSpPr>
          <p:spPr>
            <a:xfrm rot="5400000" flipH="1" flipV="1">
              <a:off x="10667433"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16" name="Bentuk bebas 15">
              <a:extLst>
                <a:ext uri="{FF2B5EF4-FFF2-40B4-BE49-F238E27FC236}">
                  <a16:creationId xmlns:a16="http://schemas.microsoft.com/office/drawing/2014/main" id="{4850B620-49F5-3748-84AF-682555D52792}"/>
                </a:ext>
              </a:extLst>
            </p:cNvPr>
            <p:cNvSpPr/>
            <p:nvPr userDrawn="1"/>
          </p:nvSpPr>
          <p:spPr>
            <a:xfrm rot="16200000" flipV="1">
              <a:off x="9499940"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grpSp>
      <p:sp>
        <p:nvSpPr>
          <p:cNvPr id="17" name="Bentuk bebas 16">
            <a:extLst>
              <a:ext uri="{FF2B5EF4-FFF2-40B4-BE49-F238E27FC236}">
                <a16:creationId xmlns:a16="http://schemas.microsoft.com/office/drawing/2014/main" id="{0B179973-08D2-EF40-B516-35E75E906394}"/>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18" name="Bentuk bebas 17">
            <a:extLst>
              <a:ext uri="{FF2B5EF4-FFF2-40B4-BE49-F238E27FC236}">
                <a16:creationId xmlns:a16="http://schemas.microsoft.com/office/drawing/2014/main" id="{6C811FF3-E48A-194D-8022-65F8C3A17449}"/>
              </a:ext>
            </a:extLst>
          </p:cNvPr>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Tree>
    <p:extLst>
      <p:ext uri="{BB962C8B-B14F-4D97-AF65-F5344CB8AC3E}">
        <p14:creationId xmlns:p14="http://schemas.microsoft.com/office/powerpoint/2010/main" val="98652940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Grafik">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3CD97974-B93C-4C96-B3F6-F69E3D6DE6CA}"/>
              </a:ext>
            </a:extLst>
          </p:cNvPr>
          <p:cNvSpPr>
            <a:spLocks noGrp="1"/>
          </p:cNvSpPr>
          <p:nvPr>
            <p:ph type="title"/>
          </p:nvPr>
        </p:nvSpPr>
        <p:spPr>
          <a:xfrm>
            <a:off x="1167492" y="381000"/>
            <a:ext cx="9779183" cy="1325563"/>
          </a:xfrm>
        </p:spPr>
        <p:txBody>
          <a:bodyPr rtlCol="0" anchor="b">
            <a:noAutofit/>
          </a:bodyPr>
          <a:lstStyle>
            <a:lvl1pPr>
              <a:defRPr sz="4800" b="1">
                <a:latin typeface="+mj-lt"/>
              </a:defRPr>
            </a:lvl1pPr>
          </a:lstStyle>
          <a:p>
            <a:pPr rtl="0"/>
            <a:r>
              <a:rPr lang="en-US" noProof="0"/>
              <a:t>Click to edit Master title style</a:t>
            </a:r>
            <a:endParaRPr lang="id-ID" noProof="0"/>
          </a:p>
        </p:txBody>
      </p:sp>
      <p:sp>
        <p:nvSpPr>
          <p:cNvPr id="3" name="Tampungan Konten 2">
            <a:extLst>
              <a:ext uri="{FF2B5EF4-FFF2-40B4-BE49-F238E27FC236}">
                <a16:creationId xmlns:a16="http://schemas.microsoft.com/office/drawing/2014/main" id="{8A6FC6F2-80B4-49A7-9448-33FE2DF0E967}"/>
              </a:ext>
            </a:extLst>
          </p:cNvPr>
          <p:cNvSpPr>
            <a:spLocks noGrp="1"/>
          </p:cNvSpPr>
          <p:nvPr>
            <p:ph idx="1" hasCustomPrompt="1"/>
          </p:nvPr>
        </p:nvSpPr>
        <p:spPr>
          <a:xfrm>
            <a:off x="1167493" y="2087561"/>
            <a:ext cx="9779182" cy="3366815"/>
          </a:xfrm>
        </p:spPr>
        <p:txBody>
          <a:bodyPr rtlCol="0">
            <a:noAutofit/>
          </a:bodyPr>
          <a:lstStyle>
            <a:lvl1pPr marL="0" indent="0">
              <a:buNone/>
              <a:defRPr>
                <a:latin typeface="+mn-lt"/>
              </a:defRPr>
            </a:lvl1pPr>
            <a:lvl2pPr marL="457200" indent="0">
              <a:buNone/>
              <a:defRPr>
                <a:latin typeface="+mn-lt"/>
              </a:defRPr>
            </a:lvl2pPr>
            <a:lvl3pPr marL="914400" indent="0">
              <a:buNone/>
              <a:defRPr>
                <a:latin typeface="+mn-lt"/>
              </a:defRPr>
            </a:lvl3pPr>
            <a:lvl4pPr marL="1371600" indent="0">
              <a:buNone/>
              <a:defRPr>
                <a:latin typeface="+mn-lt"/>
              </a:defRPr>
            </a:lvl4pPr>
            <a:lvl5pPr marL="1828800" indent="0">
              <a:buNone/>
              <a:defRPr>
                <a:latin typeface="+mn-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4" name="Bentuk bebas 3">
            <a:extLst>
              <a:ext uri="{FF2B5EF4-FFF2-40B4-BE49-F238E27FC236}">
                <a16:creationId xmlns:a16="http://schemas.microsoft.com/office/drawing/2014/main" id="{6A7F6A3F-E1DD-A246-9A6D-5F9B18BA2588}"/>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5" name="Bentuk bebas 4">
            <a:extLst>
              <a:ext uri="{FF2B5EF4-FFF2-40B4-BE49-F238E27FC236}">
                <a16:creationId xmlns:a16="http://schemas.microsoft.com/office/drawing/2014/main" id="{055FD0FC-C8FF-6741-A364-A29CDC6F9495}"/>
              </a:ext>
            </a:extLst>
          </p:cNvPr>
          <p:cNvSpPr/>
          <p:nvPr userDrawn="1"/>
        </p:nvSpPr>
        <p:spPr>
          <a:xfrm rot="5400000" flipH="1">
            <a:off x="1"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10" name="Tampungan Tanggal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1701018" cy="365125"/>
          </a:xfrm>
          <a:prstGeom prst="rect">
            <a:avLst/>
          </a:prstGeom>
        </p:spPr>
        <p:txBody>
          <a:bodyPr vert="horz" lIns="91440" tIns="45720" rIns="91440" bIns="45720" rtlCol="0" anchor="ctr">
            <a:noAutofit/>
          </a:bodyPr>
          <a:lstStyle>
            <a:lvl1pPr algn="l">
              <a:defRPr sz="1200">
                <a:solidFill>
                  <a:schemeClr val="accent2"/>
                </a:solidFill>
                <a:latin typeface="+mn-lt"/>
              </a:defRPr>
            </a:lvl1pPr>
          </a:lstStyle>
          <a:p>
            <a:pPr rtl="0"/>
            <a:fld id="{8E39C280-D1CE-4C14-BB73-A42EFC7AA47C}" type="datetime1">
              <a:rPr lang="id-ID" noProof="0" smtClean="0"/>
              <a:t>14/10/2025</a:t>
            </a:fld>
            <a:endParaRPr lang="id-ID" noProof="0"/>
          </a:p>
        </p:txBody>
      </p:sp>
      <p:sp>
        <p:nvSpPr>
          <p:cNvPr id="11" name="Tampungan Kaki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pPr rtl="0"/>
            <a:r>
              <a:rPr lang="id-ID" noProof="0"/>
              <a:t>JUDUL PRESENTASI</a:t>
            </a:r>
          </a:p>
        </p:txBody>
      </p:sp>
      <p:sp>
        <p:nvSpPr>
          <p:cNvPr id="12" name="Tampungan Nomor Slide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3"/>
                </a:solidFill>
                <a:latin typeface="+mn-lt"/>
              </a:defRPr>
            </a:lvl1pPr>
          </a:lstStyle>
          <a:p>
            <a:pPr rtl="0"/>
            <a:fld id="{294A09A9-5501-47C1-A89A-A340965A2BE2}" type="slidenum">
              <a:rPr lang="id-ID" noProof="0" smtClean="0"/>
              <a:pPr/>
              <a:t>‹#›</a:t>
            </a:fld>
            <a:endParaRPr lang="id-ID" noProof="0"/>
          </a:p>
        </p:txBody>
      </p:sp>
    </p:spTree>
    <p:extLst>
      <p:ext uri="{BB962C8B-B14F-4D97-AF65-F5344CB8AC3E}">
        <p14:creationId xmlns:p14="http://schemas.microsoft.com/office/powerpoint/2010/main" val="3697818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Bagan 2">
    <p:bg>
      <p:bgPr>
        <a:solidFill>
          <a:schemeClr val="accent2"/>
        </a:solidFill>
        <a:effectLst/>
      </p:bgPr>
    </p:bg>
    <p:spTree>
      <p:nvGrpSpPr>
        <p:cNvPr id="1" name=""/>
        <p:cNvGrpSpPr/>
        <p:nvPr/>
      </p:nvGrpSpPr>
      <p:grpSpPr>
        <a:xfrm>
          <a:off x="0" y="0"/>
          <a:ext cx="0" cy="0"/>
          <a:chOff x="0" y="0"/>
          <a:chExt cx="0" cy="0"/>
        </a:xfrm>
      </p:grpSpPr>
      <p:grpSp>
        <p:nvGrpSpPr>
          <p:cNvPr id="9" name="Grup 8">
            <a:extLst>
              <a:ext uri="{FF2B5EF4-FFF2-40B4-BE49-F238E27FC236}">
                <a16:creationId xmlns:a16="http://schemas.microsoft.com/office/drawing/2014/main" id="{ABA2A58C-57B7-834C-8F5C-3299322411B1}"/>
              </a:ext>
            </a:extLst>
          </p:cNvPr>
          <p:cNvGrpSpPr/>
          <p:nvPr userDrawn="1"/>
        </p:nvGrpSpPr>
        <p:grpSpPr>
          <a:xfrm rot="16200000">
            <a:off x="10772262" y="152641"/>
            <a:ext cx="1572380" cy="1267097"/>
            <a:chOff x="7413403" y="4976359"/>
            <a:chExt cx="2334986" cy="1881641"/>
          </a:xfrm>
        </p:grpSpPr>
        <p:sp>
          <p:nvSpPr>
            <p:cNvPr id="13" name="Bentuk bebas 12">
              <a:extLst>
                <a:ext uri="{FF2B5EF4-FFF2-40B4-BE49-F238E27FC236}">
                  <a16:creationId xmlns:a16="http://schemas.microsoft.com/office/drawing/2014/main" id="{801D8067-144A-FE48-AF1E-529B662DCAD3}"/>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14" name="Bentuk bebas 13">
              <a:extLst>
                <a:ext uri="{FF2B5EF4-FFF2-40B4-BE49-F238E27FC236}">
                  <a16:creationId xmlns:a16="http://schemas.microsoft.com/office/drawing/2014/main" id="{2ECA7D87-C78C-C140-AA28-C0FB20209045}"/>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grpSp>
      <p:sp>
        <p:nvSpPr>
          <p:cNvPr id="2" name="Judul 1">
            <a:extLst>
              <a:ext uri="{FF2B5EF4-FFF2-40B4-BE49-F238E27FC236}">
                <a16:creationId xmlns:a16="http://schemas.microsoft.com/office/drawing/2014/main" id="{3CD97974-B93C-4C96-B3F6-F69E3D6DE6CA}"/>
              </a:ext>
            </a:extLst>
          </p:cNvPr>
          <p:cNvSpPr>
            <a:spLocks noGrp="1"/>
          </p:cNvSpPr>
          <p:nvPr>
            <p:ph type="title"/>
          </p:nvPr>
        </p:nvSpPr>
        <p:spPr>
          <a:xfrm>
            <a:off x="1167492" y="381000"/>
            <a:ext cx="9779183" cy="1325563"/>
          </a:xfrm>
        </p:spPr>
        <p:txBody>
          <a:bodyPr rtlCol="0" anchor="b">
            <a:noAutofit/>
          </a:bodyPr>
          <a:lstStyle>
            <a:lvl1pPr>
              <a:defRPr sz="4800" b="1">
                <a:latin typeface="+mj-lt"/>
              </a:defRPr>
            </a:lvl1pPr>
          </a:lstStyle>
          <a:p>
            <a:pPr rtl="0"/>
            <a:r>
              <a:rPr lang="en-US" noProof="0"/>
              <a:t>Click to edit Master title style</a:t>
            </a:r>
            <a:endParaRPr lang="id-ID" noProof="0"/>
          </a:p>
        </p:txBody>
      </p:sp>
      <p:sp>
        <p:nvSpPr>
          <p:cNvPr id="3" name="Tampungan Konten 2">
            <a:extLst>
              <a:ext uri="{FF2B5EF4-FFF2-40B4-BE49-F238E27FC236}">
                <a16:creationId xmlns:a16="http://schemas.microsoft.com/office/drawing/2014/main" id="{8A6FC6F2-80B4-49A7-9448-33FE2DF0E967}"/>
              </a:ext>
            </a:extLst>
          </p:cNvPr>
          <p:cNvSpPr>
            <a:spLocks noGrp="1"/>
          </p:cNvSpPr>
          <p:nvPr>
            <p:ph idx="1" hasCustomPrompt="1"/>
          </p:nvPr>
        </p:nvSpPr>
        <p:spPr>
          <a:xfrm>
            <a:off x="1167493" y="2087563"/>
            <a:ext cx="9779182" cy="3366813"/>
          </a:xfrm>
        </p:spPr>
        <p:txBody>
          <a:bodyPr rtlCol="0">
            <a:noAutofit/>
          </a:bodyPr>
          <a:lstStyle>
            <a:lvl1pPr marL="0" indent="0">
              <a:buNone/>
              <a:defRPr>
                <a:latin typeface="+mn-lt"/>
              </a:defRPr>
            </a:lvl1pPr>
            <a:lvl2pPr marL="457200" indent="0">
              <a:buNone/>
              <a:defRPr>
                <a:latin typeface="+mn-lt"/>
              </a:defRPr>
            </a:lvl2pPr>
            <a:lvl3pPr marL="914400" indent="0">
              <a:buNone/>
              <a:defRPr>
                <a:latin typeface="+mn-lt"/>
              </a:defRPr>
            </a:lvl3pPr>
            <a:lvl4pPr marL="1371600" indent="0">
              <a:buNone/>
              <a:defRPr>
                <a:latin typeface="+mn-lt"/>
              </a:defRPr>
            </a:lvl4pPr>
            <a:lvl5pPr marL="1828800" indent="0">
              <a:buNone/>
              <a:defRPr>
                <a:latin typeface="+mn-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10" name="Tampungan Tanggal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1701018"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pPr rtl="0"/>
            <a:fld id="{7CF46B1F-6981-4F1A-BBFE-32021A818C89}" type="datetime1">
              <a:rPr lang="id-ID" noProof="0" smtClean="0"/>
              <a:t>14/10/2025</a:t>
            </a:fld>
            <a:endParaRPr lang="id-ID" noProof="0"/>
          </a:p>
        </p:txBody>
      </p:sp>
      <p:sp>
        <p:nvSpPr>
          <p:cNvPr id="11" name="Tampungan Kaki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pPr rtl="0"/>
            <a:r>
              <a:rPr lang="id-ID" noProof="0"/>
              <a:t>JUDUL PRESENTASI</a:t>
            </a:r>
          </a:p>
        </p:txBody>
      </p:sp>
      <p:sp>
        <p:nvSpPr>
          <p:cNvPr id="12" name="Tampungan Nomor Slide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3"/>
                </a:solidFill>
                <a:latin typeface="+mn-lt"/>
              </a:defRPr>
            </a:lvl1pPr>
          </a:lstStyle>
          <a:p>
            <a:pPr rtl="0"/>
            <a:fld id="{294A09A9-5501-47C1-A89A-A340965A2BE2}" type="slidenum">
              <a:rPr lang="id-ID" noProof="0" smtClean="0"/>
              <a:pPr/>
              <a:t>‹#›</a:t>
            </a:fld>
            <a:endParaRPr lang="id-ID" noProof="0"/>
          </a:p>
        </p:txBody>
      </p:sp>
    </p:spTree>
    <p:extLst>
      <p:ext uri="{BB962C8B-B14F-4D97-AF65-F5344CB8AC3E}">
        <p14:creationId xmlns:p14="http://schemas.microsoft.com/office/powerpoint/2010/main" val="31909451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Kutipan">
    <p:bg>
      <p:bgPr>
        <a:solidFill>
          <a:schemeClr val="accent1"/>
        </a:solidFill>
        <a:effectLst/>
      </p:bgPr>
    </p:bg>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20B5ED18-7A07-47F1-8056-CD86B076AFE2}"/>
              </a:ext>
            </a:extLst>
          </p:cNvPr>
          <p:cNvSpPr>
            <a:spLocks noGrp="1"/>
          </p:cNvSpPr>
          <p:nvPr>
            <p:ph type="title"/>
          </p:nvPr>
        </p:nvSpPr>
        <p:spPr>
          <a:xfrm>
            <a:off x="1798721" y="1684338"/>
            <a:ext cx="8594558" cy="2810460"/>
          </a:xfrm>
        </p:spPr>
        <p:txBody>
          <a:bodyPr rtlCol="0">
            <a:noAutofit/>
          </a:bodyPr>
          <a:lstStyle>
            <a:lvl1pPr algn="ctr">
              <a:lnSpc>
                <a:spcPct val="100000"/>
              </a:lnSpc>
              <a:defRPr sz="4600">
                <a:solidFill>
                  <a:schemeClr val="bg1"/>
                </a:solidFill>
                <a:latin typeface="+mj-lt"/>
              </a:defRPr>
            </a:lvl1pPr>
          </a:lstStyle>
          <a:p>
            <a:pPr rtl="0"/>
            <a:r>
              <a:rPr lang="en-US" noProof="0"/>
              <a:t>Click to edit Master title style</a:t>
            </a:r>
            <a:endParaRPr lang="id-ID" noProof="0"/>
          </a:p>
        </p:txBody>
      </p:sp>
      <p:sp>
        <p:nvSpPr>
          <p:cNvPr id="8" name="Tampungan Teks 7">
            <a:extLst>
              <a:ext uri="{FF2B5EF4-FFF2-40B4-BE49-F238E27FC236}">
                <a16:creationId xmlns:a16="http://schemas.microsoft.com/office/drawing/2014/main" id="{4C91C146-F9A8-9A4C-9508-8590923B8D9A}"/>
              </a:ext>
            </a:extLst>
          </p:cNvPr>
          <p:cNvSpPr>
            <a:spLocks noGrp="1"/>
          </p:cNvSpPr>
          <p:nvPr>
            <p:ph type="body" sz="quarter" idx="13" hasCustomPrompt="1"/>
          </p:nvPr>
        </p:nvSpPr>
        <p:spPr>
          <a:xfrm>
            <a:off x="381000" y="519405"/>
            <a:ext cx="1364297" cy="1094521"/>
          </a:xfrm>
        </p:spPr>
        <p:txBody>
          <a:bodyPr rtlCol="0">
            <a:noAutofit/>
          </a:bodyPr>
          <a:lstStyle>
            <a:lvl1pPr marL="0" indent="0" algn="ctr">
              <a:buNone/>
              <a:defRPr sz="23900" b="1">
                <a:solidFill>
                  <a:schemeClr val="accent1">
                    <a:lumMod val="75000"/>
                  </a:schemeClr>
                </a:solidFill>
                <a:latin typeface="Tenorite" pitchFamily="2" charset="0"/>
              </a:defRPr>
            </a:lvl1pPr>
            <a:lvl2pPr marL="457200" indent="0">
              <a:buNone/>
              <a:defRPr b="1">
                <a:solidFill>
                  <a:schemeClr val="bg1"/>
                </a:solidFill>
                <a:latin typeface="Tenorite" pitchFamily="2" charset="0"/>
              </a:defRPr>
            </a:lvl2pPr>
            <a:lvl3pPr marL="914400" indent="0">
              <a:buNone/>
              <a:defRPr b="1">
                <a:solidFill>
                  <a:schemeClr val="bg1"/>
                </a:solidFill>
                <a:latin typeface="Tenorite" pitchFamily="2" charset="0"/>
              </a:defRPr>
            </a:lvl3pPr>
            <a:lvl4pPr marL="1371600" indent="0">
              <a:buNone/>
              <a:defRPr b="1">
                <a:solidFill>
                  <a:schemeClr val="bg1"/>
                </a:solidFill>
                <a:latin typeface="Tenorite" pitchFamily="2" charset="0"/>
              </a:defRPr>
            </a:lvl4pPr>
            <a:lvl5pPr marL="1828800" indent="0">
              <a:buNone/>
              <a:defRPr b="1">
                <a:solidFill>
                  <a:schemeClr val="bg1"/>
                </a:solidFill>
                <a:latin typeface="Tenorite" pitchFamily="2" charset="0"/>
              </a:defRPr>
            </a:lvl5pPr>
          </a:lstStyle>
          <a:p>
            <a:pPr lvl="0" rtl="0"/>
            <a:r>
              <a:rPr lang="id-ID" noProof="0"/>
              <a:t>“</a:t>
            </a:r>
          </a:p>
        </p:txBody>
      </p:sp>
      <p:sp>
        <p:nvSpPr>
          <p:cNvPr id="10" name="Tampungan Teks 9">
            <a:extLst>
              <a:ext uri="{FF2B5EF4-FFF2-40B4-BE49-F238E27FC236}">
                <a16:creationId xmlns:a16="http://schemas.microsoft.com/office/drawing/2014/main" id="{322D6C2B-78AC-DD47-9289-067C968B06C1}"/>
              </a:ext>
            </a:extLst>
          </p:cNvPr>
          <p:cNvSpPr>
            <a:spLocks noGrp="1"/>
          </p:cNvSpPr>
          <p:nvPr>
            <p:ph type="body" sz="quarter" idx="14" hasCustomPrompt="1"/>
          </p:nvPr>
        </p:nvSpPr>
        <p:spPr>
          <a:xfrm>
            <a:off x="6881813" y="4494213"/>
            <a:ext cx="3511550" cy="679450"/>
          </a:xfrm>
        </p:spPr>
        <p:txBody>
          <a:bodyPr rtlCol="0">
            <a:noAutofit/>
          </a:bodyPr>
          <a:lstStyle>
            <a:lvl1pPr marL="0" indent="0" algn="r">
              <a:buNone/>
              <a:defRPr sz="2000">
                <a:solidFill>
                  <a:schemeClr val="bg1"/>
                </a:solidFill>
                <a:latin typeface="+mn-lt"/>
              </a:defRPr>
            </a:lvl1pPr>
            <a:lvl2pPr marL="457200" indent="0" algn="r">
              <a:buNone/>
              <a:defRPr sz="1800">
                <a:solidFill>
                  <a:schemeClr val="bg1"/>
                </a:solidFill>
                <a:latin typeface="Tenorite" pitchFamily="2" charset="0"/>
              </a:defRPr>
            </a:lvl2pPr>
            <a:lvl3pPr marL="914400" indent="0" algn="r">
              <a:buNone/>
              <a:defRPr sz="1600">
                <a:solidFill>
                  <a:schemeClr val="bg1"/>
                </a:solidFill>
                <a:latin typeface="Tenorite" pitchFamily="2" charset="0"/>
              </a:defRPr>
            </a:lvl3pPr>
            <a:lvl4pPr marL="1371600" indent="0" algn="r">
              <a:buNone/>
              <a:defRPr sz="1400">
                <a:solidFill>
                  <a:schemeClr val="bg1"/>
                </a:solidFill>
                <a:latin typeface="Tenorite" pitchFamily="2" charset="0"/>
              </a:defRPr>
            </a:lvl4pPr>
            <a:lvl5pPr marL="1828800" indent="0" algn="r">
              <a:buNone/>
              <a:defRPr sz="1400">
                <a:solidFill>
                  <a:schemeClr val="bg1"/>
                </a:solidFill>
                <a:latin typeface="Tenorite" pitchFamily="2" charset="0"/>
              </a:defRPr>
            </a:lvl5pPr>
          </a:lstStyle>
          <a:p>
            <a:pPr lvl="0" rtl="0"/>
            <a:r>
              <a:rPr lang="id-ID" noProof="0"/>
              <a:t>Klik untuk mengedit gaya teks Master</a:t>
            </a:r>
          </a:p>
        </p:txBody>
      </p:sp>
      <p:sp>
        <p:nvSpPr>
          <p:cNvPr id="9" name="Tampungan Teks 7">
            <a:extLst>
              <a:ext uri="{FF2B5EF4-FFF2-40B4-BE49-F238E27FC236}">
                <a16:creationId xmlns:a16="http://schemas.microsoft.com/office/drawing/2014/main" id="{612193CD-03AD-D74D-A5CD-747A9B53F49A}"/>
              </a:ext>
            </a:extLst>
          </p:cNvPr>
          <p:cNvSpPr>
            <a:spLocks noGrp="1"/>
          </p:cNvSpPr>
          <p:nvPr>
            <p:ph type="body" sz="quarter" idx="15" hasCustomPrompt="1"/>
          </p:nvPr>
        </p:nvSpPr>
        <p:spPr>
          <a:xfrm>
            <a:off x="10609104" y="3399692"/>
            <a:ext cx="1364297" cy="1094521"/>
          </a:xfrm>
        </p:spPr>
        <p:txBody>
          <a:bodyPr rtlCol="0">
            <a:noAutofit/>
          </a:bodyPr>
          <a:lstStyle>
            <a:lvl1pPr marL="0" indent="0" algn="ctr">
              <a:buNone/>
              <a:defRPr sz="23900" b="1">
                <a:solidFill>
                  <a:schemeClr val="accent1">
                    <a:lumMod val="75000"/>
                  </a:schemeClr>
                </a:solidFill>
                <a:latin typeface="Tenorite" pitchFamily="2" charset="0"/>
              </a:defRPr>
            </a:lvl1pPr>
            <a:lvl2pPr marL="457200" indent="0">
              <a:buNone/>
              <a:defRPr b="1">
                <a:solidFill>
                  <a:schemeClr val="bg1"/>
                </a:solidFill>
                <a:latin typeface="Tenorite" pitchFamily="2" charset="0"/>
              </a:defRPr>
            </a:lvl2pPr>
            <a:lvl3pPr marL="914400" indent="0">
              <a:buNone/>
              <a:defRPr b="1">
                <a:solidFill>
                  <a:schemeClr val="bg1"/>
                </a:solidFill>
                <a:latin typeface="Tenorite" pitchFamily="2" charset="0"/>
              </a:defRPr>
            </a:lvl3pPr>
            <a:lvl4pPr marL="1371600" indent="0">
              <a:buNone/>
              <a:defRPr b="1">
                <a:solidFill>
                  <a:schemeClr val="bg1"/>
                </a:solidFill>
                <a:latin typeface="Tenorite" pitchFamily="2" charset="0"/>
              </a:defRPr>
            </a:lvl4pPr>
            <a:lvl5pPr marL="1828800" indent="0">
              <a:buNone/>
              <a:defRPr b="1">
                <a:solidFill>
                  <a:schemeClr val="bg1"/>
                </a:solidFill>
                <a:latin typeface="Tenorite" pitchFamily="2" charset="0"/>
              </a:defRPr>
            </a:lvl5pPr>
          </a:lstStyle>
          <a:p>
            <a:pPr lvl="0" rtl="0"/>
            <a:r>
              <a:rPr lang="id-ID" noProof="0"/>
              <a:t>”</a:t>
            </a:r>
          </a:p>
        </p:txBody>
      </p:sp>
      <p:sp>
        <p:nvSpPr>
          <p:cNvPr id="3" name="Tampungan Tanggal 2">
            <a:extLst>
              <a:ext uri="{FF2B5EF4-FFF2-40B4-BE49-F238E27FC236}">
                <a16:creationId xmlns:a16="http://schemas.microsoft.com/office/drawing/2014/main" id="{A0C71211-4520-46A1-9487-4AE49C3239EF}"/>
              </a:ext>
            </a:extLst>
          </p:cNvPr>
          <p:cNvSpPr>
            <a:spLocks noGrp="1"/>
          </p:cNvSpPr>
          <p:nvPr>
            <p:ph type="dt" sz="half" idx="10"/>
          </p:nvPr>
        </p:nvSpPr>
        <p:spPr/>
        <p:txBody>
          <a:bodyPr rtlCol="0">
            <a:noAutofit/>
          </a:bodyPr>
          <a:lstStyle>
            <a:lvl1pPr>
              <a:defRPr>
                <a:solidFill>
                  <a:schemeClr val="accent2"/>
                </a:solidFill>
                <a:latin typeface="+mn-lt"/>
              </a:defRPr>
            </a:lvl1pPr>
          </a:lstStyle>
          <a:p>
            <a:pPr rtl="0"/>
            <a:fld id="{84E9CC79-66B9-422C-A06E-4D4DCD64D4AF}" type="datetime1">
              <a:rPr lang="id-ID" noProof="0" smtClean="0"/>
              <a:t>14/10/2025</a:t>
            </a:fld>
            <a:endParaRPr lang="id-ID" noProof="0"/>
          </a:p>
        </p:txBody>
      </p:sp>
      <p:sp>
        <p:nvSpPr>
          <p:cNvPr id="4" name="Tampungan Kaki 3">
            <a:extLst>
              <a:ext uri="{FF2B5EF4-FFF2-40B4-BE49-F238E27FC236}">
                <a16:creationId xmlns:a16="http://schemas.microsoft.com/office/drawing/2014/main" id="{96356206-85FD-45F5-A1F7-128DB34C860F}"/>
              </a:ext>
            </a:extLst>
          </p:cNvPr>
          <p:cNvSpPr>
            <a:spLocks noGrp="1"/>
          </p:cNvSpPr>
          <p:nvPr>
            <p:ph type="ftr" sz="quarter" idx="11"/>
          </p:nvPr>
        </p:nvSpPr>
        <p:spPr/>
        <p:txBody>
          <a:bodyPr rtlCol="0">
            <a:noAutofit/>
          </a:bodyPr>
          <a:lstStyle>
            <a:lvl1pPr>
              <a:defRPr>
                <a:solidFill>
                  <a:schemeClr val="accent2"/>
                </a:solidFill>
                <a:latin typeface="+mn-lt"/>
              </a:defRPr>
            </a:lvl1pPr>
          </a:lstStyle>
          <a:p>
            <a:pPr rtl="0"/>
            <a:r>
              <a:rPr lang="id-ID" noProof="0"/>
              <a:t>JUDUL PRESENTASI</a:t>
            </a:r>
          </a:p>
        </p:txBody>
      </p:sp>
      <p:sp>
        <p:nvSpPr>
          <p:cNvPr id="5" name="Tampungan Nomor Slide 4">
            <a:extLst>
              <a:ext uri="{FF2B5EF4-FFF2-40B4-BE49-F238E27FC236}">
                <a16:creationId xmlns:a16="http://schemas.microsoft.com/office/drawing/2014/main" id="{0203763F-C8CD-4BCB-9A0A-B10F000BC1DB}"/>
              </a:ext>
            </a:extLst>
          </p:cNvPr>
          <p:cNvSpPr>
            <a:spLocks noGrp="1"/>
          </p:cNvSpPr>
          <p:nvPr>
            <p:ph type="sldNum" sz="quarter" idx="12"/>
          </p:nvPr>
        </p:nvSpPr>
        <p:spPr/>
        <p:txBody>
          <a:bodyPr rtlCol="0">
            <a:noAutofit/>
          </a:bodyPr>
          <a:lstStyle>
            <a:lvl1pPr>
              <a:defRPr>
                <a:solidFill>
                  <a:schemeClr val="accent2"/>
                </a:solidFill>
                <a:latin typeface="+mn-lt"/>
              </a:defRPr>
            </a:lvl1pPr>
          </a:lstStyle>
          <a:p>
            <a:pPr rtl="0"/>
            <a:fld id="{294A09A9-5501-47C1-A89A-A340965A2BE2}" type="slidenum">
              <a:rPr lang="id-ID" noProof="0" smtClean="0"/>
              <a:pPr/>
              <a:t>‹#›</a:t>
            </a:fld>
            <a:endParaRPr lang="id-ID" noProof="0"/>
          </a:p>
        </p:txBody>
      </p:sp>
    </p:spTree>
    <p:extLst>
      <p:ext uri="{BB962C8B-B14F-4D97-AF65-F5344CB8AC3E}">
        <p14:creationId xmlns:p14="http://schemas.microsoft.com/office/powerpoint/2010/main" val="14769475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m">
    <p:spTree>
      <p:nvGrpSpPr>
        <p:cNvPr id="1" name=""/>
        <p:cNvGrpSpPr/>
        <p:nvPr/>
      </p:nvGrpSpPr>
      <p:grpSpPr>
        <a:xfrm>
          <a:off x="0" y="0"/>
          <a:ext cx="0" cy="0"/>
          <a:chOff x="0" y="0"/>
          <a:chExt cx="0" cy="0"/>
        </a:xfrm>
      </p:grpSpPr>
      <p:sp>
        <p:nvSpPr>
          <p:cNvPr id="30" name="Persegi panjang 29">
            <a:extLst>
              <a:ext uri="{FF2B5EF4-FFF2-40B4-BE49-F238E27FC236}">
                <a16:creationId xmlns:a16="http://schemas.microsoft.com/office/drawing/2014/main" id="{28C225EC-F6EF-1144-834A-F0B91974AA41}"/>
              </a:ext>
            </a:extLst>
          </p:cNvPr>
          <p:cNvSpPr/>
          <p:nvPr userDrawn="1"/>
        </p:nvSpPr>
        <p:spPr>
          <a:xfrm>
            <a:off x="0" y="-1664"/>
            <a:ext cx="9857012" cy="685966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id-ID" noProof="0"/>
          </a:p>
        </p:txBody>
      </p:sp>
      <p:sp>
        <p:nvSpPr>
          <p:cNvPr id="31" name="Judul 1">
            <a:extLst>
              <a:ext uri="{FF2B5EF4-FFF2-40B4-BE49-F238E27FC236}">
                <a16:creationId xmlns:a16="http://schemas.microsoft.com/office/drawing/2014/main" id="{1E40CEAF-B1BB-174E-A798-3BA60D9C0458}"/>
              </a:ext>
            </a:extLst>
          </p:cNvPr>
          <p:cNvSpPr>
            <a:spLocks noGrp="1"/>
          </p:cNvSpPr>
          <p:nvPr>
            <p:ph type="title"/>
          </p:nvPr>
        </p:nvSpPr>
        <p:spPr>
          <a:xfrm>
            <a:off x="750430" y="381000"/>
            <a:ext cx="8401624" cy="1325563"/>
          </a:xfrm>
        </p:spPr>
        <p:txBody>
          <a:bodyPr lIns="0" rtlCol="0" anchor="b">
            <a:noAutofit/>
          </a:bodyPr>
          <a:lstStyle>
            <a:lvl1pPr>
              <a:defRPr sz="4800" b="1">
                <a:latin typeface="+mj-lt"/>
              </a:defRPr>
            </a:lvl1pPr>
          </a:lstStyle>
          <a:p>
            <a:pPr rtl="0"/>
            <a:r>
              <a:rPr lang="en-US" noProof="0"/>
              <a:t>Click to edit Master title style</a:t>
            </a:r>
            <a:endParaRPr lang="id-ID" noProof="0"/>
          </a:p>
        </p:txBody>
      </p:sp>
      <p:sp>
        <p:nvSpPr>
          <p:cNvPr id="6" name="Tampungan Gambar 23">
            <a:extLst>
              <a:ext uri="{FF2B5EF4-FFF2-40B4-BE49-F238E27FC236}">
                <a16:creationId xmlns:a16="http://schemas.microsoft.com/office/drawing/2014/main" id="{5E48B363-63E8-4F17-842B-53AD935A6529}"/>
              </a:ext>
            </a:extLst>
          </p:cNvPr>
          <p:cNvSpPr>
            <a:spLocks noGrp="1"/>
          </p:cNvSpPr>
          <p:nvPr>
            <p:ph type="pic" sz="quarter" idx="13"/>
          </p:nvPr>
        </p:nvSpPr>
        <p:spPr>
          <a:xfrm>
            <a:off x="750429" y="2227758"/>
            <a:ext cx="1200374" cy="1201242"/>
          </a:xfrm>
        </p:spPr>
        <p:txBody>
          <a:bodyPr rtlCol="0">
            <a:noAutofit/>
          </a:bodyPr>
          <a:lstStyle>
            <a:lvl1pPr marL="0" indent="0">
              <a:buNone/>
              <a:defRPr sz="1400">
                <a:solidFill>
                  <a:schemeClr val="tx1"/>
                </a:solidFill>
                <a:latin typeface="+mn-lt"/>
              </a:defRPr>
            </a:lvl1pPr>
          </a:lstStyle>
          <a:p>
            <a:pPr rtl="0"/>
            <a:r>
              <a:rPr lang="en-US" noProof="0"/>
              <a:t>Click icon to add picture</a:t>
            </a:r>
            <a:endParaRPr lang="id-ID" noProof="0"/>
          </a:p>
        </p:txBody>
      </p:sp>
      <p:sp>
        <p:nvSpPr>
          <p:cNvPr id="10" name="Tampungan Teks 28">
            <a:extLst>
              <a:ext uri="{FF2B5EF4-FFF2-40B4-BE49-F238E27FC236}">
                <a16:creationId xmlns:a16="http://schemas.microsoft.com/office/drawing/2014/main" id="{CC3A7E03-4F06-4380-90A1-845651EEA3C0}"/>
              </a:ext>
            </a:extLst>
          </p:cNvPr>
          <p:cNvSpPr>
            <a:spLocks noGrp="1"/>
          </p:cNvSpPr>
          <p:nvPr>
            <p:ph type="body" sz="quarter" idx="17" hasCustomPrompt="1"/>
          </p:nvPr>
        </p:nvSpPr>
        <p:spPr>
          <a:xfrm>
            <a:off x="2123351" y="2426400"/>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11" name="Tampungan Teks 28">
            <a:extLst>
              <a:ext uri="{FF2B5EF4-FFF2-40B4-BE49-F238E27FC236}">
                <a16:creationId xmlns:a16="http://schemas.microsoft.com/office/drawing/2014/main" id="{31AF5791-727B-438A-A7EF-5D132167C89B}"/>
              </a:ext>
            </a:extLst>
          </p:cNvPr>
          <p:cNvSpPr>
            <a:spLocks noGrp="1"/>
          </p:cNvSpPr>
          <p:nvPr>
            <p:ph type="body" sz="quarter" idx="18" hasCustomPrompt="1"/>
          </p:nvPr>
        </p:nvSpPr>
        <p:spPr>
          <a:xfrm>
            <a:off x="2123350" y="2811646"/>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7" name="Tampungan Gambar 23">
            <a:extLst>
              <a:ext uri="{FF2B5EF4-FFF2-40B4-BE49-F238E27FC236}">
                <a16:creationId xmlns:a16="http://schemas.microsoft.com/office/drawing/2014/main" id="{9ABA5222-6FD6-405B-8AC8-18022C36590F}"/>
              </a:ext>
            </a:extLst>
          </p:cNvPr>
          <p:cNvSpPr>
            <a:spLocks noGrp="1"/>
          </p:cNvSpPr>
          <p:nvPr>
            <p:ph type="pic" sz="quarter" idx="14"/>
          </p:nvPr>
        </p:nvSpPr>
        <p:spPr>
          <a:xfrm>
            <a:off x="5495813" y="2227758"/>
            <a:ext cx="1200374" cy="1201242"/>
          </a:xfrm>
        </p:spPr>
        <p:txBody>
          <a:bodyPr rtlCol="0">
            <a:noAutofit/>
          </a:bodyPr>
          <a:lstStyle>
            <a:lvl1pPr marL="0" indent="0">
              <a:buNone/>
              <a:defRPr sz="1400">
                <a:solidFill>
                  <a:schemeClr val="tx1"/>
                </a:solidFill>
                <a:latin typeface="+mn-lt"/>
              </a:defRPr>
            </a:lvl1pPr>
          </a:lstStyle>
          <a:p>
            <a:pPr rtl="0"/>
            <a:r>
              <a:rPr lang="en-US" noProof="0"/>
              <a:t>Click icon to add picture</a:t>
            </a:r>
            <a:endParaRPr lang="id-ID" noProof="0"/>
          </a:p>
        </p:txBody>
      </p:sp>
      <p:sp>
        <p:nvSpPr>
          <p:cNvPr id="12" name="Tampungan Teks 28">
            <a:extLst>
              <a:ext uri="{FF2B5EF4-FFF2-40B4-BE49-F238E27FC236}">
                <a16:creationId xmlns:a16="http://schemas.microsoft.com/office/drawing/2014/main" id="{A1A33FCF-D2EB-478E-8679-428657895F76}"/>
              </a:ext>
            </a:extLst>
          </p:cNvPr>
          <p:cNvSpPr>
            <a:spLocks noGrp="1"/>
          </p:cNvSpPr>
          <p:nvPr>
            <p:ph type="body" sz="quarter" idx="19" hasCustomPrompt="1"/>
          </p:nvPr>
        </p:nvSpPr>
        <p:spPr>
          <a:xfrm>
            <a:off x="6870817" y="2422565"/>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13" name="Tampungan Teks 28">
            <a:extLst>
              <a:ext uri="{FF2B5EF4-FFF2-40B4-BE49-F238E27FC236}">
                <a16:creationId xmlns:a16="http://schemas.microsoft.com/office/drawing/2014/main" id="{55274EF8-F641-41B2-89C1-FD94AFA48684}"/>
              </a:ext>
            </a:extLst>
          </p:cNvPr>
          <p:cNvSpPr>
            <a:spLocks noGrp="1"/>
          </p:cNvSpPr>
          <p:nvPr>
            <p:ph type="body" sz="quarter" idx="20" hasCustomPrompt="1"/>
          </p:nvPr>
        </p:nvSpPr>
        <p:spPr>
          <a:xfrm>
            <a:off x="6870816" y="2807811"/>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8" name="Tampungan Gambar 23">
            <a:extLst>
              <a:ext uri="{FF2B5EF4-FFF2-40B4-BE49-F238E27FC236}">
                <a16:creationId xmlns:a16="http://schemas.microsoft.com/office/drawing/2014/main" id="{124DE785-775F-4AE4-94B3-FA728188EBA5}"/>
              </a:ext>
            </a:extLst>
          </p:cNvPr>
          <p:cNvSpPr>
            <a:spLocks noGrp="1"/>
          </p:cNvSpPr>
          <p:nvPr>
            <p:ph type="pic" sz="quarter" idx="15"/>
          </p:nvPr>
        </p:nvSpPr>
        <p:spPr>
          <a:xfrm>
            <a:off x="750429" y="4254273"/>
            <a:ext cx="1200374" cy="1201242"/>
          </a:xfrm>
        </p:spPr>
        <p:txBody>
          <a:bodyPr rtlCol="0">
            <a:noAutofit/>
          </a:bodyPr>
          <a:lstStyle>
            <a:lvl1pPr marL="0" indent="0">
              <a:buNone/>
              <a:defRPr sz="1400">
                <a:solidFill>
                  <a:schemeClr val="tx1"/>
                </a:solidFill>
                <a:latin typeface="+mn-lt"/>
              </a:defRPr>
            </a:lvl1pPr>
          </a:lstStyle>
          <a:p>
            <a:pPr rtl="0"/>
            <a:r>
              <a:rPr lang="en-US" noProof="0"/>
              <a:t>Click icon to add picture</a:t>
            </a:r>
            <a:endParaRPr lang="id-ID" noProof="0"/>
          </a:p>
        </p:txBody>
      </p:sp>
      <p:sp>
        <p:nvSpPr>
          <p:cNvPr id="14" name="Tampungan Teks 28">
            <a:extLst>
              <a:ext uri="{FF2B5EF4-FFF2-40B4-BE49-F238E27FC236}">
                <a16:creationId xmlns:a16="http://schemas.microsoft.com/office/drawing/2014/main" id="{5A429D4E-B795-4E55-852E-9E161F9EBD36}"/>
              </a:ext>
            </a:extLst>
          </p:cNvPr>
          <p:cNvSpPr>
            <a:spLocks noGrp="1"/>
          </p:cNvSpPr>
          <p:nvPr>
            <p:ph type="body" sz="quarter" idx="21" hasCustomPrompt="1"/>
          </p:nvPr>
        </p:nvSpPr>
        <p:spPr>
          <a:xfrm>
            <a:off x="2123351" y="4498793"/>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15" name="Tampungan Teks 28">
            <a:extLst>
              <a:ext uri="{FF2B5EF4-FFF2-40B4-BE49-F238E27FC236}">
                <a16:creationId xmlns:a16="http://schemas.microsoft.com/office/drawing/2014/main" id="{41D297CB-52EE-4DE4-AEAC-CD4AAF2BF17B}"/>
              </a:ext>
            </a:extLst>
          </p:cNvPr>
          <p:cNvSpPr>
            <a:spLocks noGrp="1"/>
          </p:cNvSpPr>
          <p:nvPr>
            <p:ph type="body" sz="quarter" idx="22" hasCustomPrompt="1"/>
          </p:nvPr>
        </p:nvSpPr>
        <p:spPr>
          <a:xfrm>
            <a:off x="2123350" y="4884039"/>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9" name="Tampungan Gambar 23">
            <a:extLst>
              <a:ext uri="{FF2B5EF4-FFF2-40B4-BE49-F238E27FC236}">
                <a16:creationId xmlns:a16="http://schemas.microsoft.com/office/drawing/2014/main" id="{F5694B35-7776-4DB9-9EB7-3AF076EC357D}"/>
              </a:ext>
            </a:extLst>
          </p:cNvPr>
          <p:cNvSpPr>
            <a:spLocks noGrp="1"/>
          </p:cNvSpPr>
          <p:nvPr>
            <p:ph type="pic" sz="quarter" idx="16"/>
          </p:nvPr>
        </p:nvSpPr>
        <p:spPr>
          <a:xfrm>
            <a:off x="5495813" y="4254273"/>
            <a:ext cx="1200374" cy="1201242"/>
          </a:xfrm>
        </p:spPr>
        <p:txBody>
          <a:bodyPr rtlCol="0">
            <a:noAutofit/>
          </a:bodyPr>
          <a:lstStyle>
            <a:lvl1pPr marL="0" indent="0">
              <a:buNone/>
              <a:defRPr sz="1400">
                <a:solidFill>
                  <a:schemeClr val="tx1"/>
                </a:solidFill>
                <a:latin typeface="+mn-lt"/>
              </a:defRPr>
            </a:lvl1pPr>
          </a:lstStyle>
          <a:p>
            <a:pPr rtl="0"/>
            <a:r>
              <a:rPr lang="en-US" noProof="0"/>
              <a:t>Click icon to add picture</a:t>
            </a:r>
            <a:endParaRPr lang="id-ID" noProof="0"/>
          </a:p>
        </p:txBody>
      </p:sp>
      <p:sp>
        <p:nvSpPr>
          <p:cNvPr id="16" name="Tampungan Teks 28">
            <a:extLst>
              <a:ext uri="{FF2B5EF4-FFF2-40B4-BE49-F238E27FC236}">
                <a16:creationId xmlns:a16="http://schemas.microsoft.com/office/drawing/2014/main" id="{AD7B736B-3A10-499F-8F23-4437982C8231}"/>
              </a:ext>
            </a:extLst>
          </p:cNvPr>
          <p:cNvSpPr>
            <a:spLocks noGrp="1"/>
          </p:cNvSpPr>
          <p:nvPr>
            <p:ph type="body" sz="quarter" idx="23" hasCustomPrompt="1"/>
          </p:nvPr>
        </p:nvSpPr>
        <p:spPr>
          <a:xfrm>
            <a:off x="6870817" y="4498793"/>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17" name="Tampungan Teks 28">
            <a:extLst>
              <a:ext uri="{FF2B5EF4-FFF2-40B4-BE49-F238E27FC236}">
                <a16:creationId xmlns:a16="http://schemas.microsoft.com/office/drawing/2014/main" id="{07165540-290D-4A38-87DE-F52B05BD6A1A}"/>
              </a:ext>
            </a:extLst>
          </p:cNvPr>
          <p:cNvSpPr>
            <a:spLocks noGrp="1"/>
          </p:cNvSpPr>
          <p:nvPr>
            <p:ph type="body" sz="quarter" idx="24" hasCustomPrompt="1"/>
          </p:nvPr>
        </p:nvSpPr>
        <p:spPr>
          <a:xfrm>
            <a:off x="6870816" y="4884039"/>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3" name="Tampungan Tanggal 2">
            <a:extLst>
              <a:ext uri="{FF2B5EF4-FFF2-40B4-BE49-F238E27FC236}">
                <a16:creationId xmlns:a16="http://schemas.microsoft.com/office/drawing/2014/main" id="{A0C71211-4520-46A1-9487-4AE49C3239EF}"/>
              </a:ext>
            </a:extLst>
          </p:cNvPr>
          <p:cNvSpPr>
            <a:spLocks noGrp="1"/>
          </p:cNvSpPr>
          <p:nvPr>
            <p:ph type="dt" sz="half" idx="10"/>
          </p:nvPr>
        </p:nvSpPr>
        <p:spPr>
          <a:xfrm>
            <a:off x="381000" y="6356350"/>
            <a:ext cx="1569803" cy="365125"/>
          </a:xfrm>
        </p:spPr>
        <p:txBody>
          <a:bodyPr rtlCol="0">
            <a:noAutofit/>
          </a:bodyPr>
          <a:lstStyle>
            <a:lvl1pPr>
              <a:defRPr>
                <a:solidFill>
                  <a:schemeClr val="accent3"/>
                </a:solidFill>
                <a:latin typeface="+mn-lt"/>
              </a:defRPr>
            </a:lvl1pPr>
          </a:lstStyle>
          <a:p>
            <a:pPr rtl="0"/>
            <a:fld id="{7B48DF3E-AD03-4E2F-9529-7FF1401E86D2}" type="datetime1">
              <a:rPr lang="id-ID" noProof="0" smtClean="0"/>
              <a:t>14/10/2025</a:t>
            </a:fld>
            <a:endParaRPr lang="id-ID" noProof="0"/>
          </a:p>
        </p:txBody>
      </p:sp>
      <p:sp>
        <p:nvSpPr>
          <p:cNvPr id="4" name="Tampungan Kaki 3">
            <a:extLst>
              <a:ext uri="{FF2B5EF4-FFF2-40B4-BE49-F238E27FC236}">
                <a16:creationId xmlns:a16="http://schemas.microsoft.com/office/drawing/2014/main" id="{96356206-85FD-45F5-A1F7-128DB34C860F}"/>
              </a:ext>
            </a:extLst>
          </p:cNvPr>
          <p:cNvSpPr>
            <a:spLocks noGrp="1"/>
          </p:cNvSpPr>
          <p:nvPr>
            <p:ph type="ftr" sz="quarter" idx="11"/>
          </p:nvPr>
        </p:nvSpPr>
        <p:spPr>
          <a:xfrm>
            <a:off x="2871106" y="6356350"/>
            <a:ext cx="4114800" cy="365125"/>
          </a:xfrm>
        </p:spPr>
        <p:txBody>
          <a:bodyPr rtlCol="0">
            <a:noAutofit/>
          </a:bodyPr>
          <a:lstStyle>
            <a:lvl1pPr>
              <a:defRPr>
                <a:solidFill>
                  <a:schemeClr val="accent3"/>
                </a:solidFill>
                <a:latin typeface="+mn-lt"/>
              </a:defRPr>
            </a:lvl1pPr>
          </a:lstStyle>
          <a:p>
            <a:pPr rtl="0"/>
            <a:r>
              <a:rPr lang="id-ID" noProof="0"/>
              <a:t>JUDUL PRESENTASI</a:t>
            </a:r>
          </a:p>
        </p:txBody>
      </p:sp>
      <p:sp>
        <p:nvSpPr>
          <p:cNvPr id="5" name="Tampungan Nomor Slide 4">
            <a:extLst>
              <a:ext uri="{FF2B5EF4-FFF2-40B4-BE49-F238E27FC236}">
                <a16:creationId xmlns:a16="http://schemas.microsoft.com/office/drawing/2014/main" id="{0203763F-C8CD-4BCB-9A0A-B10F000BC1DB}"/>
              </a:ext>
            </a:extLst>
          </p:cNvPr>
          <p:cNvSpPr>
            <a:spLocks noGrp="1"/>
          </p:cNvSpPr>
          <p:nvPr>
            <p:ph type="sldNum" sz="quarter" idx="12"/>
          </p:nvPr>
        </p:nvSpPr>
        <p:spPr>
          <a:xfrm>
            <a:off x="8332334" y="6356350"/>
            <a:ext cx="1167495" cy="365125"/>
          </a:xfrm>
        </p:spPr>
        <p:txBody>
          <a:bodyPr rtlCol="0">
            <a:noAutofit/>
          </a:bodyPr>
          <a:lstStyle>
            <a:lvl1pPr>
              <a:defRPr>
                <a:solidFill>
                  <a:schemeClr val="accent3"/>
                </a:solidFill>
                <a:latin typeface="+mn-lt"/>
              </a:defRPr>
            </a:lvl1pPr>
          </a:lstStyle>
          <a:p>
            <a:pPr rtl="0"/>
            <a:fld id="{294A09A9-5501-47C1-A89A-A340965A2BE2}" type="slidenum">
              <a:rPr lang="id-ID" noProof="0" smtClean="0"/>
              <a:pPr/>
              <a:t>‹#›</a:t>
            </a:fld>
            <a:endParaRPr lang="id-ID" noProof="0"/>
          </a:p>
        </p:txBody>
      </p:sp>
      <p:sp>
        <p:nvSpPr>
          <p:cNvPr id="19" name="Bentuk bebas 18">
            <a:extLst>
              <a:ext uri="{FF2B5EF4-FFF2-40B4-BE49-F238E27FC236}">
                <a16:creationId xmlns:a16="http://schemas.microsoft.com/office/drawing/2014/main" id="{AAB3BC7E-B34F-EF47-B125-1574C5484E22}"/>
              </a:ext>
            </a:extLst>
          </p:cNvPr>
          <p:cNvSpPr/>
          <p:nvPr userDrawn="1"/>
        </p:nvSpPr>
        <p:spPr>
          <a:xfrm rot="16200000" flipV="1">
            <a:off x="9499940" y="355410"/>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21" name="Bentuk bebas 20">
            <a:extLst>
              <a:ext uri="{FF2B5EF4-FFF2-40B4-BE49-F238E27FC236}">
                <a16:creationId xmlns:a16="http://schemas.microsoft.com/office/drawing/2014/main" id="{7CBC82D0-4F72-C649-8B7F-D4B087957B6C}"/>
              </a:ext>
            </a:extLst>
          </p:cNvPr>
          <p:cNvSpPr/>
          <p:nvPr userDrawn="1"/>
        </p:nvSpPr>
        <p:spPr>
          <a:xfrm flipH="1">
            <a:off x="10866436" y="1879977"/>
            <a:ext cx="1325563" cy="1325563"/>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25" name="Bentuk bebas 24">
            <a:extLst>
              <a:ext uri="{FF2B5EF4-FFF2-40B4-BE49-F238E27FC236}">
                <a16:creationId xmlns:a16="http://schemas.microsoft.com/office/drawing/2014/main" id="{9383F23A-D872-2A4C-B386-A9D269BE694D}"/>
              </a:ext>
            </a:extLst>
          </p:cNvPr>
          <p:cNvSpPr/>
          <p:nvPr userDrawn="1"/>
        </p:nvSpPr>
        <p:spPr>
          <a:xfrm>
            <a:off x="11024507" y="-1664"/>
            <a:ext cx="1167494" cy="1881641"/>
          </a:xfrm>
          <a:custGeom>
            <a:avLst/>
            <a:gdLst>
              <a:gd name="connsiteX0" fmla="*/ 1167473 w 1167494"/>
              <a:gd name="connsiteY0" fmla="*/ 0 h 1881641"/>
              <a:gd name="connsiteX1" fmla="*/ 1167493 w 1167494"/>
              <a:gd name="connsiteY1" fmla="*/ 0 h 1881641"/>
              <a:gd name="connsiteX2" fmla="*/ 1167493 w 1167494"/>
              <a:gd name="connsiteY2" fmla="*/ 714148 h 1881641"/>
              <a:gd name="connsiteX3" fmla="*/ 1166666 w 1167494"/>
              <a:gd name="connsiteY3" fmla="*/ 730534 h 1881641"/>
              <a:gd name="connsiteX4" fmla="*/ 1167494 w 1167494"/>
              <a:gd name="connsiteY4" fmla="*/ 730534 h 1881641"/>
              <a:gd name="connsiteX5" fmla="*/ 1167494 w 1167494"/>
              <a:gd name="connsiteY5" fmla="*/ 1378059 h 1881641"/>
              <a:gd name="connsiteX6" fmla="*/ 1167493 w 1167494"/>
              <a:gd name="connsiteY6" fmla="*/ 1378059 h 1881641"/>
              <a:gd name="connsiteX7" fmla="*/ 1167493 w 1167494"/>
              <a:gd name="connsiteY7" fmla="*/ 1881641 h 1881641"/>
              <a:gd name="connsiteX8" fmla="*/ 0 w 1167494"/>
              <a:gd name="connsiteY8" fmla="*/ 1881641 h 1881641"/>
              <a:gd name="connsiteX9" fmla="*/ 0 w 1167494"/>
              <a:gd name="connsiteY9" fmla="*/ 1234116 h 1881641"/>
              <a:gd name="connsiteX10" fmla="*/ 0 w 1167494"/>
              <a:gd name="connsiteY10" fmla="*/ 1167492 h 1881641"/>
              <a:gd name="connsiteX11" fmla="*/ 1048124 w 1167494"/>
              <a:gd name="connsiteY11" fmla="*/ 6027 h 1881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67494" h="1881641">
                <a:moveTo>
                  <a:pt x="1167473" y="0"/>
                </a:moveTo>
                <a:lnTo>
                  <a:pt x="1167493" y="0"/>
                </a:lnTo>
                <a:lnTo>
                  <a:pt x="1167493" y="714148"/>
                </a:lnTo>
                <a:lnTo>
                  <a:pt x="1166666" y="730534"/>
                </a:lnTo>
                <a:lnTo>
                  <a:pt x="1167494" y="730534"/>
                </a:lnTo>
                <a:lnTo>
                  <a:pt x="1167494" y="1378059"/>
                </a:lnTo>
                <a:lnTo>
                  <a:pt x="1167493" y="1378059"/>
                </a:lnTo>
                <a:lnTo>
                  <a:pt x="1167493" y="1881641"/>
                </a:lnTo>
                <a:lnTo>
                  <a:pt x="0" y="1881641"/>
                </a:lnTo>
                <a:lnTo>
                  <a:pt x="0" y="1234116"/>
                </a:lnTo>
                <a:lnTo>
                  <a:pt x="0" y="1167492"/>
                </a:lnTo>
                <a:cubicBezTo>
                  <a:pt x="0" y="563002"/>
                  <a:pt x="459408" y="65814"/>
                  <a:pt x="1048124" y="6027"/>
                </a:cubicBez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26" name="Oval 25">
            <a:extLst>
              <a:ext uri="{FF2B5EF4-FFF2-40B4-BE49-F238E27FC236}">
                <a16:creationId xmlns:a16="http://schemas.microsoft.com/office/drawing/2014/main" id="{9221FFDB-AAE2-5943-97A1-82D66AE05DB4}"/>
              </a:ext>
            </a:extLst>
          </p:cNvPr>
          <p:cNvSpPr/>
          <p:nvPr userDrawn="1"/>
        </p:nvSpPr>
        <p:spPr>
          <a:xfrm>
            <a:off x="10334091" y="2737752"/>
            <a:ext cx="1380830" cy="1380830"/>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rtl="0"/>
            <a:endParaRPr lang="id-ID" noProof="0"/>
          </a:p>
        </p:txBody>
      </p:sp>
      <p:sp>
        <p:nvSpPr>
          <p:cNvPr id="27" name="Bentuk bebas 26">
            <a:extLst>
              <a:ext uri="{FF2B5EF4-FFF2-40B4-BE49-F238E27FC236}">
                <a16:creationId xmlns:a16="http://schemas.microsoft.com/office/drawing/2014/main" id="{2E58EEF7-63CA-A845-BAC4-9D3BE05918B5}"/>
              </a:ext>
            </a:extLst>
          </p:cNvPr>
          <p:cNvSpPr/>
          <p:nvPr userDrawn="1"/>
        </p:nvSpPr>
        <p:spPr>
          <a:xfrm rot="16200000" flipH="1">
            <a:off x="10667432" y="5333432"/>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28" name="Bentuk bebas 27">
            <a:extLst>
              <a:ext uri="{FF2B5EF4-FFF2-40B4-BE49-F238E27FC236}">
                <a16:creationId xmlns:a16="http://schemas.microsoft.com/office/drawing/2014/main" id="{757A4624-D8ED-2E4B-AF8C-00DFA6A72D5F}"/>
              </a:ext>
            </a:extLst>
          </p:cNvPr>
          <p:cNvSpPr/>
          <p:nvPr userDrawn="1"/>
        </p:nvSpPr>
        <p:spPr>
          <a:xfrm flipV="1">
            <a:off x="9857012" y="3651505"/>
            <a:ext cx="1325563" cy="1325563"/>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29" name="Bentuk bebas 28">
            <a:extLst>
              <a:ext uri="{FF2B5EF4-FFF2-40B4-BE49-F238E27FC236}">
                <a16:creationId xmlns:a16="http://schemas.microsoft.com/office/drawing/2014/main" id="{DF312EF8-91BE-5946-BE31-8CFE107A2FEA}"/>
              </a:ext>
            </a:extLst>
          </p:cNvPr>
          <p:cNvSpPr/>
          <p:nvPr userDrawn="1"/>
        </p:nvSpPr>
        <p:spPr>
          <a:xfrm flipH="1" flipV="1">
            <a:off x="9857013" y="4976359"/>
            <a:ext cx="1167494" cy="1881641"/>
          </a:xfrm>
          <a:custGeom>
            <a:avLst/>
            <a:gdLst>
              <a:gd name="connsiteX0" fmla="*/ 1167473 w 1167494"/>
              <a:gd name="connsiteY0" fmla="*/ 0 h 1881641"/>
              <a:gd name="connsiteX1" fmla="*/ 1167493 w 1167494"/>
              <a:gd name="connsiteY1" fmla="*/ 0 h 1881641"/>
              <a:gd name="connsiteX2" fmla="*/ 1167493 w 1167494"/>
              <a:gd name="connsiteY2" fmla="*/ 714148 h 1881641"/>
              <a:gd name="connsiteX3" fmla="*/ 1166666 w 1167494"/>
              <a:gd name="connsiteY3" fmla="*/ 730534 h 1881641"/>
              <a:gd name="connsiteX4" fmla="*/ 1167494 w 1167494"/>
              <a:gd name="connsiteY4" fmla="*/ 730534 h 1881641"/>
              <a:gd name="connsiteX5" fmla="*/ 1167494 w 1167494"/>
              <a:gd name="connsiteY5" fmla="*/ 1378059 h 1881641"/>
              <a:gd name="connsiteX6" fmla="*/ 1167493 w 1167494"/>
              <a:gd name="connsiteY6" fmla="*/ 1378059 h 1881641"/>
              <a:gd name="connsiteX7" fmla="*/ 1167493 w 1167494"/>
              <a:gd name="connsiteY7" fmla="*/ 1881641 h 1881641"/>
              <a:gd name="connsiteX8" fmla="*/ 0 w 1167494"/>
              <a:gd name="connsiteY8" fmla="*/ 1881641 h 1881641"/>
              <a:gd name="connsiteX9" fmla="*/ 0 w 1167494"/>
              <a:gd name="connsiteY9" fmla="*/ 1234116 h 1881641"/>
              <a:gd name="connsiteX10" fmla="*/ 0 w 1167494"/>
              <a:gd name="connsiteY10" fmla="*/ 1167492 h 1881641"/>
              <a:gd name="connsiteX11" fmla="*/ 1048124 w 1167494"/>
              <a:gd name="connsiteY11" fmla="*/ 6027 h 1881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67494" h="1881641">
                <a:moveTo>
                  <a:pt x="1167473" y="0"/>
                </a:moveTo>
                <a:lnTo>
                  <a:pt x="1167493" y="0"/>
                </a:lnTo>
                <a:lnTo>
                  <a:pt x="1167493" y="714148"/>
                </a:lnTo>
                <a:lnTo>
                  <a:pt x="1166666" y="730534"/>
                </a:lnTo>
                <a:lnTo>
                  <a:pt x="1167494" y="730534"/>
                </a:lnTo>
                <a:lnTo>
                  <a:pt x="1167494" y="1378059"/>
                </a:lnTo>
                <a:lnTo>
                  <a:pt x="1167493" y="1378059"/>
                </a:lnTo>
                <a:lnTo>
                  <a:pt x="1167493" y="1881641"/>
                </a:lnTo>
                <a:lnTo>
                  <a:pt x="0" y="1881641"/>
                </a:lnTo>
                <a:lnTo>
                  <a:pt x="0" y="1234116"/>
                </a:lnTo>
                <a:lnTo>
                  <a:pt x="0" y="1167492"/>
                </a:lnTo>
                <a:cubicBezTo>
                  <a:pt x="0" y="563002"/>
                  <a:pt x="459408" y="65814"/>
                  <a:pt x="1048124" y="6027"/>
                </a:cubicBez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Tree>
    <p:extLst>
      <p:ext uri="{BB962C8B-B14F-4D97-AF65-F5344CB8AC3E}">
        <p14:creationId xmlns:p14="http://schemas.microsoft.com/office/powerpoint/2010/main" val="31544191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eluruh tim">
    <p:bg>
      <p:bgPr>
        <a:solidFill>
          <a:schemeClr val="accent2"/>
        </a:solidFill>
        <a:effectLst/>
      </p:bgPr>
    </p:bg>
    <p:spTree>
      <p:nvGrpSpPr>
        <p:cNvPr id="1" name=""/>
        <p:cNvGrpSpPr/>
        <p:nvPr/>
      </p:nvGrpSpPr>
      <p:grpSpPr>
        <a:xfrm>
          <a:off x="0" y="0"/>
          <a:ext cx="0" cy="0"/>
          <a:chOff x="0" y="0"/>
          <a:chExt cx="0" cy="0"/>
        </a:xfrm>
      </p:grpSpPr>
      <p:sp>
        <p:nvSpPr>
          <p:cNvPr id="54" name="Judul 1">
            <a:extLst>
              <a:ext uri="{FF2B5EF4-FFF2-40B4-BE49-F238E27FC236}">
                <a16:creationId xmlns:a16="http://schemas.microsoft.com/office/drawing/2014/main" id="{6825B690-1AD7-4243-AC42-D2CF19B7B02C}"/>
              </a:ext>
            </a:extLst>
          </p:cNvPr>
          <p:cNvSpPr>
            <a:spLocks noGrp="1"/>
          </p:cNvSpPr>
          <p:nvPr>
            <p:ph type="title"/>
          </p:nvPr>
        </p:nvSpPr>
        <p:spPr>
          <a:xfrm>
            <a:off x="750430" y="381000"/>
            <a:ext cx="10678142" cy="1325563"/>
          </a:xfrm>
        </p:spPr>
        <p:txBody>
          <a:bodyPr lIns="0" rtlCol="0" anchor="b">
            <a:noAutofit/>
          </a:bodyPr>
          <a:lstStyle>
            <a:lvl1pPr>
              <a:defRPr sz="4800" b="1">
                <a:latin typeface="+mj-lt"/>
              </a:defRPr>
            </a:lvl1pPr>
          </a:lstStyle>
          <a:p>
            <a:pPr rtl="0"/>
            <a:r>
              <a:rPr lang="en-US" noProof="0"/>
              <a:t>Click to edit Master title style</a:t>
            </a:r>
            <a:endParaRPr lang="id-ID" noProof="0"/>
          </a:p>
        </p:txBody>
      </p:sp>
      <p:sp>
        <p:nvSpPr>
          <p:cNvPr id="6" name="Tampungan Gambar 23">
            <a:extLst>
              <a:ext uri="{FF2B5EF4-FFF2-40B4-BE49-F238E27FC236}">
                <a16:creationId xmlns:a16="http://schemas.microsoft.com/office/drawing/2014/main" id="{5E48B363-63E8-4F17-842B-53AD935A6529}"/>
              </a:ext>
            </a:extLst>
          </p:cNvPr>
          <p:cNvSpPr>
            <a:spLocks noGrp="1"/>
          </p:cNvSpPr>
          <p:nvPr>
            <p:ph type="pic" sz="quarter" idx="13"/>
          </p:nvPr>
        </p:nvSpPr>
        <p:spPr>
          <a:xfrm>
            <a:off x="750429" y="2068734"/>
            <a:ext cx="904987" cy="905641"/>
          </a:xfrm>
        </p:spPr>
        <p:txBody>
          <a:bodyPr rtlCol="0">
            <a:noAutofit/>
          </a:bodyPr>
          <a:lstStyle>
            <a:lvl1pPr marL="0" indent="0">
              <a:buNone/>
              <a:defRPr sz="1400">
                <a:solidFill>
                  <a:schemeClr val="tx1"/>
                </a:solidFill>
              </a:defRPr>
            </a:lvl1pPr>
          </a:lstStyle>
          <a:p>
            <a:pPr rtl="0"/>
            <a:r>
              <a:rPr lang="en-US" noProof="0"/>
              <a:t>Click icon to add picture</a:t>
            </a:r>
            <a:endParaRPr lang="id-ID" noProof="0"/>
          </a:p>
        </p:txBody>
      </p:sp>
      <p:sp>
        <p:nvSpPr>
          <p:cNvPr id="31" name="Tampungan Teks 28">
            <a:extLst>
              <a:ext uri="{FF2B5EF4-FFF2-40B4-BE49-F238E27FC236}">
                <a16:creationId xmlns:a16="http://schemas.microsoft.com/office/drawing/2014/main" id="{1825005B-0520-EC49-9A5C-554CB700387B}"/>
              </a:ext>
            </a:extLst>
          </p:cNvPr>
          <p:cNvSpPr>
            <a:spLocks noGrp="1"/>
          </p:cNvSpPr>
          <p:nvPr>
            <p:ph type="body" sz="quarter" idx="17" hasCustomPrompt="1"/>
          </p:nvPr>
        </p:nvSpPr>
        <p:spPr>
          <a:xfrm>
            <a:off x="750430" y="2994545"/>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32" name="Tampungan Teks 28">
            <a:extLst>
              <a:ext uri="{FF2B5EF4-FFF2-40B4-BE49-F238E27FC236}">
                <a16:creationId xmlns:a16="http://schemas.microsoft.com/office/drawing/2014/main" id="{B6697B92-AF89-2C46-BC1E-6CB47E8EA421}"/>
              </a:ext>
            </a:extLst>
          </p:cNvPr>
          <p:cNvSpPr>
            <a:spLocks noGrp="1"/>
          </p:cNvSpPr>
          <p:nvPr>
            <p:ph type="body" sz="quarter" idx="18" hasCustomPrompt="1"/>
          </p:nvPr>
        </p:nvSpPr>
        <p:spPr>
          <a:xfrm>
            <a:off x="750429" y="3379791"/>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33" name="Tampungan Gambar 23">
            <a:extLst>
              <a:ext uri="{FF2B5EF4-FFF2-40B4-BE49-F238E27FC236}">
                <a16:creationId xmlns:a16="http://schemas.microsoft.com/office/drawing/2014/main" id="{FA9FEBB0-45F1-DF45-89C4-B343F8B20BA0}"/>
              </a:ext>
            </a:extLst>
          </p:cNvPr>
          <p:cNvSpPr>
            <a:spLocks noGrp="1"/>
          </p:cNvSpPr>
          <p:nvPr>
            <p:ph type="pic" sz="quarter" idx="28"/>
          </p:nvPr>
        </p:nvSpPr>
        <p:spPr>
          <a:xfrm>
            <a:off x="3549397" y="2068734"/>
            <a:ext cx="904987" cy="905641"/>
          </a:xfrm>
        </p:spPr>
        <p:txBody>
          <a:bodyPr rtlCol="0">
            <a:noAutofit/>
          </a:bodyPr>
          <a:lstStyle>
            <a:lvl1pPr marL="0" indent="0">
              <a:buNone/>
              <a:defRPr sz="1400">
                <a:solidFill>
                  <a:schemeClr val="tx1"/>
                </a:solidFill>
              </a:defRPr>
            </a:lvl1pPr>
          </a:lstStyle>
          <a:p>
            <a:pPr rtl="0"/>
            <a:r>
              <a:rPr lang="en-US" noProof="0"/>
              <a:t>Click icon to add picture</a:t>
            </a:r>
            <a:endParaRPr lang="id-ID" noProof="0"/>
          </a:p>
        </p:txBody>
      </p:sp>
      <p:sp>
        <p:nvSpPr>
          <p:cNvPr id="34" name="Tampungan Teks 28">
            <a:extLst>
              <a:ext uri="{FF2B5EF4-FFF2-40B4-BE49-F238E27FC236}">
                <a16:creationId xmlns:a16="http://schemas.microsoft.com/office/drawing/2014/main" id="{EF331731-A7FC-C245-A9C1-0B1A2E994DB6}"/>
              </a:ext>
            </a:extLst>
          </p:cNvPr>
          <p:cNvSpPr>
            <a:spLocks noGrp="1"/>
          </p:cNvSpPr>
          <p:nvPr>
            <p:ph type="body" sz="quarter" idx="29" hasCustomPrompt="1"/>
          </p:nvPr>
        </p:nvSpPr>
        <p:spPr>
          <a:xfrm>
            <a:off x="3549398" y="2994545"/>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35" name="Tampungan Teks 28">
            <a:extLst>
              <a:ext uri="{FF2B5EF4-FFF2-40B4-BE49-F238E27FC236}">
                <a16:creationId xmlns:a16="http://schemas.microsoft.com/office/drawing/2014/main" id="{313B974E-E762-EE48-B2DF-C8F10DF73444}"/>
              </a:ext>
            </a:extLst>
          </p:cNvPr>
          <p:cNvSpPr>
            <a:spLocks noGrp="1"/>
          </p:cNvSpPr>
          <p:nvPr>
            <p:ph type="body" sz="quarter" idx="30" hasCustomPrompt="1"/>
          </p:nvPr>
        </p:nvSpPr>
        <p:spPr>
          <a:xfrm>
            <a:off x="3549397" y="3379791"/>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36" name="Tampungan Gambar 23">
            <a:extLst>
              <a:ext uri="{FF2B5EF4-FFF2-40B4-BE49-F238E27FC236}">
                <a16:creationId xmlns:a16="http://schemas.microsoft.com/office/drawing/2014/main" id="{8BA62E8C-79E6-D245-B706-FFB1E051B2D6}"/>
              </a:ext>
            </a:extLst>
          </p:cNvPr>
          <p:cNvSpPr>
            <a:spLocks noGrp="1"/>
          </p:cNvSpPr>
          <p:nvPr>
            <p:ph type="pic" sz="quarter" idx="31"/>
          </p:nvPr>
        </p:nvSpPr>
        <p:spPr>
          <a:xfrm>
            <a:off x="6348367" y="2068734"/>
            <a:ext cx="904987" cy="905641"/>
          </a:xfrm>
        </p:spPr>
        <p:txBody>
          <a:bodyPr rtlCol="0">
            <a:noAutofit/>
          </a:bodyPr>
          <a:lstStyle>
            <a:lvl1pPr marL="0" indent="0">
              <a:buNone/>
              <a:defRPr sz="1400">
                <a:solidFill>
                  <a:schemeClr val="tx1"/>
                </a:solidFill>
              </a:defRPr>
            </a:lvl1pPr>
          </a:lstStyle>
          <a:p>
            <a:pPr rtl="0"/>
            <a:r>
              <a:rPr lang="en-US" noProof="0"/>
              <a:t>Click icon to add picture</a:t>
            </a:r>
            <a:endParaRPr lang="id-ID" noProof="0"/>
          </a:p>
        </p:txBody>
      </p:sp>
      <p:sp>
        <p:nvSpPr>
          <p:cNvPr id="37" name="Tampungan Teks 28">
            <a:extLst>
              <a:ext uri="{FF2B5EF4-FFF2-40B4-BE49-F238E27FC236}">
                <a16:creationId xmlns:a16="http://schemas.microsoft.com/office/drawing/2014/main" id="{4199EE50-5386-0446-8ADA-23C1B0D6EA4F}"/>
              </a:ext>
            </a:extLst>
          </p:cNvPr>
          <p:cNvSpPr>
            <a:spLocks noGrp="1"/>
          </p:cNvSpPr>
          <p:nvPr>
            <p:ph type="body" sz="quarter" idx="32" hasCustomPrompt="1"/>
          </p:nvPr>
        </p:nvSpPr>
        <p:spPr>
          <a:xfrm>
            <a:off x="6348368" y="2994545"/>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38" name="Tampungan Teks 28">
            <a:extLst>
              <a:ext uri="{FF2B5EF4-FFF2-40B4-BE49-F238E27FC236}">
                <a16:creationId xmlns:a16="http://schemas.microsoft.com/office/drawing/2014/main" id="{478AB5CA-B5A5-934D-BF51-1485953A703D}"/>
              </a:ext>
            </a:extLst>
          </p:cNvPr>
          <p:cNvSpPr>
            <a:spLocks noGrp="1"/>
          </p:cNvSpPr>
          <p:nvPr>
            <p:ph type="body" sz="quarter" idx="33" hasCustomPrompt="1"/>
          </p:nvPr>
        </p:nvSpPr>
        <p:spPr>
          <a:xfrm>
            <a:off x="6348367" y="3379791"/>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39" name="Tampungan Gambar 23">
            <a:extLst>
              <a:ext uri="{FF2B5EF4-FFF2-40B4-BE49-F238E27FC236}">
                <a16:creationId xmlns:a16="http://schemas.microsoft.com/office/drawing/2014/main" id="{3D78BE06-1FC7-3C43-BD15-F4137B564B58}"/>
              </a:ext>
            </a:extLst>
          </p:cNvPr>
          <p:cNvSpPr>
            <a:spLocks noGrp="1"/>
          </p:cNvSpPr>
          <p:nvPr>
            <p:ph type="pic" sz="quarter" idx="34"/>
          </p:nvPr>
        </p:nvSpPr>
        <p:spPr>
          <a:xfrm>
            <a:off x="9147335" y="2068734"/>
            <a:ext cx="904987" cy="905641"/>
          </a:xfrm>
        </p:spPr>
        <p:txBody>
          <a:bodyPr rtlCol="0">
            <a:noAutofit/>
          </a:bodyPr>
          <a:lstStyle>
            <a:lvl1pPr marL="0" indent="0">
              <a:buNone/>
              <a:defRPr sz="1400">
                <a:solidFill>
                  <a:schemeClr val="tx1"/>
                </a:solidFill>
              </a:defRPr>
            </a:lvl1pPr>
          </a:lstStyle>
          <a:p>
            <a:pPr rtl="0"/>
            <a:r>
              <a:rPr lang="en-US" noProof="0"/>
              <a:t>Click icon to add picture</a:t>
            </a:r>
            <a:endParaRPr lang="id-ID" noProof="0"/>
          </a:p>
        </p:txBody>
      </p:sp>
      <p:sp>
        <p:nvSpPr>
          <p:cNvPr id="40" name="Tampungan Teks 28">
            <a:extLst>
              <a:ext uri="{FF2B5EF4-FFF2-40B4-BE49-F238E27FC236}">
                <a16:creationId xmlns:a16="http://schemas.microsoft.com/office/drawing/2014/main" id="{14F01FCC-4797-0343-8739-20331C751C18}"/>
              </a:ext>
            </a:extLst>
          </p:cNvPr>
          <p:cNvSpPr>
            <a:spLocks noGrp="1"/>
          </p:cNvSpPr>
          <p:nvPr>
            <p:ph type="body" sz="quarter" idx="35" hasCustomPrompt="1"/>
          </p:nvPr>
        </p:nvSpPr>
        <p:spPr>
          <a:xfrm>
            <a:off x="9147336" y="2994545"/>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41" name="Tampungan Teks 28">
            <a:extLst>
              <a:ext uri="{FF2B5EF4-FFF2-40B4-BE49-F238E27FC236}">
                <a16:creationId xmlns:a16="http://schemas.microsoft.com/office/drawing/2014/main" id="{33FBE6CA-EC7A-1A4B-ADA3-6B78F2DE09C2}"/>
              </a:ext>
            </a:extLst>
          </p:cNvPr>
          <p:cNvSpPr>
            <a:spLocks noGrp="1"/>
          </p:cNvSpPr>
          <p:nvPr>
            <p:ph type="body" sz="quarter" idx="36" hasCustomPrompt="1"/>
          </p:nvPr>
        </p:nvSpPr>
        <p:spPr>
          <a:xfrm>
            <a:off x="9147335" y="3379791"/>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42" name="Tampungan Gambar 23">
            <a:extLst>
              <a:ext uri="{FF2B5EF4-FFF2-40B4-BE49-F238E27FC236}">
                <a16:creationId xmlns:a16="http://schemas.microsoft.com/office/drawing/2014/main" id="{6DD7CCE4-AD48-B64F-909E-F88961FBDFC5}"/>
              </a:ext>
            </a:extLst>
          </p:cNvPr>
          <p:cNvSpPr>
            <a:spLocks noGrp="1"/>
          </p:cNvSpPr>
          <p:nvPr>
            <p:ph type="pic" sz="quarter" idx="37"/>
          </p:nvPr>
        </p:nvSpPr>
        <p:spPr>
          <a:xfrm>
            <a:off x="750429" y="4118551"/>
            <a:ext cx="904987" cy="905641"/>
          </a:xfrm>
        </p:spPr>
        <p:txBody>
          <a:bodyPr rtlCol="0">
            <a:noAutofit/>
          </a:bodyPr>
          <a:lstStyle>
            <a:lvl1pPr marL="0" indent="0">
              <a:buNone/>
              <a:defRPr sz="1400">
                <a:solidFill>
                  <a:schemeClr val="tx1"/>
                </a:solidFill>
              </a:defRPr>
            </a:lvl1pPr>
          </a:lstStyle>
          <a:p>
            <a:pPr rtl="0"/>
            <a:r>
              <a:rPr lang="en-US" noProof="0"/>
              <a:t>Click icon to add picture</a:t>
            </a:r>
            <a:endParaRPr lang="id-ID" noProof="0"/>
          </a:p>
        </p:txBody>
      </p:sp>
      <p:sp>
        <p:nvSpPr>
          <p:cNvPr id="43" name="Tampungan Teks 28">
            <a:extLst>
              <a:ext uri="{FF2B5EF4-FFF2-40B4-BE49-F238E27FC236}">
                <a16:creationId xmlns:a16="http://schemas.microsoft.com/office/drawing/2014/main" id="{C076E7E2-3D95-EA47-BF86-444615F1F141}"/>
              </a:ext>
            </a:extLst>
          </p:cNvPr>
          <p:cNvSpPr>
            <a:spLocks noGrp="1"/>
          </p:cNvSpPr>
          <p:nvPr>
            <p:ph type="body" sz="quarter" idx="38" hasCustomPrompt="1"/>
          </p:nvPr>
        </p:nvSpPr>
        <p:spPr>
          <a:xfrm>
            <a:off x="750430" y="5044362"/>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44" name="Tampungan Teks 28">
            <a:extLst>
              <a:ext uri="{FF2B5EF4-FFF2-40B4-BE49-F238E27FC236}">
                <a16:creationId xmlns:a16="http://schemas.microsoft.com/office/drawing/2014/main" id="{612499D2-373C-3940-97A5-FCA8B245BE45}"/>
              </a:ext>
            </a:extLst>
          </p:cNvPr>
          <p:cNvSpPr>
            <a:spLocks noGrp="1"/>
          </p:cNvSpPr>
          <p:nvPr>
            <p:ph type="body" sz="quarter" idx="39" hasCustomPrompt="1"/>
          </p:nvPr>
        </p:nvSpPr>
        <p:spPr>
          <a:xfrm>
            <a:off x="750429" y="5429608"/>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45" name="Tampungan Gambar 23">
            <a:extLst>
              <a:ext uri="{FF2B5EF4-FFF2-40B4-BE49-F238E27FC236}">
                <a16:creationId xmlns:a16="http://schemas.microsoft.com/office/drawing/2014/main" id="{24B34D6D-4F7E-3942-B8D7-9970BDE53C10}"/>
              </a:ext>
            </a:extLst>
          </p:cNvPr>
          <p:cNvSpPr>
            <a:spLocks noGrp="1"/>
          </p:cNvSpPr>
          <p:nvPr>
            <p:ph type="pic" sz="quarter" idx="40"/>
          </p:nvPr>
        </p:nvSpPr>
        <p:spPr>
          <a:xfrm>
            <a:off x="3549397" y="4118551"/>
            <a:ext cx="904987" cy="905641"/>
          </a:xfrm>
        </p:spPr>
        <p:txBody>
          <a:bodyPr rtlCol="0">
            <a:noAutofit/>
          </a:bodyPr>
          <a:lstStyle>
            <a:lvl1pPr marL="0" indent="0">
              <a:buNone/>
              <a:defRPr sz="1400">
                <a:solidFill>
                  <a:schemeClr val="tx1"/>
                </a:solidFill>
              </a:defRPr>
            </a:lvl1pPr>
          </a:lstStyle>
          <a:p>
            <a:pPr rtl="0"/>
            <a:r>
              <a:rPr lang="en-US" noProof="0"/>
              <a:t>Click icon to add picture</a:t>
            </a:r>
            <a:endParaRPr lang="id-ID" noProof="0"/>
          </a:p>
        </p:txBody>
      </p:sp>
      <p:sp>
        <p:nvSpPr>
          <p:cNvPr id="46" name="Tampungan Teks 28">
            <a:extLst>
              <a:ext uri="{FF2B5EF4-FFF2-40B4-BE49-F238E27FC236}">
                <a16:creationId xmlns:a16="http://schemas.microsoft.com/office/drawing/2014/main" id="{D34EDB1D-7E85-D242-B6AE-F6D6907D325A}"/>
              </a:ext>
            </a:extLst>
          </p:cNvPr>
          <p:cNvSpPr>
            <a:spLocks noGrp="1"/>
          </p:cNvSpPr>
          <p:nvPr>
            <p:ph type="body" sz="quarter" idx="41" hasCustomPrompt="1"/>
          </p:nvPr>
        </p:nvSpPr>
        <p:spPr>
          <a:xfrm>
            <a:off x="3549398" y="5044362"/>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47" name="Tampungan Teks 28">
            <a:extLst>
              <a:ext uri="{FF2B5EF4-FFF2-40B4-BE49-F238E27FC236}">
                <a16:creationId xmlns:a16="http://schemas.microsoft.com/office/drawing/2014/main" id="{3E3BFFF0-114B-6D42-B5E0-8020AC2E26BF}"/>
              </a:ext>
            </a:extLst>
          </p:cNvPr>
          <p:cNvSpPr>
            <a:spLocks noGrp="1"/>
          </p:cNvSpPr>
          <p:nvPr>
            <p:ph type="body" sz="quarter" idx="42" hasCustomPrompt="1"/>
          </p:nvPr>
        </p:nvSpPr>
        <p:spPr>
          <a:xfrm>
            <a:off x="3549397" y="5429608"/>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48" name="Tampungan Gambar 23">
            <a:extLst>
              <a:ext uri="{FF2B5EF4-FFF2-40B4-BE49-F238E27FC236}">
                <a16:creationId xmlns:a16="http://schemas.microsoft.com/office/drawing/2014/main" id="{EB4488EE-E854-724E-95AE-B9943EE249EA}"/>
              </a:ext>
            </a:extLst>
          </p:cNvPr>
          <p:cNvSpPr>
            <a:spLocks noGrp="1"/>
          </p:cNvSpPr>
          <p:nvPr>
            <p:ph type="pic" sz="quarter" idx="43"/>
          </p:nvPr>
        </p:nvSpPr>
        <p:spPr>
          <a:xfrm>
            <a:off x="6348367" y="4118551"/>
            <a:ext cx="904987" cy="905641"/>
          </a:xfrm>
        </p:spPr>
        <p:txBody>
          <a:bodyPr rtlCol="0">
            <a:noAutofit/>
          </a:bodyPr>
          <a:lstStyle>
            <a:lvl1pPr marL="0" indent="0">
              <a:buNone/>
              <a:defRPr sz="1400">
                <a:solidFill>
                  <a:schemeClr val="tx1"/>
                </a:solidFill>
              </a:defRPr>
            </a:lvl1pPr>
          </a:lstStyle>
          <a:p>
            <a:pPr rtl="0"/>
            <a:r>
              <a:rPr lang="en-US" noProof="0"/>
              <a:t>Click icon to add picture</a:t>
            </a:r>
            <a:endParaRPr lang="id-ID" noProof="0"/>
          </a:p>
        </p:txBody>
      </p:sp>
      <p:sp>
        <p:nvSpPr>
          <p:cNvPr id="49" name="Tampungan Teks 28">
            <a:extLst>
              <a:ext uri="{FF2B5EF4-FFF2-40B4-BE49-F238E27FC236}">
                <a16:creationId xmlns:a16="http://schemas.microsoft.com/office/drawing/2014/main" id="{C5551B4D-583E-D644-9069-EC096CE76F50}"/>
              </a:ext>
            </a:extLst>
          </p:cNvPr>
          <p:cNvSpPr>
            <a:spLocks noGrp="1"/>
          </p:cNvSpPr>
          <p:nvPr>
            <p:ph type="body" sz="quarter" idx="44" hasCustomPrompt="1"/>
          </p:nvPr>
        </p:nvSpPr>
        <p:spPr>
          <a:xfrm>
            <a:off x="6348368" y="5044362"/>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50" name="Tampungan Teks 28">
            <a:extLst>
              <a:ext uri="{FF2B5EF4-FFF2-40B4-BE49-F238E27FC236}">
                <a16:creationId xmlns:a16="http://schemas.microsoft.com/office/drawing/2014/main" id="{E30C4783-1643-2243-BB4F-E99E04D9216B}"/>
              </a:ext>
            </a:extLst>
          </p:cNvPr>
          <p:cNvSpPr>
            <a:spLocks noGrp="1"/>
          </p:cNvSpPr>
          <p:nvPr>
            <p:ph type="body" sz="quarter" idx="45" hasCustomPrompt="1"/>
          </p:nvPr>
        </p:nvSpPr>
        <p:spPr>
          <a:xfrm>
            <a:off x="6348367" y="5429608"/>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51" name="Tampungan Gambar 23">
            <a:extLst>
              <a:ext uri="{FF2B5EF4-FFF2-40B4-BE49-F238E27FC236}">
                <a16:creationId xmlns:a16="http://schemas.microsoft.com/office/drawing/2014/main" id="{7BBADCE0-02E8-3249-8CBA-17D3783DFE70}"/>
              </a:ext>
            </a:extLst>
          </p:cNvPr>
          <p:cNvSpPr>
            <a:spLocks noGrp="1"/>
          </p:cNvSpPr>
          <p:nvPr>
            <p:ph type="pic" sz="quarter" idx="46"/>
          </p:nvPr>
        </p:nvSpPr>
        <p:spPr>
          <a:xfrm>
            <a:off x="9147335" y="4118551"/>
            <a:ext cx="904987" cy="905641"/>
          </a:xfrm>
        </p:spPr>
        <p:txBody>
          <a:bodyPr rtlCol="0">
            <a:noAutofit/>
          </a:bodyPr>
          <a:lstStyle>
            <a:lvl1pPr marL="0" indent="0">
              <a:buNone/>
              <a:defRPr sz="1400">
                <a:solidFill>
                  <a:schemeClr val="tx1"/>
                </a:solidFill>
              </a:defRPr>
            </a:lvl1pPr>
          </a:lstStyle>
          <a:p>
            <a:pPr rtl="0"/>
            <a:r>
              <a:rPr lang="en-US" noProof="0"/>
              <a:t>Click icon to add picture</a:t>
            </a:r>
            <a:endParaRPr lang="id-ID" noProof="0"/>
          </a:p>
        </p:txBody>
      </p:sp>
      <p:sp>
        <p:nvSpPr>
          <p:cNvPr id="52" name="Tampungan Teks 28">
            <a:extLst>
              <a:ext uri="{FF2B5EF4-FFF2-40B4-BE49-F238E27FC236}">
                <a16:creationId xmlns:a16="http://schemas.microsoft.com/office/drawing/2014/main" id="{8D294C40-97E4-FF4F-8A02-10FC7D0EE8B0}"/>
              </a:ext>
            </a:extLst>
          </p:cNvPr>
          <p:cNvSpPr>
            <a:spLocks noGrp="1"/>
          </p:cNvSpPr>
          <p:nvPr>
            <p:ph type="body" sz="quarter" idx="47" hasCustomPrompt="1"/>
          </p:nvPr>
        </p:nvSpPr>
        <p:spPr>
          <a:xfrm>
            <a:off x="9147336" y="5044362"/>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53" name="Tampungan Teks 28">
            <a:extLst>
              <a:ext uri="{FF2B5EF4-FFF2-40B4-BE49-F238E27FC236}">
                <a16:creationId xmlns:a16="http://schemas.microsoft.com/office/drawing/2014/main" id="{8B38241F-01B5-574C-A827-67C6352C463C}"/>
              </a:ext>
            </a:extLst>
          </p:cNvPr>
          <p:cNvSpPr>
            <a:spLocks noGrp="1"/>
          </p:cNvSpPr>
          <p:nvPr>
            <p:ph type="body" sz="quarter" idx="48" hasCustomPrompt="1"/>
          </p:nvPr>
        </p:nvSpPr>
        <p:spPr>
          <a:xfrm>
            <a:off x="9147335" y="5429608"/>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18" name="Tampungan Tanggal 17">
            <a:extLst>
              <a:ext uri="{FF2B5EF4-FFF2-40B4-BE49-F238E27FC236}">
                <a16:creationId xmlns:a16="http://schemas.microsoft.com/office/drawing/2014/main" id="{30445668-2DC5-E84C-8B16-922BC95F13F2}"/>
              </a:ext>
            </a:extLst>
          </p:cNvPr>
          <p:cNvSpPr>
            <a:spLocks noGrp="1"/>
          </p:cNvSpPr>
          <p:nvPr>
            <p:ph type="dt" sz="half" idx="25"/>
          </p:nvPr>
        </p:nvSpPr>
        <p:spPr/>
        <p:txBody>
          <a:bodyPr rtlCol="0">
            <a:noAutofit/>
          </a:bodyPr>
          <a:lstStyle>
            <a:lvl1pPr>
              <a:defRPr>
                <a:solidFill>
                  <a:schemeClr val="accent3"/>
                </a:solidFill>
                <a:latin typeface="+mn-lt"/>
              </a:defRPr>
            </a:lvl1pPr>
          </a:lstStyle>
          <a:p>
            <a:pPr rtl="0"/>
            <a:fld id="{0313E8A0-0BEB-4298-AEE4-B7CCF6490583}" type="datetime1">
              <a:rPr lang="id-ID" noProof="0" smtClean="0"/>
              <a:t>14/10/2025</a:t>
            </a:fld>
            <a:endParaRPr lang="id-ID" noProof="0"/>
          </a:p>
        </p:txBody>
      </p:sp>
      <p:sp>
        <p:nvSpPr>
          <p:cNvPr id="22" name="Tampungan Kaki 21">
            <a:extLst>
              <a:ext uri="{FF2B5EF4-FFF2-40B4-BE49-F238E27FC236}">
                <a16:creationId xmlns:a16="http://schemas.microsoft.com/office/drawing/2014/main" id="{D9227732-A878-814C-8621-64ED1B2CCF9F}"/>
              </a:ext>
            </a:extLst>
          </p:cNvPr>
          <p:cNvSpPr>
            <a:spLocks noGrp="1"/>
          </p:cNvSpPr>
          <p:nvPr>
            <p:ph type="ftr" sz="quarter" idx="26"/>
          </p:nvPr>
        </p:nvSpPr>
        <p:spPr/>
        <p:txBody>
          <a:bodyPr rtlCol="0">
            <a:noAutofit/>
          </a:bodyPr>
          <a:lstStyle>
            <a:lvl1pPr>
              <a:defRPr>
                <a:solidFill>
                  <a:schemeClr val="accent3"/>
                </a:solidFill>
                <a:latin typeface="+mn-lt"/>
              </a:defRPr>
            </a:lvl1pPr>
          </a:lstStyle>
          <a:p>
            <a:pPr rtl="0"/>
            <a:r>
              <a:rPr lang="id-ID" noProof="0"/>
              <a:t>JUDUL PRESENTASI</a:t>
            </a:r>
          </a:p>
        </p:txBody>
      </p:sp>
      <p:sp>
        <p:nvSpPr>
          <p:cNvPr id="23" name="Tampungan Nomor Slide 22">
            <a:extLst>
              <a:ext uri="{FF2B5EF4-FFF2-40B4-BE49-F238E27FC236}">
                <a16:creationId xmlns:a16="http://schemas.microsoft.com/office/drawing/2014/main" id="{CE9F02AC-6DFB-0C47-BC8E-4B0594007F33}"/>
              </a:ext>
            </a:extLst>
          </p:cNvPr>
          <p:cNvSpPr>
            <a:spLocks noGrp="1"/>
          </p:cNvSpPr>
          <p:nvPr>
            <p:ph type="sldNum" sz="quarter" idx="27"/>
          </p:nvPr>
        </p:nvSpPr>
        <p:spPr/>
        <p:txBody>
          <a:bodyPr rtlCol="0">
            <a:noAutofit/>
          </a:bodyPr>
          <a:lstStyle>
            <a:lvl1pPr>
              <a:defRPr>
                <a:solidFill>
                  <a:schemeClr val="accent3"/>
                </a:solidFill>
                <a:latin typeface="+mn-lt"/>
              </a:defRPr>
            </a:lvl1pPr>
          </a:lstStyle>
          <a:p>
            <a:pPr rtl="0"/>
            <a:fld id="{294A09A9-5501-47C1-A89A-A340965A2BE2}" type="slidenum">
              <a:rPr lang="id-ID" noProof="0" smtClean="0"/>
              <a:pPr/>
              <a:t>‹#›</a:t>
            </a:fld>
            <a:endParaRPr lang="id-ID" noProof="0"/>
          </a:p>
        </p:txBody>
      </p:sp>
    </p:spTree>
    <p:extLst>
      <p:ext uri="{BB962C8B-B14F-4D97-AF65-F5344CB8AC3E}">
        <p14:creationId xmlns:p14="http://schemas.microsoft.com/office/powerpoint/2010/main" val="20057219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Garis waktu">
    <p:bg>
      <p:bgPr>
        <a:solidFill>
          <a:schemeClr val="accent1"/>
        </a:solidFill>
        <a:effectLst/>
      </p:bgPr>
    </p:bg>
    <p:spTree>
      <p:nvGrpSpPr>
        <p:cNvPr id="1" name=""/>
        <p:cNvGrpSpPr/>
        <p:nvPr/>
      </p:nvGrpSpPr>
      <p:grpSpPr>
        <a:xfrm>
          <a:off x="0" y="0"/>
          <a:ext cx="0" cy="0"/>
          <a:chOff x="0" y="0"/>
          <a:chExt cx="0" cy="0"/>
        </a:xfrm>
      </p:grpSpPr>
      <p:sp>
        <p:nvSpPr>
          <p:cNvPr id="4" name="Bentuk bebas 3">
            <a:extLst>
              <a:ext uri="{FF2B5EF4-FFF2-40B4-BE49-F238E27FC236}">
                <a16:creationId xmlns:a16="http://schemas.microsoft.com/office/drawing/2014/main" id="{6A7F6A3F-E1DD-A246-9A6D-5F9B18BA2588}"/>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5" name="Bentuk bebas 4">
            <a:extLst>
              <a:ext uri="{FF2B5EF4-FFF2-40B4-BE49-F238E27FC236}">
                <a16:creationId xmlns:a16="http://schemas.microsoft.com/office/drawing/2014/main" id="{055FD0FC-C8FF-6741-A364-A29CDC6F9495}"/>
              </a:ext>
            </a:extLst>
          </p:cNvPr>
          <p:cNvSpPr/>
          <p:nvPr userDrawn="1"/>
        </p:nvSpPr>
        <p:spPr>
          <a:xfrm rot="5400000" flipH="1">
            <a:off x="1"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2" name="Judul 1">
            <a:extLst>
              <a:ext uri="{FF2B5EF4-FFF2-40B4-BE49-F238E27FC236}">
                <a16:creationId xmlns:a16="http://schemas.microsoft.com/office/drawing/2014/main" id="{3CD97974-B93C-4C96-B3F6-F69E3D6DE6CA}"/>
              </a:ext>
            </a:extLst>
          </p:cNvPr>
          <p:cNvSpPr>
            <a:spLocks noGrp="1"/>
          </p:cNvSpPr>
          <p:nvPr>
            <p:ph type="title"/>
          </p:nvPr>
        </p:nvSpPr>
        <p:spPr>
          <a:xfrm>
            <a:off x="1167492" y="381000"/>
            <a:ext cx="9779183" cy="1325563"/>
          </a:xfrm>
        </p:spPr>
        <p:txBody>
          <a:bodyPr rtlCol="0" anchor="b">
            <a:noAutofit/>
          </a:bodyPr>
          <a:lstStyle>
            <a:lvl1pPr>
              <a:defRPr sz="4800" b="1">
                <a:solidFill>
                  <a:schemeClr val="bg1"/>
                </a:solidFill>
                <a:latin typeface="+mj-lt"/>
              </a:defRPr>
            </a:lvl1pPr>
          </a:lstStyle>
          <a:p>
            <a:pPr rtl="0"/>
            <a:r>
              <a:rPr lang="en-US" noProof="0"/>
              <a:t>Click to edit Master title style</a:t>
            </a:r>
            <a:endParaRPr lang="id-ID" noProof="0"/>
          </a:p>
        </p:txBody>
      </p:sp>
      <p:sp>
        <p:nvSpPr>
          <p:cNvPr id="3" name="Tampungan Konten 2">
            <a:extLst>
              <a:ext uri="{FF2B5EF4-FFF2-40B4-BE49-F238E27FC236}">
                <a16:creationId xmlns:a16="http://schemas.microsoft.com/office/drawing/2014/main" id="{8A6FC6F2-80B4-49A7-9448-33FE2DF0E967}"/>
              </a:ext>
            </a:extLst>
          </p:cNvPr>
          <p:cNvSpPr>
            <a:spLocks noGrp="1"/>
          </p:cNvSpPr>
          <p:nvPr>
            <p:ph idx="1" hasCustomPrompt="1"/>
          </p:nvPr>
        </p:nvSpPr>
        <p:spPr>
          <a:xfrm>
            <a:off x="1167493" y="2087561"/>
            <a:ext cx="9779182" cy="3366815"/>
          </a:xfrm>
        </p:spPr>
        <p:txBody>
          <a:bodyPr rtlCol="0">
            <a:noAutofit/>
          </a:bodyPr>
          <a:lstStyle>
            <a:lvl1pPr marL="0" indent="0">
              <a:buNone/>
              <a:defRPr>
                <a:solidFill>
                  <a:schemeClr val="bg1"/>
                </a:solidFill>
                <a:latin typeface="+mn-lt"/>
              </a:defRPr>
            </a:lvl1pPr>
            <a:lvl2pPr marL="457200" indent="0">
              <a:buNone/>
              <a:defRPr>
                <a:solidFill>
                  <a:schemeClr val="bg1"/>
                </a:solidFill>
                <a:latin typeface="+mn-lt"/>
              </a:defRPr>
            </a:lvl2pPr>
            <a:lvl3pPr marL="914400" indent="0">
              <a:buNone/>
              <a:defRPr>
                <a:solidFill>
                  <a:schemeClr val="bg1"/>
                </a:solidFill>
                <a:latin typeface="+mn-lt"/>
              </a:defRPr>
            </a:lvl3pPr>
            <a:lvl4pPr marL="1371600" indent="0">
              <a:buNone/>
              <a:defRPr>
                <a:solidFill>
                  <a:schemeClr val="bg1"/>
                </a:solidFill>
                <a:latin typeface="+mn-lt"/>
              </a:defRPr>
            </a:lvl4pPr>
            <a:lvl5pPr marL="1828800" indent="0">
              <a:buNone/>
              <a:defRPr>
                <a:solidFill>
                  <a:schemeClr val="bg1"/>
                </a:solidFill>
                <a:latin typeface="+mn-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10" name="Tampungan Tanggal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1701018"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pPr rtl="0"/>
            <a:fld id="{5FB06667-F309-4D31-9192-FA935AFD6E2C}" type="datetime1">
              <a:rPr lang="id-ID" noProof="0" smtClean="0"/>
              <a:t>14/10/2025</a:t>
            </a:fld>
            <a:endParaRPr lang="id-ID" noProof="0"/>
          </a:p>
        </p:txBody>
      </p:sp>
      <p:sp>
        <p:nvSpPr>
          <p:cNvPr id="11" name="Tampungan Kaki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2"/>
                </a:solidFill>
                <a:latin typeface="+mn-lt"/>
              </a:defRPr>
            </a:lvl1pPr>
          </a:lstStyle>
          <a:p>
            <a:pPr rtl="0"/>
            <a:r>
              <a:rPr lang="id-ID" noProof="0"/>
              <a:t>JUDUL PRESENTASI</a:t>
            </a:r>
          </a:p>
        </p:txBody>
      </p:sp>
      <p:sp>
        <p:nvSpPr>
          <p:cNvPr id="12" name="Tampungan Nomor Slide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2"/>
                </a:solidFill>
                <a:latin typeface="+mn-lt"/>
              </a:defRPr>
            </a:lvl1pPr>
          </a:lstStyle>
          <a:p>
            <a:pPr rtl="0"/>
            <a:fld id="{294A09A9-5501-47C1-A89A-A340965A2BE2}" type="slidenum">
              <a:rPr lang="id-ID" noProof="0" smtClean="0"/>
              <a:pPr/>
              <a:t>‹#›</a:t>
            </a:fld>
            <a:endParaRPr lang="id-ID" noProof="0"/>
          </a:p>
        </p:txBody>
      </p:sp>
    </p:spTree>
    <p:extLst>
      <p:ext uri="{BB962C8B-B14F-4D97-AF65-F5344CB8AC3E}">
        <p14:creationId xmlns:p14="http://schemas.microsoft.com/office/powerpoint/2010/main" val="5692755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2 Judul dan Konten">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3CD97974-B93C-4C96-B3F6-F69E3D6DE6CA}"/>
              </a:ext>
            </a:extLst>
          </p:cNvPr>
          <p:cNvSpPr>
            <a:spLocks noGrp="1"/>
          </p:cNvSpPr>
          <p:nvPr>
            <p:ph type="title"/>
          </p:nvPr>
        </p:nvSpPr>
        <p:spPr>
          <a:xfrm>
            <a:off x="1167492" y="381000"/>
            <a:ext cx="9779183" cy="1325563"/>
          </a:xfrm>
        </p:spPr>
        <p:txBody>
          <a:bodyPr rtlCol="0" anchor="b">
            <a:noAutofit/>
          </a:bodyPr>
          <a:lstStyle>
            <a:lvl1pPr>
              <a:defRPr sz="4800" b="1">
                <a:latin typeface="+mj-lt"/>
              </a:defRPr>
            </a:lvl1pPr>
          </a:lstStyle>
          <a:p>
            <a:pPr rtl="0"/>
            <a:r>
              <a:rPr lang="en-US" noProof="0"/>
              <a:t>Click to edit Master title style</a:t>
            </a:r>
            <a:endParaRPr lang="id-ID" noProof="0"/>
          </a:p>
        </p:txBody>
      </p:sp>
      <p:sp>
        <p:nvSpPr>
          <p:cNvPr id="3" name="Tampungan Konten 2">
            <a:extLst>
              <a:ext uri="{FF2B5EF4-FFF2-40B4-BE49-F238E27FC236}">
                <a16:creationId xmlns:a16="http://schemas.microsoft.com/office/drawing/2014/main" id="{8A6FC6F2-80B4-49A7-9448-33FE2DF0E967}"/>
              </a:ext>
            </a:extLst>
          </p:cNvPr>
          <p:cNvSpPr>
            <a:spLocks noGrp="1"/>
          </p:cNvSpPr>
          <p:nvPr>
            <p:ph idx="1" hasCustomPrompt="1"/>
          </p:nvPr>
        </p:nvSpPr>
        <p:spPr>
          <a:xfrm>
            <a:off x="1167493" y="2528203"/>
            <a:ext cx="4663440" cy="2828613"/>
          </a:xfrm>
        </p:spPr>
        <p:txBody>
          <a:bodyPr rtlCol="0">
            <a:noAutofit/>
          </a:bodyPr>
          <a:lstStyle>
            <a:lvl1pPr marL="0" indent="0">
              <a:buNone/>
              <a:defRPr sz="2000">
                <a:latin typeface="+mn-lt"/>
              </a:defRPr>
            </a:lvl1pPr>
            <a:lvl2pPr marL="457200" indent="0">
              <a:buNone/>
              <a:defRPr sz="1800">
                <a:latin typeface="+mn-lt"/>
              </a:defRPr>
            </a:lvl2pPr>
            <a:lvl3pPr marL="914400" indent="0">
              <a:buNone/>
              <a:defRPr sz="1600">
                <a:latin typeface="+mn-lt"/>
              </a:defRPr>
            </a:lvl3pPr>
            <a:lvl4pPr marL="1371600" indent="0">
              <a:buNone/>
              <a:defRPr sz="1400">
                <a:latin typeface="+mn-lt"/>
              </a:defRPr>
            </a:lvl4pPr>
            <a:lvl5pPr marL="1828800" indent="0">
              <a:buNone/>
              <a:defRPr sz="1400">
                <a:latin typeface="+mn-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4" name="Bentuk bebas 3">
            <a:extLst>
              <a:ext uri="{FF2B5EF4-FFF2-40B4-BE49-F238E27FC236}">
                <a16:creationId xmlns:a16="http://schemas.microsoft.com/office/drawing/2014/main" id="{6A7F6A3F-E1DD-A246-9A6D-5F9B18BA2588}"/>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5" name="Bentuk bebas 4">
            <a:extLst>
              <a:ext uri="{FF2B5EF4-FFF2-40B4-BE49-F238E27FC236}">
                <a16:creationId xmlns:a16="http://schemas.microsoft.com/office/drawing/2014/main" id="{055FD0FC-C8FF-6741-A364-A29CDC6F9495}"/>
              </a:ext>
            </a:extLst>
          </p:cNvPr>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6" name="Bentuk bebas 5">
            <a:extLst>
              <a:ext uri="{FF2B5EF4-FFF2-40B4-BE49-F238E27FC236}">
                <a16:creationId xmlns:a16="http://schemas.microsoft.com/office/drawing/2014/main" id="{D11C9832-A021-954E-A34F-2988D1189AE9}"/>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grpSp>
        <p:nvGrpSpPr>
          <p:cNvPr id="9" name="Grup 8">
            <a:extLst>
              <a:ext uri="{FF2B5EF4-FFF2-40B4-BE49-F238E27FC236}">
                <a16:creationId xmlns:a16="http://schemas.microsoft.com/office/drawing/2014/main" id="{9861BC34-DFBF-2D4F-B463-FCFBC08391FF}"/>
              </a:ext>
            </a:extLst>
          </p:cNvPr>
          <p:cNvGrpSpPr/>
          <p:nvPr userDrawn="1"/>
        </p:nvGrpSpPr>
        <p:grpSpPr>
          <a:xfrm>
            <a:off x="8082092" y="5590903"/>
            <a:ext cx="1572380" cy="1267097"/>
            <a:chOff x="7413403" y="4976359"/>
            <a:chExt cx="2334986" cy="1881641"/>
          </a:xfrm>
        </p:grpSpPr>
        <p:sp>
          <p:nvSpPr>
            <p:cNvPr id="7" name="Bentuk bebas 6">
              <a:extLst>
                <a:ext uri="{FF2B5EF4-FFF2-40B4-BE49-F238E27FC236}">
                  <a16:creationId xmlns:a16="http://schemas.microsoft.com/office/drawing/2014/main" id="{55C37C19-F268-4A43-A0D4-3B1B38D48952}"/>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latin typeface="+mn-lt"/>
              </a:endParaRPr>
            </a:p>
          </p:txBody>
        </p:sp>
        <p:sp>
          <p:nvSpPr>
            <p:cNvPr id="8" name="Bentuk bebas 7">
              <a:extLst>
                <a:ext uri="{FF2B5EF4-FFF2-40B4-BE49-F238E27FC236}">
                  <a16:creationId xmlns:a16="http://schemas.microsoft.com/office/drawing/2014/main" id="{E4F760E5-9D5D-E44F-AEBF-20CA8DE87D11}"/>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latin typeface="+mn-lt"/>
              </a:endParaRPr>
            </a:p>
          </p:txBody>
        </p:sp>
      </p:grpSp>
      <p:sp>
        <p:nvSpPr>
          <p:cNvPr id="10" name="Tampungan Tanggal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pPr rtl="0"/>
            <a:fld id="{864F080E-00EF-45FB-879B-543FC5219789}" type="datetime1">
              <a:rPr lang="id-ID" noProof="0" smtClean="0"/>
              <a:t>14/10/2025</a:t>
            </a:fld>
            <a:endParaRPr lang="id-ID" noProof="0"/>
          </a:p>
        </p:txBody>
      </p:sp>
      <p:sp>
        <p:nvSpPr>
          <p:cNvPr id="11" name="Tampungan Kaki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pPr rtl="0"/>
            <a:r>
              <a:rPr lang="id-ID" noProof="0"/>
              <a:t>JUDUL PRESENTASI</a:t>
            </a:r>
          </a:p>
        </p:txBody>
      </p:sp>
      <p:sp>
        <p:nvSpPr>
          <p:cNvPr id="12" name="Tampungan Nomor Slide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2"/>
                </a:solidFill>
                <a:latin typeface="+mn-lt"/>
              </a:defRPr>
            </a:lvl1pPr>
          </a:lstStyle>
          <a:p>
            <a:pPr rtl="0"/>
            <a:fld id="{294A09A9-5501-47C1-A89A-A340965A2BE2}" type="slidenum">
              <a:rPr lang="id-ID" noProof="0" smtClean="0"/>
              <a:pPr/>
              <a:t>‹#›</a:t>
            </a:fld>
            <a:endParaRPr lang="id-ID" noProof="0"/>
          </a:p>
        </p:txBody>
      </p:sp>
      <p:sp>
        <p:nvSpPr>
          <p:cNvPr id="13" name="Tampungan Konten 2">
            <a:extLst>
              <a:ext uri="{FF2B5EF4-FFF2-40B4-BE49-F238E27FC236}">
                <a16:creationId xmlns:a16="http://schemas.microsoft.com/office/drawing/2014/main" id="{94CA559C-3355-DE44-ACF9-BDB6083C4225}"/>
              </a:ext>
            </a:extLst>
          </p:cNvPr>
          <p:cNvSpPr>
            <a:spLocks noGrp="1"/>
          </p:cNvSpPr>
          <p:nvPr>
            <p:ph idx="10" hasCustomPrompt="1"/>
          </p:nvPr>
        </p:nvSpPr>
        <p:spPr>
          <a:xfrm>
            <a:off x="6283235" y="2528203"/>
            <a:ext cx="4663440" cy="2828613"/>
          </a:xfrm>
        </p:spPr>
        <p:txBody>
          <a:bodyPr rtlCol="0">
            <a:noAutofit/>
          </a:bodyPr>
          <a:lstStyle>
            <a:lvl1pPr marL="0" indent="0">
              <a:buNone/>
              <a:defRPr sz="2000">
                <a:latin typeface="+mn-lt"/>
              </a:defRPr>
            </a:lvl1pPr>
            <a:lvl2pPr marL="457200" indent="0">
              <a:buNone/>
              <a:defRPr sz="1800">
                <a:latin typeface="+mn-lt"/>
              </a:defRPr>
            </a:lvl2pPr>
            <a:lvl3pPr marL="914400" indent="0">
              <a:buNone/>
              <a:defRPr sz="1600">
                <a:latin typeface="+mn-lt"/>
              </a:defRPr>
            </a:lvl3pPr>
            <a:lvl4pPr marL="1371600" indent="0">
              <a:buNone/>
              <a:defRPr sz="1400">
                <a:latin typeface="+mn-lt"/>
              </a:defRPr>
            </a:lvl4pPr>
            <a:lvl5pPr marL="1828800" indent="0">
              <a:buNone/>
              <a:defRPr sz="1400">
                <a:latin typeface="+mn-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14" name="Tampungan Konten 2">
            <a:extLst>
              <a:ext uri="{FF2B5EF4-FFF2-40B4-BE49-F238E27FC236}">
                <a16:creationId xmlns:a16="http://schemas.microsoft.com/office/drawing/2014/main" id="{0B33DABA-7BF5-1147-BA5E-63B92F220E51}"/>
              </a:ext>
            </a:extLst>
          </p:cNvPr>
          <p:cNvSpPr>
            <a:spLocks noGrp="1"/>
          </p:cNvSpPr>
          <p:nvPr>
            <p:ph idx="11" hasCustomPrompt="1"/>
          </p:nvPr>
        </p:nvSpPr>
        <p:spPr>
          <a:xfrm>
            <a:off x="1167493" y="2005689"/>
            <a:ext cx="4663440" cy="522514"/>
          </a:xfrm>
        </p:spPr>
        <p:txBody>
          <a:bodyPr rtlCol="0">
            <a:noAutofit/>
          </a:bodyPr>
          <a:lstStyle>
            <a:lvl1pPr marL="0" indent="0">
              <a:buNone/>
              <a:defRPr sz="2400" b="1">
                <a:latin typeface="+mj-lt"/>
              </a:defRPr>
            </a:lvl1pPr>
            <a:lvl2pPr marL="457200" indent="0">
              <a:buNone/>
              <a:defRPr sz="2000" b="1">
                <a:latin typeface="+mj-lt"/>
              </a:defRPr>
            </a:lvl2pPr>
            <a:lvl3pPr marL="914400" indent="0">
              <a:buNone/>
              <a:defRPr sz="1800" b="1">
                <a:latin typeface="+mj-lt"/>
              </a:defRPr>
            </a:lvl3pPr>
            <a:lvl4pPr marL="1371600" indent="0">
              <a:buNone/>
              <a:defRPr sz="1600" b="1">
                <a:latin typeface="+mj-lt"/>
              </a:defRPr>
            </a:lvl4pPr>
            <a:lvl5pPr marL="1828800" indent="0">
              <a:buNone/>
              <a:defRPr sz="1600" b="1">
                <a:latin typeface="+mj-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15" name="Tampungan Konten 2">
            <a:extLst>
              <a:ext uri="{FF2B5EF4-FFF2-40B4-BE49-F238E27FC236}">
                <a16:creationId xmlns:a16="http://schemas.microsoft.com/office/drawing/2014/main" id="{1B05BEE9-8BC0-EC44-B913-DB6426DF2EA7}"/>
              </a:ext>
            </a:extLst>
          </p:cNvPr>
          <p:cNvSpPr>
            <a:spLocks noGrp="1"/>
          </p:cNvSpPr>
          <p:nvPr>
            <p:ph idx="12" hasCustomPrompt="1"/>
          </p:nvPr>
        </p:nvSpPr>
        <p:spPr>
          <a:xfrm>
            <a:off x="6283235" y="2005689"/>
            <a:ext cx="4663440" cy="522514"/>
          </a:xfrm>
        </p:spPr>
        <p:txBody>
          <a:bodyPr rtlCol="0">
            <a:noAutofit/>
          </a:bodyPr>
          <a:lstStyle>
            <a:lvl1pPr marL="0" indent="0">
              <a:buNone/>
              <a:defRPr sz="2400" b="1">
                <a:latin typeface="+mj-lt"/>
              </a:defRPr>
            </a:lvl1pPr>
            <a:lvl2pPr marL="457200" indent="0">
              <a:buNone/>
              <a:defRPr sz="2000" b="1">
                <a:latin typeface="+mj-lt"/>
              </a:defRPr>
            </a:lvl2pPr>
            <a:lvl3pPr marL="914400" indent="0">
              <a:buNone/>
              <a:defRPr sz="1800" b="1">
                <a:latin typeface="+mj-lt"/>
              </a:defRPr>
            </a:lvl3pPr>
            <a:lvl4pPr marL="1371600" indent="0">
              <a:buNone/>
              <a:defRPr sz="1600" b="1">
                <a:latin typeface="+mj-lt"/>
              </a:defRPr>
            </a:lvl4pPr>
            <a:lvl5pPr marL="1828800" indent="0">
              <a:buNone/>
              <a:defRPr sz="1600" b="1">
                <a:latin typeface="+mj-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Tree>
    <p:extLst>
      <p:ext uri="{BB962C8B-B14F-4D97-AF65-F5344CB8AC3E}">
        <p14:creationId xmlns:p14="http://schemas.microsoft.com/office/powerpoint/2010/main" val="213191274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3 Judul dan Konten">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3CD97974-B93C-4C96-B3F6-F69E3D6DE6CA}"/>
              </a:ext>
            </a:extLst>
          </p:cNvPr>
          <p:cNvSpPr>
            <a:spLocks noGrp="1"/>
          </p:cNvSpPr>
          <p:nvPr>
            <p:ph type="title"/>
          </p:nvPr>
        </p:nvSpPr>
        <p:spPr>
          <a:xfrm>
            <a:off x="1167492" y="381000"/>
            <a:ext cx="9779183" cy="1325563"/>
          </a:xfrm>
        </p:spPr>
        <p:txBody>
          <a:bodyPr rtlCol="0" anchor="b">
            <a:noAutofit/>
          </a:bodyPr>
          <a:lstStyle>
            <a:lvl1pPr>
              <a:defRPr sz="4800" b="1">
                <a:latin typeface="+mj-lt"/>
              </a:defRPr>
            </a:lvl1pPr>
          </a:lstStyle>
          <a:p>
            <a:pPr rtl="0"/>
            <a:r>
              <a:rPr lang="en-US" noProof="0"/>
              <a:t>Click to edit Master title style</a:t>
            </a:r>
            <a:endParaRPr lang="id-ID" noProof="0"/>
          </a:p>
        </p:txBody>
      </p:sp>
      <p:sp>
        <p:nvSpPr>
          <p:cNvPr id="3" name="Tampungan Konten 2">
            <a:extLst>
              <a:ext uri="{FF2B5EF4-FFF2-40B4-BE49-F238E27FC236}">
                <a16:creationId xmlns:a16="http://schemas.microsoft.com/office/drawing/2014/main" id="{8A6FC6F2-80B4-49A7-9448-33FE2DF0E967}"/>
              </a:ext>
            </a:extLst>
          </p:cNvPr>
          <p:cNvSpPr>
            <a:spLocks noGrp="1"/>
          </p:cNvSpPr>
          <p:nvPr>
            <p:ph idx="1" hasCustomPrompt="1"/>
          </p:nvPr>
        </p:nvSpPr>
        <p:spPr>
          <a:xfrm>
            <a:off x="1167491" y="2526318"/>
            <a:ext cx="3218688" cy="2828613"/>
          </a:xfrm>
        </p:spPr>
        <p:txBody>
          <a:bodyPr rtlCol="0">
            <a:noAutofit/>
          </a:bodyPr>
          <a:lstStyle>
            <a:lvl1pPr marL="0" indent="0">
              <a:buNone/>
              <a:defRPr sz="2000">
                <a:latin typeface="+mn-lt"/>
              </a:defRPr>
            </a:lvl1pPr>
            <a:lvl2pPr marL="457200" indent="0">
              <a:buNone/>
              <a:defRPr sz="1800">
                <a:latin typeface="+mn-lt"/>
              </a:defRPr>
            </a:lvl2pPr>
            <a:lvl3pPr marL="914400" indent="0">
              <a:buNone/>
              <a:defRPr sz="1600">
                <a:latin typeface="+mn-lt"/>
              </a:defRPr>
            </a:lvl3pPr>
            <a:lvl4pPr marL="1371600" indent="0">
              <a:buNone/>
              <a:defRPr sz="1400">
                <a:latin typeface="+mn-lt"/>
              </a:defRPr>
            </a:lvl4pPr>
            <a:lvl5pPr marL="1828800" indent="0">
              <a:buNone/>
              <a:defRPr sz="1400">
                <a:latin typeface="+mn-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4" name="Bentuk bebas 3">
            <a:extLst>
              <a:ext uri="{FF2B5EF4-FFF2-40B4-BE49-F238E27FC236}">
                <a16:creationId xmlns:a16="http://schemas.microsoft.com/office/drawing/2014/main" id="{6A7F6A3F-E1DD-A246-9A6D-5F9B18BA2588}"/>
              </a:ext>
            </a:extLst>
          </p:cNvPr>
          <p:cNvSpPr/>
          <p:nvPr userDrawn="1"/>
        </p:nvSpPr>
        <p:spPr>
          <a:xfrm rot="5400000">
            <a:off x="8580896" y="0"/>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5" name="Bentuk bebas 4">
            <a:extLst>
              <a:ext uri="{FF2B5EF4-FFF2-40B4-BE49-F238E27FC236}">
                <a16:creationId xmlns:a16="http://schemas.microsoft.com/office/drawing/2014/main" id="{055FD0FC-C8FF-6741-A364-A29CDC6F9495}"/>
              </a:ext>
            </a:extLst>
          </p:cNvPr>
          <p:cNvSpPr/>
          <p:nvPr userDrawn="1"/>
        </p:nvSpPr>
        <p:spPr>
          <a:xfrm>
            <a:off x="-2364"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latin typeface="+mn-lt"/>
            </a:endParaRPr>
          </a:p>
        </p:txBody>
      </p:sp>
      <p:sp>
        <p:nvSpPr>
          <p:cNvPr id="6" name="Bentuk bebas 5">
            <a:extLst>
              <a:ext uri="{FF2B5EF4-FFF2-40B4-BE49-F238E27FC236}">
                <a16:creationId xmlns:a16="http://schemas.microsoft.com/office/drawing/2014/main" id="{D11C9832-A021-954E-A34F-2988D1189AE9}"/>
              </a:ext>
            </a:extLst>
          </p:cNvPr>
          <p:cNvSpPr/>
          <p:nvPr userDrawn="1"/>
        </p:nvSpPr>
        <p:spPr>
          <a:xfrm rot="5400000" flipH="1">
            <a:off x="11258144" y="5924144"/>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latin typeface="+mn-lt"/>
            </a:endParaRPr>
          </a:p>
        </p:txBody>
      </p:sp>
      <p:grpSp>
        <p:nvGrpSpPr>
          <p:cNvPr id="9" name="Grup 8">
            <a:extLst>
              <a:ext uri="{FF2B5EF4-FFF2-40B4-BE49-F238E27FC236}">
                <a16:creationId xmlns:a16="http://schemas.microsoft.com/office/drawing/2014/main" id="{9861BC34-DFBF-2D4F-B463-FCFBC08391FF}"/>
              </a:ext>
            </a:extLst>
          </p:cNvPr>
          <p:cNvGrpSpPr/>
          <p:nvPr userDrawn="1"/>
        </p:nvGrpSpPr>
        <p:grpSpPr>
          <a:xfrm>
            <a:off x="2587417" y="5590903"/>
            <a:ext cx="1572380" cy="1267097"/>
            <a:chOff x="7413403" y="4976359"/>
            <a:chExt cx="2334986" cy="1881641"/>
          </a:xfrm>
        </p:grpSpPr>
        <p:sp>
          <p:nvSpPr>
            <p:cNvPr id="7" name="Bentuk bebas 6">
              <a:extLst>
                <a:ext uri="{FF2B5EF4-FFF2-40B4-BE49-F238E27FC236}">
                  <a16:creationId xmlns:a16="http://schemas.microsoft.com/office/drawing/2014/main" id="{55C37C19-F268-4A43-A0D4-3B1B38D48952}"/>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latin typeface="+mn-lt"/>
              </a:endParaRPr>
            </a:p>
          </p:txBody>
        </p:sp>
        <p:sp>
          <p:nvSpPr>
            <p:cNvPr id="8" name="Bentuk bebas 7">
              <a:extLst>
                <a:ext uri="{FF2B5EF4-FFF2-40B4-BE49-F238E27FC236}">
                  <a16:creationId xmlns:a16="http://schemas.microsoft.com/office/drawing/2014/main" id="{E4F760E5-9D5D-E44F-AEBF-20CA8DE87D11}"/>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latin typeface="+mn-lt"/>
              </a:endParaRPr>
            </a:p>
          </p:txBody>
        </p:sp>
      </p:grpSp>
      <p:sp>
        <p:nvSpPr>
          <p:cNvPr id="10" name="Tampungan Tanggal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1767114" cy="365125"/>
          </a:xfrm>
          <a:prstGeom prst="rect">
            <a:avLst/>
          </a:prstGeom>
        </p:spPr>
        <p:txBody>
          <a:bodyPr vert="horz" lIns="91440" tIns="45720" rIns="91440" bIns="45720" rtlCol="0" anchor="ctr">
            <a:noAutofit/>
          </a:bodyPr>
          <a:lstStyle>
            <a:lvl1pPr algn="l">
              <a:defRPr sz="1200">
                <a:solidFill>
                  <a:schemeClr val="accent2"/>
                </a:solidFill>
                <a:latin typeface="+mn-lt"/>
              </a:defRPr>
            </a:lvl1pPr>
          </a:lstStyle>
          <a:p>
            <a:pPr rtl="0"/>
            <a:fld id="{FED39403-5B82-4458-B314-3455B2B980C6}" type="datetime1">
              <a:rPr lang="id-ID" noProof="0" smtClean="0"/>
              <a:t>14/10/2025</a:t>
            </a:fld>
            <a:endParaRPr lang="id-ID" noProof="0"/>
          </a:p>
        </p:txBody>
      </p:sp>
      <p:sp>
        <p:nvSpPr>
          <p:cNvPr id="11" name="Tampungan Kaki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pPr rtl="0"/>
            <a:r>
              <a:rPr lang="id-ID" noProof="0"/>
              <a:t>JUDUL PRESENTASI</a:t>
            </a:r>
          </a:p>
        </p:txBody>
      </p:sp>
      <p:sp>
        <p:nvSpPr>
          <p:cNvPr id="13" name="Tampungan Konten 2">
            <a:extLst>
              <a:ext uri="{FF2B5EF4-FFF2-40B4-BE49-F238E27FC236}">
                <a16:creationId xmlns:a16="http://schemas.microsoft.com/office/drawing/2014/main" id="{94CA559C-3355-DE44-ACF9-BDB6083C4225}"/>
              </a:ext>
            </a:extLst>
          </p:cNvPr>
          <p:cNvSpPr>
            <a:spLocks noGrp="1"/>
          </p:cNvSpPr>
          <p:nvPr>
            <p:ph idx="10" hasCustomPrompt="1"/>
          </p:nvPr>
        </p:nvSpPr>
        <p:spPr>
          <a:xfrm>
            <a:off x="4683787" y="2526318"/>
            <a:ext cx="3173279" cy="2828613"/>
          </a:xfrm>
        </p:spPr>
        <p:txBody>
          <a:bodyPr rtlCol="0">
            <a:noAutofit/>
          </a:bodyPr>
          <a:lstStyle>
            <a:lvl1pPr marL="0" indent="0">
              <a:buNone/>
              <a:defRPr sz="2000">
                <a:latin typeface="+mn-lt"/>
              </a:defRPr>
            </a:lvl1pPr>
            <a:lvl2pPr marL="457200" indent="0">
              <a:buNone/>
              <a:defRPr sz="1800">
                <a:latin typeface="+mn-lt"/>
              </a:defRPr>
            </a:lvl2pPr>
            <a:lvl3pPr marL="914400" indent="0">
              <a:buNone/>
              <a:defRPr sz="1600">
                <a:latin typeface="+mn-lt"/>
              </a:defRPr>
            </a:lvl3pPr>
            <a:lvl4pPr marL="1371600" indent="0">
              <a:buNone/>
              <a:defRPr sz="1400">
                <a:latin typeface="+mn-lt"/>
              </a:defRPr>
            </a:lvl4pPr>
            <a:lvl5pPr marL="1828800" indent="0">
              <a:buNone/>
              <a:defRPr sz="1400">
                <a:latin typeface="+mn-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14" name="Tampungan Konten 2">
            <a:extLst>
              <a:ext uri="{FF2B5EF4-FFF2-40B4-BE49-F238E27FC236}">
                <a16:creationId xmlns:a16="http://schemas.microsoft.com/office/drawing/2014/main" id="{0B33DABA-7BF5-1147-BA5E-63B92F220E51}"/>
              </a:ext>
            </a:extLst>
          </p:cNvPr>
          <p:cNvSpPr>
            <a:spLocks noGrp="1"/>
          </p:cNvSpPr>
          <p:nvPr>
            <p:ph idx="11" hasCustomPrompt="1"/>
          </p:nvPr>
        </p:nvSpPr>
        <p:spPr>
          <a:xfrm>
            <a:off x="1167493" y="2003804"/>
            <a:ext cx="3173278" cy="522514"/>
          </a:xfrm>
        </p:spPr>
        <p:txBody>
          <a:bodyPr rtlCol="0">
            <a:noAutofit/>
          </a:bodyPr>
          <a:lstStyle>
            <a:lvl1pPr marL="0" indent="0">
              <a:buNone/>
              <a:defRPr sz="2400" b="1">
                <a:latin typeface="+mj-lt"/>
              </a:defRPr>
            </a:lvl1pPr>
            <a:lvl2pPr marL="457200" indent="0">
              <a:buNone/>
              <a:defRPr sz="2000" b="1">
                <a:latin typeface="+mj-lt"/>
              </a:defRPr>
            </a:lvl2pPr>
            <a:lvl3pPr marL="914400" indent="0">
              <a:buNone/>
              <a:defRPr sz="1800" b="1">
                <a:latin typeface="+mj-lt"/>
              </a:defRPr>
            </a:lvl3pPr>
            <a:lvl4pPr marL="1371600" indent="0">
              <a:buNone/>
              <a:defRPr sz="1600" b="1">
                <a:latin typeface="+mj-lt"/>
              </a:defRPr>
            </a:lvl4pPr>
            <a:lvl5pPr marL="1828800" indent="0">
              <a:buNone/>
              <a:defRPr sz="1600" b="1">
                <a:latin typeface="+mj-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15" name="Tampungan Konten 2">
            <a:extLst>
              <a:ext uri="{FF2B5EF4-FFF2-40B4-BE49-F238E27FC236}">
                <a16:creationId xmlns:a16="http://schemas.microsoft.com/office/drawing/2014/main" id="{1B05BEE9-8BC0-EC44-B913-DB6426DF2EA7}"/>
              </a:ext>
            </a:extLst>
          </p:cNvPr>
          <p:cNvSpPr>
            <a:spLocks noGrp="1"/>
          </p:cNvSpPr>
          <p:nvPr>
            <p:ph idx="12" hasCustomPrompt="1"/>
          </p:nvPr>
        </p:nvSpPr>
        <p:spPr>
          <a:xfrm>
            <a:off x="4683788" y="2003804"/>
            <a:ext cx="3173278" cy="522514"/>
          </a:xfrm>
        </p:spPr>
        <p:txBody>
          <a:bodyPr rtlCol="0">
            <a:noAutofit/>
          </a:bodyPr>
          <a:lstStyle>
            <a:lvl1pPr marL="0" indent="0">
              <a:buNone/>
              <a:defRPr sz="2400" b="1">
                <a:latin typeface="+mj-lt"/>
              </a:defRPr>
            </a:lvl1pPr>
            <a:lvl2pPr marL="457200" indent="0">
              <a:buNone/>
              <a:defRPr sz="2000" b="1">
                <a:latin typeface="+mj-lt"/>
              </a:defRPr>
            </a:lvl2pPr>
            <a:lvl3pPr marL="914400" indent="0">
              <a:buNone/>
              <a:defRPr sz="1800" b="1">
                <a:latin typeface="+mj-lt"/>
              </a:defRPr>
            </a:lvl3pPr>
            <a:lvl4pPr marL="1371600" indent="0">
              <a:buNone/>
              <a:defRPr sz="1600" b="1">
                <a:latin typeface="+mj-lt"/>
              </a:defRPr>
            </a:lvl4pPr>
            <a:lvl5pPr marL="1828800" indent="0">
              <a:buNone/>
              <a:defRPr sz="1600" b="1">
                <a:latin typeface="+mj-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16" name="Tampungan Konten 2">
            <a:extLst>
              <a:ext uri="{FF2B5EF4-FFF2-40B4-BE49-F238E27FC236}">
                <a16:creationId xmlns:a16="http://schemas.microsoft.com/office/drawing/2014/main" id="{43D62993-A055-DF4F-9286-4FFE3A5C7FD7}"/>
              </a:ext>
            </a:extLst>
          </p:cNvPr>
          <p:cNvSpPr>
            <a:spLocks noGrp="1"/>
          </p:cNvSpPr>
          <p:nvPr>
            <p:ph idx="13" hasCustomPrompt="1"/>
          </p:nvPr>
        </p:nvSpPr>
        <p:spPr>
          <a:xfrm>
            <a:off x="8200082" y="2526318"/>
            <a:ext cx="3173279" cy="2828613"/>
          </a:xfrm>
        </p:spPr>
        <p:txBody>
          <a:bodyPr rtlCol="0">
            <a:noAutofit/>
          </a:bodyPr>
          <a:lstStyle>
            <a:lvl1pPr marL="0" indent="0">
              <a:buNone/>
              <a:defRPr sz="2000">
                <a:latin typeface="+mn-lt"/>
              </a:defRPr>
            </a:lvl1pPr>
            <a:lvl2pPr marL="457200" indent="0">
              <a:buNone/>
              <a:defRPr sz="1800">
                <a:latin typeface="+mn-lt"/>
              </a:defRPr>
            </a:lvl2pPr>
            <a:lvl3pPr marL="914400" indent="0">
              <a:buNone/>
              <a:defRPr sz="1600">
                <a:latin typeface="+mn-lt"/>
              </a:defRPr>
            </a:lvl3pPr>
            <a:lvl4pPr marL="1371600" indent="0">
              <a:buNone/>
              <a:defRPr sz="1400">
                <a:latin typeface="+mn-lt"/>
              </a:defRPr>
            </a:lvl4pPr>
            <a:lvl5pPr marL="1828800" indent="0">
              <a:buNone/>
              <a:defRPr sz="1400">
                <a:latin typeface="+mn-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17" name="Tampungan Konten 2">
            <a:extLst>
              <a:ext uri="{FF2B5EF4-FFF2-40B4-BE49-F238E27FC236}">
                <a16:creationId xmlns:a16="http://schemas.microsoft.com/office/drawing/2014/main" id="{A896DA2E-4448-254C-86D1-9E16E63CC6A0}"/>
              </a:ext>
            </a:extLst>
          </p:cNvPr>
          <p:cNvSpPr>
            <a:spLocks noGrp="1"/>
          </p:cNvSpPr>
          <p:nvPr>
            <p:ph idx="14" hasCustomPrompt="1"/>
          </p:nvPr>
        </p:nvSpPr>
        <p:spPr>
          <a:xfrm>
            <a:off x="8200083" y="2003804"/>
            <a:ext cx="3173278" cy="522514"/>
          </a:xfrm>
        </p:spPr>
        <p:txBody>
          <a:bodyPr rtlCol="0">
            <a:noAutofit/>
          </a:bodyPr>
          <a:lstStyle>
            <a:lvl1pPr marL="0" indent="0">
              <a:buNone/>
              <a:defRPr sz="2400" b="1">
                <a:latin typeface="+mj-lt"/>
              </a:defRPr>
            </a:lvl1pPr>
            <a:lvl2pPr marL="457200" indent="0">
              <a:buNone/>
              <a:defRPr sz="2000" b="1">
                <a:latin typeface="+mj-lt"/>
              </a:defRPr>
            </a:lvl2pPr>
            <a:lvl3pPr marL="914400" indent="0">
              <a:buNone/>
              <a:defRPr sz="1800" b="1">
                <a:latin typeface="+mj-lt"/>
              </a:defRPr>
            </a:lvl3pPr>
            <a:lvl4pPr marL="1371600" indent="0">
              <a:buNone/>
              <a:defRPr sz="1600" b="1">
                <a:latin typeface="+mj-lt"/>
              </a:defRPr>
            </a:lvl4pPr>
            <a:lvl5pPr marL="1828800" indent="0">
              <a:buNone/>
              <a:defRPr sz="1600" b="1">
                <a:latin typeface="+mj-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12" name="Tampungan Nomor Slide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2"/>
                </a:solidFill>
                <a:latin typeface="+mn-lt"/>
              </a:defRPr>
            </a:lvl1pPr>
          </a:lstStyle>
          <a:p>
            <a:pPr rtl="0"/>
            <a:fld id="{294A09A9-5501-47C1-A89A-A340965A2BE2}" type="slidenum">
              <a:rPr lang="id-ID" noProof="0" smtClean="0"/>
              <a:pPr/>
              <a:t>‹#›</a:t>
            </a:fld>
            <a:endParaRPr lang="id-ID" noProof="0"/>
          </a:p>
        </p:txBody>
      </p:sp>
    </p:spTree>
    <p:extLst>
      <p:ext uri="{BB962C8B-B14F-4D97-AF65-F5344CB8AC3E}">
        <p14:creationId xmlns:p14="http://schemas.microsoft.com/office/powerpoint/2010/main" val="275697644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Slide Akhir">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494248F2-5264-4601-AA0B-6C092F77F2DD}"/>
              </a:ext>
            </a:extLst>
          </p:cNvPr>
          <p:cNvSpPr>
            <a:spLocks noGrp="1"/>
          </p:cNvSpPr>
          <p:nvPr>
            <p:ph type="ctrTitle"/>
          </p:nvPr>
        </p:nvSpPr>
        <p:spPr>
          <a:xfrm>
            <a:off x="1167494" y="1122363"/>
            <a:ext cx="6220278" cy="2387600"/>
          </a:xfrm>
        </p:spPr>
        <p:txBody>
          <a:bodyPr rtlCol="0" anchor="b">
            <a:noAutofit/>
          </a:bodyPr>
          <a:lstStyle>
            <a:lvl1pPr algn="l">
              <a:defRPr sz="6000" b="1">
                <a:latin typeface="+mj-lt"/>
              </a:defRPr>
            </a:lvl1pPr>
          </a:lstStyle>
          <a:p>
            <a:pPr rtl="0"/>
            <a:r>
              <a:rPr lang="en-US" noProof="0"/>
              <a:t>Click to edit Master title style</a:t>
            </a:r>
            <a:endParaRPr lang="id-ID" noProof="0"/>
          </a:p>
        </p:txBody>
      </p:sp>
      <p:sp>
        <p:nvSpPr>
          <p:cNvPr id="3" name="Subjudul 2">
            <a:extLst>
              <a:ext uri="{FF2B5EF4-FFF2-40B4-BE49-F238E27FC236}">
                <a16:creationId xmlns:a16="http://schemas.microsoft.com/office/drawing/2014/main" id="{DCFB69D3-5632-4285-A209-9DCA67DA668C}"/>
              </a:ext>
            </a:extLst>
          </p:cNvPr>
          <p:cNvSpPr>
            <a:spLocks noGrp="1"/>
          </p:cNvSpPr>
          <p:nvPr>
            <p:ph type="subTitle" idx="1"/>
          </p:nvPr>
        </p:nvSpPr>
        <p:spPr>
          <a:xfrm>
            <a:off x="1167493" y="3602038"/>
            <a:ext cx="6220277" cy="2247219"/>
          </a:xfrm>
        </p:spPr>
        <p:txBody>
          <a:bodyPr rtlCol="0">
            <a:noAutofit/>
          </a:bodyPr>
          <a:lstStyle>
            <a:lvl1pPr marL="0" indent="0" algn="l">
              <a:buNone/>
              <a:defRPr sz="2800">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rtl="0"/>
            <a:r>
              <a:rPr lang="en-US" noProof="0"/>
              <a:t>Click to edit Master subtitle style</a:t>
            </a:r>
            <a:endParaRPr lang="id-ID" noProof="0"/>
          </a:p>
        </p:txBody>
      </p:sp>
      <p:sp>
        <p:nvSpPr>
          <p:cNvPr id="4" name="Persegi 3">
            <a:extLst>
              <a:ext uri="{FF2B5EF4-FFF2-40B4-BE49-F238E27FC236}">
                <a16:creationId xmlns:a16="http://schemas.microsoft.com/office/drawing/2014/main" id="{9AC79249-FDC0-364D-A734-AE1DE1605D28}"/>
              </a:ext>
            </a:extLst>
          </p:cNvPr>
          <p:cNvSpPr/>
          <p:nvPr userDrawn="1"/>
        </p:nvSpPr>
        <p:spPr>
          <a:xfrm>
            <a:off x="8264426" y="0"/>
            <a:ext cx="3927574"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id-ID" noProof="0"/>
          </a:p>
        </p:txBody>
      </p:sp>
      <p:grpSp>
        <p:nvGrpSpPr>
          <p:cNvPr id="6" name="Grup 5">
            <a:extLst>
              <a:ext uri="{FF2B5EF4-FFF2-40B4-BE49-F238E27FC236}">
                <a16:creationId xmlns:a16="http://schemas.microsoft.com/office/drawing/2014/main" id="{F15FBB50-09C8-B64E-AE57-67C5E70810CB}"/>
              </a:ext>
            </a:extLst>
          </p:cNvPr>
          <p:cNvGrpSpPr/>
          <p:nvPr userDrawn="1"/>
        </p:nvGrpSpPr>
        <p:grpSpPr>
          <a:xfrm>
            <a:off x="8264427" y="3685939"/>
            <a:ext cx="3927573" cy="3178856"/>
            <a:chOff x="9857014" y="13834"/>
            <a:chExt cx="2334986" cy="1881641"/>
          </a:xfrm>
        </p:grpSpPr>
        <p:sp>
          <p:nvSpPr>
            <p:cNvPr id="15" name="Bentuk bebas 14">
              <a:extLst>
                <a:ext uri="{FF2B5EF4-FFF2-40B4-BE49-F238E27FC236}">
                  <a16:creationId xmlns:a16="http://schemas.microsoft.com/office/drawing/2014/main" id="{EFBF1E52-11FA-DC48-B7AD-75734232FFE8}"/>
                </a:ext>
              </a:extLst>
            </p:cNvPr>
            <p:cNvSpPr/>
            <p:nvPr userDrawn="1"/>
          </p:nvSpPr>
          <p:spPr>
            <a:xfrm rot="5400000" flipH="1" flipV="1">
              <a:off x="10667433"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16" name="Bentuk bebas 15">
              <a:extLst>
                <a:ext uri="{FF2B5EF4-FFF2-40B4-BE49-F238E27FC236}">
                  <a16:creationId xmlns:a16="http://schemas.microsoft.com/office/drawing/2014/main" id="{4850B620-49F5-3748-84AF-682555D52792}"/>
                </a:ext>
              </a:extLst>
            </p:cNvPr>
            <p:cNvSpPr/>
            <p:nvPr userDrawn="1"/>
          </p:nvSpPr>
          <p:spPr>
            <a:xfrm rot="16200000" flipV="1">
              <a:off x="9499940"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grpSp>
      <p:sp>
        <p:nvSpPr>
          <p:cNvPr id="22" name="Bentuk bebas 21">
            <a:extLst>
              <a:ext uri="{FF2B5EF4-FFF2-40B4-BE49-F238E27FC236}">
                <a16:creationId xmlns:a16="http://schemas.microsoft.com/office/drawing/2014/main" id="{BC68F289-2744-2F48-893A-3F17911625C8}"/>
              </a:ext>
            </a:extLst>
          </p:cNvPr>
          <p:cNvSpPr/>
          <p:nvPr userDrawn="1"/>
        </p:nvSpPr>
        <p:spPr>
          <a:xfrm>
            <a:off x="0" y="-1"/>
            <a:ext cx="1167493" cy="1167493"/>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17" name="Bentuk bebas 16">
            <a:extLst>
              <a:ext uri="{FF2B5EF4-FFF2-40B4-BE49-F238E27FC236}">
                <a16:creationId xmlns:a16="http://schemas.microsoft.com/office/drawing/2014/main" id="{39563C76-BC00-DE47-88F5-C24D3CE3325A}"/>
              </a:ext>
            </a:extLst>
          </p:cNvPr>
          <p:cNvSpPr/>
          <p:nvPr userDrawn="1"/>
        </p:nvSpPr>
        <p:spPr>
          <a:xfrm>
            <a:off x="10228214" y="-1"/>
            <a:ext cx="1963787" cy="3178856"/>
          </a:xfrm>
          <a:custGeom>
            <a:avLst/>
            <a:gdLst>
              <a:gd name="connsiteX0" fmla="*/ 0 w 1963787"/>
              <a:gd name="connsiteY0" fmla="*/ 0 h 3178856"/>
              <a:gd name="connsiteX1" fmla="*/ 1963787 w 1963787"/>
              <a:gd name="connsiteY1" fmla="*/ 0 h 3178856"/>
              <a:gd name="connsiteX2" fmla="*/ 1963787 w 1963787"/>
              <a:gd name="connsiteY2" fmla="*/ 1967129 h 3178856"/>
              <a:gd name="connsiteX3" fmla="*/ 1963787 w 1963787"/>
              <a:gd name="connsiteY3" fmla="*/ 2349671 h 3178856"/>
              <a:gd name="connsiteX4" fmla="*/ 1963787 w 1963787"/>
              <a:gd name="connsiteY4" fmla="*/ 3178856 h 3178856"/>
              <a:gd name="connsiteX5" fmla="*/ 1963753 w 1963787"/>
              <a:gd name="connsiteY5" fmla="*/ 3178856 h 3178856"/>
              <a:gd name="connsiteX6" fmla="*/ 1763002 w 1963787"/>
              <a:gd name="connsiteY6" fmla="*/ 3168629 h 3178856"/>
              <a:gd name="connsiteX7" fmla="*/ 0 w 1963787"/>
              <a:gd name="connsiteY7" fmla="*/ 1197921 h 3178856"/>
              <a:gd name="connsiteX8" fmla="*/ 0 w 1963787"/>
              <a:gd name="connsiteY8" fmla="*/ 1039961 h 3178856"/>
              <a:gd name="connsiteX9" fmla="*/ 0 w 1963787"/>
              <a:gd name="connsiteY9" fmla="*/ 0 h 3178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63787" h="3178856">
                <a:moveTo>
                  <a:pt x="0" y="0"/>
                </a:moveTo>
                <a:lnTo>
                  <a:pt x="1963787" y="0"/>
                </a:lnTo>
                <a:lnTo>
                  <a:pt x="1963787" y="1967129"/>
                </a:lnTo>
                <a:lnTo>
                  <a:pt x="1963787" y="2349671"/>
                </a:lnTo>
                <a:lnTo>
                  <a:pt x="1963787" y="3178856"/>
                </a:lnTo>
                <a:lnTo>
                  <a:pt x="1963753" y="3178856"/>
                </a:lnTo>
                <a:lnTo>
                  <a:pt x="1763002" y="3168629"/>
                </a:lnTo>
                <a:cubicBezTo>
                  <a:pt x="772749" y="3067186"/>
                  <a:pt x="0" y="2223585"/>
                  <a:pt x="0" y="1197921"/>
                </a:cubicBezTo>
                <a:lnTo>
                  <a:pt x="0" y="1039961"/>
                </a:lnTo>
                <a:lnTo>
                  <a:pt x="0"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Tree>
    <p:extLst>
      <p:ext uri="{BB962C8B-B14F-4D97-AF65-F5344CB8AC3E}">
        <p14:creationId xmlns:p14="http://schemas.microsoft.com/office/powerpoint/2010/main" val="25447069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ampungan Judul 1">
            <a:extLst>
              <a:ext uri="{FF2B5EF4-FFF2-40B4-BE49-F238E27FC236}">
                <a16:creationId xmlns:a16="http://schemas.microsoft.com/office/drawing/2014/main" id="{9198F9AA-2C87-421D-97C1-B4248DFDC2C2}"/>
              </a:ext>
            </a:extLst>
          </p:cNvPr>
          <p:cNvSpPr>
            <a:spLocks noGrp="1"/>
          </p:cNvSpPr>
          <p:nvPr>
            <p:ph type="title"/>
          </p:nvPr>
        </p:nvSpPr>
        <p:spPr>
          <a:xfrm>
            <a:off x="381000" y="381000"/>
            <a:ext cx="11430000" cy="1325563"/>
          </a:xfrm>
          <a:prstGeom prst="rect">
            <a:avLst/>
          </a:prstGeom>
        </p:spPr>
        <p:txBody>
          <a:bodyPr vert="horz" lIns="91440" tIns="45720" rIns="91440" bIns="45720" rtlCol="0" anchor="ctr">
            <a:noAutofit/>
          </a:bodyPr>
          <a:lstStyle/>
          <a:p>
            <a:pPr rtl="0"/>
            <a:r>
              <a:rPr lang="id-ID" noProof="0"/>
              <a:t>Klik untuk mengedit gaya judul Master</a:t>
            </a:r>
          </a:p>
        </p:txBody>
      </p:sp>
      <p:sp>
        <p:nvSpPr>
          <p:cNvPr id="3" name="Tampungan Teks 2">
            <a:extLst>
              <a:ext uri="{FF2B5EF4-FFF2-40B4-BE49-F238E27FC236}">
                <a16:creationId xmlns:a16="http://schemas.microsoft.com/office/drawing/2014/main" id="{AE98FC63-C8D2-4CE6-A3F1-EE8ED24590C4}"/>
              </a:ext>
            </a:extLst>
          </p:cNvPr>
          <p:cNvSpPr>
            <a:spLocks noGrp="1"/>
          </p:cNvSpPr>
          <p:nvPr>
            <p:ph type="body" idx="1"/>
          </p:nvPr>
        </p:nvSpPr>
        <p:spPr>
          <a:xfrm>
            <a:off x="381000" y="1825625"/>
            <a:ext cx="11430000" cy="4351338"/>
          </a:xfrm>
          <a:prstGeom prst="rect">
            <a:avLst/>
          </a:prstGeom>
        </p:spPr>
        <p:txBody>
          <a:bodyPr vert="horz" lIns="91440" tIns="45720" rIns="91440" bIns="45720" rtlCol="0">
            <a:noAutofit/>
          </a:body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4" name="Tampungan Tanggal 3">
            <a:extLst>
              <a:ext uri="{FF2B5EF4-FFF2-40B4-BE49-F238E27FC236}">
                <a16:creationId xmlns:a16="http://schemas.microsoft.com/office/drawing/2014/main" id="{EED77A09-15C2-4E47-948E-AACAFCA47D40}"/>
              </a:ext>
            </a:extLst>
          </p:cNvPr>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sz="1200">
                <a:solidFill>
                  <a:schemeClr val="tx2"/>
                </a:solidFill>
                <a:latin typeface="+mn-lt"/>
              </a:defRPr>
            </a:lvl1pPr>
          </a:lstStyle>
          <a:p>
            <a:pPr rtl="0"/>
            <a:fld id="{C829E6E2-2665-481C-9621-3949D48D67CF}" type="datetime1">
              <a:rPr lang="id-ID" noProof="0" smtClean="0"/>
              <a:t>14/10/2025</a:t>
            </a:fld>
            <a:endParaRPr lang="id-ID" noProof="0"/>
          </a:p>
        </p:txBody>
      </p:sp>
      <p:sp>
        <p:nvSpPr>
          <p:cNvPr id="5" name="Tampungan Kaki 4">
            <a:extLst>
              <a:ext uri="{FF2B5EF4-FFF2-40B4-BE49-F238E27FC236}">
                <a16:creationId xmlns:a16="http://schemas.microsoft.com/office/drawing/2014/main" id="{60567522-C3B6-46EB-A361-BEC2510B00C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tx2"/>
                </a:solidFill>
                <a:latin typeface="+mn-lt"/>
              </a:defRPr>
            </a:lvl1pPr>
          </a:lstStyle>
          <a:p>
            <a:pPr rtl="0"/>
            <a:r>
              <a:rPr lang="id-ID" noProof="0"/>
              <a:t>JUDUL PRESENTASI</a:t>
            </a:r>
          </a:p>
        </p:txBody>
      </p:sp>
      <p:sp>
        <p:nvSpPr>
          <p:cNvPr id="6" name="Tampungan Nomor Slide 5">
            <a:extLst>
              <a:ext uri="{FF2B5EF4-FFF2-40B4-BE49-F238E27FC236}">
                <a16:creationId xmlns:a16="http://schemas.microsoft.com/office/drawing/2014/main" id="{CDC57CF0-034F-450D-937C-718D5AF1A059}"/>
              </a:ext>
            </a:extLst>
          </p:cNvPr>
          <p:cNvSpPr>
            <a:spLocks noGrp="1"/>
          </p:cNvSpPr>
          <p:nvPr>
            <p:ph type="sldNum" sz="quarter" idx="4"/>
          </p:nvPr>
        </p:nvSpPr>
        <p:spPr>
          <a:xfrm>
            <a:off x="9067800" y="6356350"/>
            <a:ext cx="2743200" cy="365125"/>
          </a:xfrm>
          <a:prstGeom prst="rect">
            <a:avLst/>
          </a:prstGeom>
        </p:spPr>
        <p:txBody>
          <a:bodyPr vert="horz" lIns="91440" tIns="45720" rIns="91440" bIns="45720" rtlCol="0" anchor="ctr">
            <a:noAutofit/>
          </a:bodyPr>
          <a:lstStyle>
            <a:lvl1pPr algn="r">
              <a:defRPr sz="1200">
                <a:solidFill>
                  <a:schemeClr val="tx2"/>
                </a:solidFill>
                <a:latin typeface="+mn-lt"/>
              </a:defRPr>
            </a:lvl1pPr>
          </a:lstStyle>
          <a:p>
            <a:pPr rtl="0"/>
            <a:fld id="{294A09A9-5501-47C1-A89A-A340965A2BE2}" type="slidenum">
              <a:rPr lang="id-ID" noProof="0" smtClean="0"/>
              <a:pPr/>
              <a:t>‹#›</a:t>
            </a:fld>
            <a:endParaRPr lang="id-ID" noProof="0"/>
          </a:p>
        </p:txBody>
      </p:sp>
    </p:spTree>
    <p:extLst>
      <p:ext uri="{BB962C8B-B14F-4D97-AF65-F5344CB8AC3E}">
        <p14:creationId xmlns:p14="http://schemas.microsoft.com/office/powerpoint/2010/main" val="178835397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9" r:id="rId4"/>
    <p:sldLayoutId id="2147483660" r:id="rId5"/>
    <p:sldLayoutId id="2147483661" r:id="rId6"/>
    <p:sldLayoutId id="2147483654" r:id="rId7"/>
    <p:sldLayoutId id="2147483658" r:id="rId8"/>
    <p:sldLayoutId id="2147483662" r:id="rId9"/>
    <p:sldLayoutId id="2147483663" r:id="rId10"/>
    <p:sldLayoutId id="2147483664" r:id="rId11"/>
    <p:sldLayoutId id="2147483665" r:id="rId12"/>
    <p:sldLayoutId id="2147483666" r:id="rId13"/>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A4A3A4"/>
          </p15:clr>
        </p15:guide>
        <p15:guide id="2" pos="3840" userDrawn="1">
          <p15:clr>
            <a:srgbClr val="A4A3A4"/>
          </p15:clr>
        </p15:guide>
        <p15:guide id="3" pos="240" userDrawn="1">
          <p15:clr>
            <a:srgbClr val="547EBF"/>
          </p15:clr>
        </p15:guide>
        <p15:guide id="4" orient="horz" pos="240" userDrawn="1">
          <p15:clr>
            <a:srgbClr val="547EBF"/>
          </p15:clr>
        </p15:guide>
        <p15:guide id="5" pos="7440" userDrawn="1">
          <p15:clr>
            <a:srgbClr val="547EBF"/>
          </p15:clr>
        </p15:guide>
        <p15:guide id="6" orient="horz" pos="4080" userDrawn="1">
          <p15:clr>
            <a:srgbClr val="547EBF"/>
          </p15:clr>
        </p15:guide>
        <p15:guide id="7" pos="3960" userDrawn="1">
          <p15:clr>
            <a:srgbClr val="547EBF"/>
          </p15:clr>
        </p15:guide>
        <p15:guide id="8" pos="3720" userDrawn="1">
          <p15:clr>
            <a:srgbClr val="547EBF"/>
          </p15:clr>
        </p15:guide>
        <p15:guide id="9" pos="2112" userDrawn="1">
          <p15:clr>
            <a:srgbClr val="547EBF"/>
          </p15:clr>
        </p15:guide>
        <p15:guide id="10" pos="1848" userDrawn="1">
          <p15:clr>
            <a:srgbClr val="547EBF"/>
          </p15:clr>
        </p15:guide>
        <p15:guide id="11" pos="5568" userDrawn="1">
          <p15:clr>
            <a:srgbClr val="547EBF"/>
          </p15:clr>
        </p15:guide>
        <p15:guide id="12" pos="5832" userDrawn="1">
          <p15:clr>
            <a:srgbClr val="547EBF"/>
          </p15:clr>
        </p15:guide>
        <p15:guide id="13" pos="4968" userDrawn="1">
          <p15:clr>
            <a:srgbClr val="9FCC3B"/>
          </p15:clr>
        </p15:guide>
        <p15:guide id="14" pos="5208" userDrawn="1">
          <p15:clr>
            <a:srgbClr val="9FCC3B"/>
          </p15:clr>
        </p15:guide>
        <p15:guide id="15" pos="2712" userDrawn="1">
          <p15:clr>
            <a:srgbClr val="9FCC3B"/>
          </p15:clr>
        </p15:guide>
        <p15:guide id="16" pos="2472" userDrawn="1">
          <p15:clr>
            <a:srgbClr val="9FCC3B"/>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1.xml"/><Relationship Id="rId1" Type="http://schemas.openxmlformats.org/officeDocument/2006/relationships/slideLayout" Target="../slideLayouts/slideLayout10.xml"/></Relationships>
</file>

<file path=ppt/slides/_rels/slide2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5.xml"/><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6.xml"/><Relationship Id="rId1" Type="http://schemas.openxmlformats.org/officeDocument/2006/relationships/slideLayout" Target="../slideLayouts/slideLayout6.xml"/><Relationship Id="rId4" Type="http://schemas.openxmlformats.org/officeDocument/2006/relationships/image" Target="../media/image11.png"/></Relationships>
</file>

<file path=ppt/slides/_rels/slide2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7.xml"/><Relationship Id="rId1" Type="http://schemas.openxmlformats.org/officeDocument/2006/relationships/slideLayout" Target="../slideLayouts/slideLayout9.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1.xml"/></Relationships>
</file>

<file path=ppt/slides/_rels/slide3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2.xml"/><Relationship Id="rId1" Type="http://schemas.openxmlformats.org/officeDocument/2006/relationships/slideLayout" Target="../slideLayouts/slideLayout11.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8.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9.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9.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9.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9.xml"/></Relationships>
</file>

<file path=ppt/slides/_rels/slide3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51DF3D98-3C30-4CFC-8643-C81E829C8C25}"/>
              </a:ext>
            </a:extLst>
          </p:cNvPr>
          <p:cNvSpPr>
            <a:spLocks noGrp="1"/>
          </p:cNvSpPr>
          <p:nvPr>
            <p:ph type="ctrTitle"/>
          </p:nvPr>
        </p:nvSpPr>
        <p:spPr>
          <a:xfrm>
            <a:off x="1167493" y="1122363"/>
            <a:ext cx="7462157" cy="2387600"/>
          </a:xfrm>
        </p:spPr>
        <p:txBody>
          <a:bodyPr rtlCol="0"/>
          <a:lstStyle/>
          <a:p>
            <a:pPr>
              <a:lnSpc>
                <a:spcPts val="2800"/>
              </a:lnSpc>
            </a:pPr>
            <a:r>
              <a:rPr lang="id-ID" sz="2800" dirty="0"/>
              <a:t>PENERAPAN </a:t>
            </a:r>
            <a:r>
              <a:rPr lang="id-ID" sz="2800" i="1" dirty="0"/>
              <a:t>LIGHT</a:t>
            </a:r>
            <a:r>
              <a:rPr lang="id-ID" sz="2800" dirty="0"/>
              <a:t> </a:t>
            </a:r>
            <a:r>
              <a:rPr lang="id-ID" sz="2800" i="1" dirty="0"/>
              <a:t>GRADIENT</a:t>
            </a:r>
            <a:r>
              <a:rPr lang="id-ID" sz="2800" dirty="0"/>
              <a:t> </a:t>
            </a:r>
            <a:r>
              <a:rPr lang="id-ID" sz="2800" i="1" dirty="0"/>
              <a:t>BOOSTING</a:t>
            </a:r>
            <a:r>
              <a:rPr lang="id-ID" sz="2800" dirty="0"/>
              <a:t> </a:t>
            </a:r>
            <a:r>
              <a:rPr lang="id-ID" sz="2800" i="1" dirty="0"/>
              <a:t>MACHINE</a:t>
            </a:r>
            <a:r>
              <a:rPr lang="id-ID" sz="2800" dirty="0"/>
              <a:t> (LIGHTGBM) UNTUK PREDIKSI NILAI </a:t>
            </a:r>
            <a:r>
              <a:rPr lang="id-ID" sz="2800" i="1" dirty="0"/>
              <a:t>EXPECTED</a:t>
            </a:r>
            <a:r>
              <a:rPr lang="id-ID" sz="2800" dirty="0"/>
              <a:t> </a:t>
            </a:r>
            <a:r>
              <a:rPr lang="id-ID" sz="2800" i="1" dirty="0"/>
              <a:t>GOALS</a:t>
            </a:r>
            <a:r>
              <a:rPr lang="id-ID" sz="2800" dirty="0"/>
              <a:t> (</a:t>
            </a:r>
            <a:r>
              <a:rPr lang="en-GB" sz="2800" dirty="0"/>
              <a:t>x</a:t>
            </a:r>
            <a:r>
              <a:rPr lang="id-ID" sz="2800" dirty="0"/>
              <a:t>G) DALAM ANALISIS SEPAK BOLA</a:t>
            </a:r>
          </a:p>
        </p:txBody>
      </p:sp>
      <p:sp>
        <p:nvSpPr>
          <p:cNvPr id="3" name="Subjudul 2">
            <a:extLst>
              <a:ext uri="{FF2B5EF4-FFF2-40B4-BE49-F238E27FC236}">
                <a16:creationId xmlns:a16="http://schemas.microsoft.com/office/drawing/2014/main" id="{A068D447-28D3-4F5F-B2DC-FD67E9015868}"/>
              </a:ext>
            </a:extLst>
          </p:cNvPr>
          <p:cNvSpPr>
            <a:spLocks noGrp="1"/>
          </p:cNvSpPr>
          <p:nvPr>
            <p:ph type="subTitle" idx="1"/>
          </p:nvPr>
        </p:nvSpPr>
        <p:spPr>
          <a:xfrm>
            <a:off x="1167494" y="3602038"/>
            <a:ext cx="3218770" cy="806675"/>
          </a:xfrm>
        </p:spPr>
        <p:txBody>
          <a:bodyPr rtlCol="0"/>
          <a:lstStyle/>
          <a:p>
            <a:pPr rtl="0">
              <a:lnSpc>
                <a:spcPts val="2000"/>
              </a:lnSpc>
              <a:spcBef>
                <a:spcPts val="0"/>
              </a:spcBef>
            </a:pPr>
            <a:r>
              <a:rPr lang="en-GB" sz="2400" dirty="0"/>
              <a:t>Fadhil Raihan Akbar</a:t>
            </a:r>
          </a:p>
          <a:p>
            <a:pPr rtl="0">
              <a:lnSpc>
                <a:spcPts val="2000"/>
              </a:lnSpc>
              <a:spcBef>
                <a:spcPts val="0"/>
              </a:spcBef>
            </a:pPr>
            <a:r>
              <a:rPr lang="en-GB" sz="2400" b="1" dirty="0"/>
              <a:t>NIM</a:t>
            </a:r>
            <a:r>
              <a:rPr lang="en-GB" sz="2400" dirty="0"/>
              <a:t>. </a:t>
            </a:r>
            <a:r>
              <a:rPr lang="en-GB" sz="2400" b="1" dirty="0"/>
              <a:t>11210930000101</a:t>
            </a:r>
            <a:endParaRPr lang="id-ID" sz="2400" b="1" dirty="0"/>
          </a:p>
        </p:txBody>
      </p:sp>
      <p:pic>
        <p:nvPicPr>
          <p:cNvPr id="5" name="Picture 4">
            <a:extLst>
              <a:ext uri="{FF2B5EF4-FFF2-40B4-BE49-F238E27FC236}">
                <a16:creationId xmlns:a16="http://schemas.microsoft.com/office/drawing/2014/main" id="{F178C27A-9CF5-401F-6C11-BF50CFD967A0}"/>
              </a:ext>
            </a:extLst>
          </p:cNvPr>
          <p:cNvPicPr>
            <a:picLocks noChangeAspect="1"/>
          </p:cNvPicPr>
          <p:nvPr/>
        </p:nvPicPr>
        <p:blipFill>
          <a:blip r:embed="rId3"/>
          <a:stretch>
            <a:fillRect/>
          </a:stretch>
        </p:blipFill>
        <p:spPr>
          <a:xfrm>
            <a:off x="1296080" y="200025"/>
            <a:ext cx="1366515" cy="1628775"/>
          </a:xfrm>
          <a:prstGeom prst="rect">
            <a:avLst/>
          </a:prstGeom>
        </p:spPr>
      </p:pic>
      <p:sp>
        <p:nvSpPr>
          <p:cNvPr id="6" name="Subjudul 2">
            <a:extLst>
              <a:ext uri="{FF2B5EF4-FFF2-40B4-BE49-F238E27FC236}">
                <a16:creationId xmlns:a16="http://schemas.microsoft.com/office/drawing/2014/main" id="{20CD1806-F875-C7FF-986B-7D69010152E6}"/>
              </a:ext>
            </a:extLst>
          </p:cNvPr>
          <p:cNvSpPr txBox="1">
            <a:spLocks/>
          </p:cNvSpPr>
          <p:nvPr/>
        </p:nvSpPr>
        <p:spPr>
          <a:xfrm>
            <a:off x="2434319" y="5197476"/>
            <a:ext cx="3218770" cy="806675"/>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32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ctr">
              <a:lnSpc>
                <a:spcPts val="2000"/>
              </a:lnSpc>
              <a:spcBef>
                <a:spcPts val="0"/>
              </a:spcBef>
            </a:pPr>
            <a:r>
              <a:rPr lang="en-GB" sz="2400" dirty="0"/>
              <a:t>Dosen </a:t>
            </a:r>
            <a:r>
              <a:rPr lang="en-GB" sz="2400" dirty="0" err="1"/>
              <a:t>Pembimbing</a:t>
            </a:r>
            <a:r>
              <a:rPr lang="en-GB" sz="2400" dirty="0"/>
              <a:t> 1</a:t>
            </a:r>
          </a:p>
          <a:p>
            <a:pPr algn="ctr">
              <a:lnSpc>
                <a:spcPts val="2400"/>
              </a:lnSpc>
              <a:spcBef>
                <a:spcPts val="0"/>
              </a:spcBef>
            </a:pPr>
            <a:r>
              <a:rPr lang="id-ID" sz="2400" b="1" dirty="0"/>
              <a:t>Dr. Qurrotul Aini, MT.</a:t>
            </a:r>
          </a:p>
        </p:txBody>
      </p:sp>
      <p:sp>
        <p:nvSpPr>
          <p:cNvPr id="7" name="Subjudul 2">
            <a:extLst>
              <a:ext uri="{FF2B5EF4-FFF2-40B4-BE49-F238E27FC236}">
                <a16:creationId xmlns:a16="http://schemas.microsoft.com/office/drawing/2014/main" id="{EF80EB8D-B372-78F0-0E25-E88BC2403917}"/>
              </a:ext>
            </a:extLst>
          </p:cNvPr>
          <p:cNvSpPr txBox="1">
            <a:spLocks/>
          </p:cNvSpPr>
          <p:nvPr/>
        </p:nvSpPr>
        <p:spPr>
          <a:xfrm>
            <a:off x="6586538" y="5197476"/>
            <a:ext cx="4086224" cy="806675"/>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32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ctr">
              <a:lnSpc>
                <a:spcPts val="2000"/>
              </a:lnSpc>
              <a:spcBef>
                <a:spcPts val="0"/>
              </a:spcBef>
            </a:pPr>
            <a:r>
              <a:rPr lang="en-GB" sz="2400" dirty="0"/>
              <a:t>Dosen </a:t>
            </a:r>
            <a:r>
              <a:rPr lang="en-GB" sz="2400" dirty="0" err="1"/>
              <a:t>Pembimbing</a:t>
            </a:r>
            <a:r>
              <a:rPr lang="en-GB" sz="2400" dirty="0"/>
              <a:t> 2</a:t>
            </a:r>
          </a:p>
          <a:p>
            <a:pPr algn="ctr">
              <a:lnSpc>
                <a:spcPts val="2400"/>
              </a:lnSpc>
              <a:spcBef>
                <a:spcPts val="0"/>
              </a:spcBef>
            </a:pPr>
            <a:r>
              <a:rPr lang="id-ID" sz="2400" b="1" dirty="0" err="1"/>
              <a:t>Nida'ul</a:t>
            </a:r>
            <a:r>
              <a:rPr lang="id-ID" sz="2400" b="1" dirty="0"/>
              <a:t> Hasanati, S.T.,MMSI.</a:t>
            </a:r>
          </a:p>
        </p:txBody>
      </p:sp>
    </p:spTree>
    <p:extLst>
      <p:ext uri="{BB962C8B-B14F-4D97-AF65-F5344CB8AC3E}">
        <p14:creationId xmlns:p14="http://schemas.microsoft.com/office/powerpoint/2010/main" val="22593088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E7D148-4E9F-218D-0CAE-EFC01133DE41}"/>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F7B15747-D2A1-592F-EA5B-B41F5AAF2A8A}"/>
              </a:ext>
            </a:extLst>
          </p:cNvPr>
          <p:cNvSpPr>
            <a:spLocks noGrp="1"/>
          </p:cNvSpPr>
          <p:nvPr>
            <p:ph type="title"/>
          </p:nvPr>
        </p:nvSpPr>
        <p:spPr>
          <a:xfrm>
            <a:off x="1167492" y="381000"/>
            <a:ext cx="9779183" cy="1325563"/>
          </a:xfrm>
        </p:spPr>
        <p:txBody>
          <a:bodyPr rtlCol="0"/>
          <a:lstStyle/>
          <a:p>
            <a:pPr rtl="0"/>
            <a:r>
              <a:rPr lang="en-GB" dirty="0"/>
              <a:t>Al-</a:t>
            </a:r>
            <a:r>
              <a:rPr lang="en-GB" dirty="0" err="1"/>
              <a:t>Alaq</a:t>
            </a:r>
            <a:r>
              <a:rPr lang="en-GB" dirty="0"/>
              <a:t> 1-5</a:t>
            </a:r>
            <a:endParaRPr lang="id-ID" dirty="0"/>
          </a:p>
        </p:txBody>
      </p:sp>
      <p:sp>
        <p:nvSpPr>
          <p:cNvPr id="4" name="Tampungan Konten 3">
            <a:extLst>
              <a:ext uri="{FF2B5EF4-FFF2-40B4-BE49-F238E27FC236}">
                <a16:creationId xmlns:a16="http://schemas.microsoft.com/office/drawing/2014/main" id="{735DD3C0-4274-8316-486D-64F0F6768A22}"/>
              </a:ext>
            </a:extLst>
          </p:cNvPr>
          <p:cNvSpPr>
            <a:spLocks noGrp="1"/>
          </p:cNvSpPr>
          <p:nvPr>
            <p:ph idx="1"/>
          </p:nvPr>
        </p:nvSpPr>
        <p:spPr>
          <a:xfrm>
            <a:off x="1167492" y="2020529"/>
            <a:ext cx="9157607" cy="3347884"/>
          </a:xfrm>
        </p:spPr>
        <p:txBody>
          <a:bodyPr vert="horz" lIns="91440" tIns="45720" rIns="91440" bIns="45720" rtlCol="0" anchor="t">
            <a:normAutofit fontScale="85000" lnSpcReduction="10000"/>
          </a:bodyPr>
          <a:lstStyle/>
          <a:p>
            <a:pPr algn="r"/>
            <a:r>
              <a:rPr lang="ar-AE" sz="4800" dirty="0"/>
              <a:t>ٱقْرَأْ بِٱسْمِ رَبِّكَ ٱلَّذِى خَلَقَ ١خَلَقَ ٱلْإِنسَـٰنَ مِنْ عَلَقٍ ٢ٱقْرَأْ وَرَبُّكَ ٱلْأَكْرَمُ ٣ٱلَّذِى عَلَّمَ بِٱلْقَلَمِ ٤عَلَّمَ ٱلْإِنسَـٰنَ مَا لَمْ يَعْلَمْ </a:t>
            </a:r>
            <a:r>
              <a:rPr lang="ar-AE" sz="3200" dirty="0"/>
              <a:t>٥</a:t>
            </a:r>
            <a:endParaRPr lang="en-GB" sz="3200" dirty="0"/>
          </a:p>
          <a:p>
            <a:r>
              <a:rPr lang="en-GB" sz="3200" dirty="0"/>
              <a:t>1. </a:t>
            </a:r>
            <a:r>
              <a:rPr lang="en-GB" sz="3200" dirty="0" err="1"/>
              <a:t>Bacalah</a:t>
            </a:r>
            <a:r>
              <a:rPr lang="en-GB" sz="3200" dirty="0"/>
              <a:t> </a:t>
            </a:r>
            <a:r>
              <a:rPr lang="en-GB" sz="3200" dirty="0" err="1"/>
              <a:t>dengan</a:t>
            </a:r>
            <a:r>
              <a:rPr lang="en-GB" sz="3200" dirty="0"/>
              <a:t> (</a:t>
            </a:r>
            <a:r>
              <a:rPr lang="en-GB" sz="3200" dirty="0" err="1"/>
              <a:t>menyebut</a:t>
            </a:r>
            <a:r>
              <a:rPr lang="en-GB" sz="3200" dirty="0"/>
              <a:t>) nama </a:t>
            </a:r>
            <a:r>
              <a:rPr lang="en-GB" sz="3200" dirty="0" err="1"/>
              <a:t>Tuhanmu</a:t>
            </a:r>
            <a:r>
              <a:rPr lang="en-GB" sz="3200" dirty="0"/>
              <a:t> yang </a:t>
            </a:r>
            <a:r>
              <a:rPr lang="en-GB" sz="3200" dirty="0" err="1"/>
              <a:t>menciptakan</a:t>
            </a:r>
            <a:r>
              <a:rPr lang="en-GB" sz="3200" dirty="0"/>
              <a:t> 2. </a:t>
            </a:r>
            <a:r>
              <a:rPr lang="pt-BR" sz="3200" dirty="0"/>
              <a:t>Dia telah menciptakan manusia dari segumpal darah 3. Bacalah, dan Tuhanmulah Yang Mahamulia 4. Yang mengajar (manusia) dengan pena 5. Dia mengajarkan manusia apa yang tidak diketahuinya.</a:t>
            </a:r>
            <a:endParaRPr lang="ar-AE" sz="3200" dirty="0"/>
          </a:p>
        </p:txBody>
      </p:sp>
      <p:sp>
        <p:nvSpPr>
          <p:cNvPr id="9" name="Tampungan Nomor Slide 8">
            <a:extLst>
              <a:ext uri="{FF2B5EF4-FFF2-40B4-BE49-F238E27FC236}">
                <a16:creationId xmlns:a16="http://schemas.microsoft.com/office/drawing/2014/main" id="{D67054B4-F7B9-3AEE-8A0C-375D9ADED946}"/>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2</a:t>
            </a:fld>
            <a:endParaRPr lang="id-ID"/>
          </a:p>
        </p:txBody>
      </p:sp>
    </p:spTree>
    <p:extLst>
      <p:ext uri="{BB962C8B-B14F-4D97-AF65-F5344CB8AC3E}">
        <p14:creationId xmlns:p14="http://schemas.microsoft.com/office/powerpoint/2010/main" val="41925977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8C543F67-9C70-4748-8C0C-3A7863422F99}"/>
              </a:ext>
            </a:extLst>
          </p:cNvPr>
          <p:cNvSpPr>
            <a:spLocks noGrp="1"/>
          </p:cNvSpPr>
          <p:nvPr>
            <p:ph type="title"/>
          </p:nvPr>
        </p:nvSpPr>
        <p:spPr>
          <a:xfrm>
            <a:off x="1167492" y="381000"/>
            <a:ext cx="9779183" cy="1325563"/>
          </a:xfrm>
        </p:spPr>
        <p:txBody>
          <a:bodyPr rtlCol="0"/>
          <a:lstStyle/>
          <a:p>
            <a:pPr rtl="0"/>
            <a:r>
              <a:rPr lang="en-GB" dirty="0"/>
              <a:t>Agenda </a:t>
            </a:r>
            <a:r>
              <a:rPr lang="en-GB" dirty="0" err="1"/>
              <a:t>Presentasi</a:t>
            </a:r>
            <a:endParaRPr lang="id-ID" dirty="0"/>
          </a:p>
        </p:txBody>
      </p:sp>
      <p:sp>
        <p:nvSpPr>
          <p:cNvPr id="3" name="Tampungan Konten 2">
            <a:extLst>
              <a:ext uri="{FF2B5EF4-FFF2-40B4-BE49-F238E27FC236}">
                <a16:creationId xmlns:a16="http://schemas.microsoft.com/office/drawing/2014/main" id="{95B371F2-DBA5-415A-82C8-651F587B857A}"/>
              </a:ext>
            </a:extLst>
          </p:cNvPr>
          <p:cNvSpPr>
            <a:spLocks noGrp="1"/>
          </p:cNvSpPr>
          <p:nvPr>
            <p:ph type="body" idx="1"/>
          </p:nvPr>
        </p:nvSpPr>
        <p:spPr>
          <a:xfrm>
            <a:off x="1167492" y="2653167"/>
            <a:ext cx="9779183" cy="3436483"/>
          </a:xfrm>
        </p:spPr>
        <p:txBody>
          <a:bodyPr vert="horz" lIns="91440" tIns="45720" rIns="91440" bIns="45720" rtlCol="0" anchor="t">
            <a:normAutofit fontScale="92500" lnSpcReduction="10000"/>
          </a:bodyPr>
          <a:lstStyle/>
          <a:p>
            <a:pPr marL="457200" indent="-457200">
              <a:buFont typeface="+mj-lt"/>
              <a:buAutoNum type="arabicPeriod"/>
            </a:pPr>
            <a:r>
              <a:rPr lang="en-GB" sz="2800" b="1" dirty="0"/>
              <a:t>PENDAHULUAN</a:t>
            </a:r>
          </a:p>
          <a:p>
            <a:pPr marL="457200" indent="-457200">
              <a:buFont typeface="+mj-lt"/>
              <a:buAutoNum type="arabicPeriod"/>
            </a:pPr>
            <a:r>
              <a:rPr lang="en-GB" sz="2800" b="1" dirty="0"/>
              <a:t>TINJAUAN PUSTAKA</a:t>
            </a:r>
          </a:p>
          <a:p>
            <a:pPr marL="457200" indent="-457200">
              <a:buFont typeface="+mj-lt"/>
              <a:buAutoNum type="arabicPeriod"/>
            </a:pPr>
            <a:r>
              <a:rPr lang="en-GB" sz="2800" b="1" dirty="0"/>
              <a:t>METODOLOGI PENELITIAN</a:t>
            </a:r>
          </a:p>
          <a:p>
            <a:pPr marL="457200" indent="-457200">
              <a:buFont typeface="+mj-lt"/>
              <a:buAutoNum type="arabicPeriod"/>
            </a:pPr>
            <a:r>
              <a:rPr lang="en-GB" sz="2800" b="1" dirty="0"/>
              <a:t>HASIL DAN PEMBAHASAN</a:t>
            </a:r>
          </a:p>
          <a:p>
            <a:pPr marL="457200" indent="-457200">
              <a:buFont typeface="+mj-lt"/>
              <a:buAutoNum type="arabicPeriod"/>
            </a:pPr>
            <a:r>
              <a:rPr lang="en-GB" sz="2800" b="1" dirty="0"/>
              <a:t>PENUTUP</a:t>
            </a:r>
          </a:p>
        </p:txBody>
      </p:sp>
      <p:sp>
        <p:nvSpPr>
          <p:cNvPr id="6" name="Tampungan Nomor Slide 5">
            <a:extLst>
              <a:ext uri="{FF2B5EF4-FFF2-40B4-BE49-F238E27FC236}">
                <a16:creationId xmlns:a16="http://schemas.microsoft.com/office/drawing/2014/main" id="{134C72D2-EFDF-844A-8472-CB49A59B127B}"/>
              </a:ext>
            </a:extLst>
          </p:cNvPr>
          <p:cNvSpPr>
            <a:spLocks noGrp="1"/>
          </p:cNvSpPr>
          <p:nvPr>
            <p:ph type="sldNum" sz="quarter" idx="12"/>
          </p:nvPr>
        </p:nvSpPr>
        <p:spPr>
          <a:xfrm>
            <a:off x="10206318" y="6356350"/>
            <a:ext cx="1604682" cy="365125"/>
          </a:xfrm>
        </p:spPr>
        <p:txBody>
          <a:bodyPr rtlCol="0"/>
          <a:lstStyle/>
          <a:p>
            <a:pPr rtl="0"/>
            <a:fld id="{294A09A9-5501-47C1-A89A-A340965A2BE2}" type="slidenum">
              <a:rPr lang="id-ID" smtClean="0"/>
              <a:pPr rtl="0"/>
              <a:t>3</a:t>
            </a:fld>
            <a:endParaRPr lang="id-ID"/>
          </a:p>
        </p:txBody>
      </p:sp>
    </p:spTree>
    <p:extLst>
      <p:ext uri="{BB962C8B-B14F-4D97-AF65-F5344CB8AC3E}">
        <p14:creationId xmlns:p14="http://schemas.microsoft.com/office/powerpoint/2010/main" val="16397991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33AF65A7-995A-9F45-891C-82D9B9D40801}"/>
              </a:ext>
            </a:extLst>
          </p:cNvPr>
          <p:cNvSpPr>
            <a:spLocks noGrp="1"/>
          </p:cNvSpPr>
          <p:nvPr>
            <p:ph type="title"/>
          </p:nvPr>
        </p:nvSpPr>
        <p:spPr>
          <a:xfrm>
            <a:off x="3366114" y="1729567"/>
            <a:ext cx="5459771" cy="2810460"/>
          </a:xfrm>
        </p:spPr>
        <p:txBody>
          <a:bodyPr rtlCol="0">
            <a:normAutofit/>
          </a:bodyPr>
          <a:lstStyle/>
          <a:p>
            <a:pPr rtl="0"/>
            <a:r>
              <a:rPr lang="en-GB" sz="4800" dirty="0"/>
              <a:t>PENDAHULUAN</a:t>
            </a:r>
            <a:endParaRPr lang="id-ID" sz="4800" dirty="0"/>
          </a:p>
        </p:txBody>
      </p:sp>
      <p:sp>
        <p:nvSpPr>
          <p:cNvPr id="3" name="Tampungan Tanggal 2">
            <a:extLst>
              <a:ext uri="{FF2B5EF4-FFF2-40B4-BE49-F238E27FC236}">
                <a16:creationId xmlns:a16="http://schemas.microsoft.com/office/drawing/2014/main" id="{8D3F7063-A64B-CB42-8BBF-BF52424269A8}"/>
              </a:ext>
            </a:extLst>
          </p:cNvPr>
          <p:cNvSpPr>
            <a:spLocks noGrp="1"/>
          </p:cNvSpPr>
          <p:nvPr>
            <p:ph type="dt" sz="half" idx="10"/>
          </p:nvPr>
        </p:nvSpPr>
        <p:spPr/>
        <p:txBody>
          <a:bodyPr rtlCol="0"/>
          <a:lstStyle/>
          <a:p>
            <a:pPr rtl="0"/>
            <a:fld id="{A808DD98-197B-46F5-A6AA-BDA332D7E685}" type="datetime1">
              <a:rPr lang="id-ID" smtClean="0"/>
              <a:t>14/10/2025</a:t>
            </a:fld>
            <a:endParaRPr lang="id-ID"/>
          </a:p>
        </p:txBody>
      </p:sp>
      <p:sp>
        <p:nvSpPr>
          <p:cNvPr id="5" name="Tampungan Nomor Slide 4">
            <a:extLst>
              <a:ext uri="{FF2B5EF4-FFF2-40B4-BE49-F238E27FC236}">
                <a16:creationId xmlns:a16="http://schemas.microsoft.com/office/drawing/2014/main" id="{7003A5E2-8F37-D546-BCD9-24A2037BB54D}"/>
              </a:ext>
            </a:extLst>
          </p:cNvPr>
          <p:cNvSpPr>
            <a:spLocks noGrp="1"/>
          </p:cNvSpPr>
          <p:nvPr>
            <p:ph type="sldNum" sz="quarter" idx="12"/>
          </p:nvPr>
        </p:nvSpPr>
        <p:spPr/>
        <p:txBody>
          <a:bodyPr rtlCol="0"/>
          <a:lstStyle/>
          <a:p>
            <a:pPr rtl="0"/>
            <a:fld id="{294A09A9-5501-47C1-A89A-A340965A2BE2}" type="slidenum">
              <a:rPr lang="id-ID" smtClean="0"/>
              <a:pPr rtl="0"/>
              <a:t>4</a:t>
            </a:fld>
            <a:endParaRPr lang="id-ID"/>
          </a:p>
        </p:txBody>
      </p:sp>
    </p:spTree>
    <p:extLst>
      <p:ext uri="{BB962C8B-B14F-4D97-AF65-F5344CB8AC3E}">
        <p14:creationId xmlns:p14="http://schemas.microsoft.com/office/powerpoint/2010/main" val="26399837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251A22-4259-1094-CC64-61CC4CF539F8}"/>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DE2AE2A3-FE13-169F-B0F0-1256BBAA6768}"/>
              </a:ext>
            </a:extLst>
          </p:cNvPr>
          <p:cNvSpPr>
            <a:spLocks noGrp="1"/>
          </p:cNvSpPr>
          <p:nvPr>
            <p:ph type="title"/>
          </p:nvPr>
        </p:nvSpPr>
        <p:spPr>
          <a:xfrm>
            <a:off x="1167492" y="381000"/>
            <a:ext cx="9779183" cy="1325563"/>
          </a:xfrm>
        </p:spPr>
        <p:txBody>
          <a:bodyPr rtlCol="0"/>
          <a:lstStyle/>
          <a:p>
            <a:pPr rtl="0"/>
            <a:r>
              <a:rPr lang="en-GB" dirty="0"/>
              <a:t>Latar </a:t>
            </a:r>
            <a:r>
              <a:rPr lang="en-GB" dirty="0" err="1"/>
              <a:t>Belakang</a:t>
            </a:r>
            <a:endParaRPr lang="id-ID" dirty="0"/>
          </a:p>
        </p:txBody>
      </p:sp>
      <p:sp>
        <p:nvSpPr>
          <p:cNvPr id="3" name="Tampungan Konten 2">
            <a:extLst>
              <a:ext uri="{FF2B5EF4-FFF2-40B4-BE49-F238E27FC236}">
                <a16:creationId xmlns:a16="http://schemas.microsoft.com/office/drawing/2014/main" id="{2AD2762D-9C48-81CF-CFF0-1A42FFAB9B9F}"/>
              </a:ext>
            </a:extLst>
          </p:cNvPr>
          <p:cNvSpPr>
            <a:spLocks noGrp="1"/>
          </p:cNvSpPr>
          <p:nvPr>
            <p:ph type="body" idx="1"/>
          </p:nvPr>
        </p:nvSpPr>
        <p:spPr>
          <a:xfrm>
            <a:off x="1167492" y="2653167"/>
            <a:ext cx="9779183" cy="3436483"/>
          </a:xfrm>
        </p:spPr>
        <p:txBody>
          <a:bodyPr vert="horz" lIns="91440" tIns="45720" rIns="91440" bIns="45720" rtlCol="0" anchor="t">
            <a:normAutofit fontScale="85000" lnSpcReduction="20000"/>
          </a:bodyPr>
          <a:lstStyle/>
          <a:p>
            <a:pPr marL="342900" indent="-342900">
              <a:buFont typeface="Arial" panose="020B0604020202020204" pitchFamily="34" charset="0"/>
              <a:buChar char="•"/>
            </a:pPr>
            <a:r>
              <a:rPr lang="id-ID" dirty="0"/>
              <a:t>Sepak bola modern telah bertransformasi menjadi industri global di mana analisis data</a:t>
            </a:r>
            <a:r>
              <a:rPr lang="en-GB" dirty="0"/>
              <a:t> (data-driven)</a:t>
            </a:r>
            <a:r>
              <a:rPr lang="id-ID" dirty="0"/>
              <a:t> menjadi kunci untuk meraih keunggulan kompetitif. Dalam konteks ini, metrik analitis seperti </a:t>
            </a:r>
            <a:r>
              <a:rPr lang="id-ID" i="1" dirty="0" err="1"/>
              <a:t>Expected</a:t>
            </a:r>
            <a:r>
              <a:rPr lang="id-ID" i="1" dirty="0"/>
              <a:t> </a:t>
            </a:r>
            <a:r>
              <a:rPr lang="id-ID" i="1" dirty="0" err="1"/>
              <a:t>Goals</a:t>
            </a:r>
            <a:r>
              <a:rPr lang="id-ID" dirty="0"/>
              <a:t> (</a:t>
            </a:r>
            <a:r>
              <a:rPr lang="id-ID" dirty="0" err="1"/>
              <a:t>xG</a:t>
            </a:r>
            <a:r>
              <a:rPr lang="id-ID" dirty="0"/>
              <a:t>) menjadi fundamental.</a:t>
            </a:r>
            <a:endParaRPr lang="en-GB" dirty="0"/>
          </a:p>
          <a:p>
            <a:pPr marL="342900" indent="-342900">
              <a:buFont typeface="Arial" panose="020B0604020202020204" pitchFamily="34" charset="0"/>
              <a:buChar char="•"/>
            </a:pPr>
            <a:r>
              <a:rPr lang="id-ID" dirty="0"/>
              <a:t>Secara sederhana, </a:t>
            </a:r>
            <a:r>
              <a:rPr lang="id-ID" dirty="0" err="1"/>
              <a:t>xG</a:t>
            </a:r>
            <a:r>
              <a:rPr lang="id-ID" dirty="0"/>
              <a:t> adalah skor yang mengukur kualitas sebuah peluang, dengan nilai </a:t>
            </a:r>
            <a:r>
              <a:rPr lang="id-ID" b="1" dirty="0"/>
              <a:t>dari</a:t>
            </a:r>
            <a:r>
              <a:rPr lang="id-ID" dirty="0"/>
              <a:t> 0 (tidak mungkin gol) </a:t>
            </a:r>
            <a:r>
              <a:rPr lang="id-ID" b="1" dirty="0"/>
              <a:t>hingga</a:t>
            </a:r>
            <a:r>
              <a:rPr lang="id-ID" dirty="0"/>
              <a:t> 1 (pasti gol). Skor ini dihitung dengan menganalisis ribuan data tembakan sejenis untuk menjawab pertanyaan: </a:t>
            </a:r>
            <a:r>
              <a:rPr lang="id-ID" i="1" dirty="0"/>
              <a:t>"Seberapa besar kemungkinan tembakan dari posisi dan situasi ini menjadi gol?"</a:t>
            </a:r>
            <a:r>
              <a:rPr lang="id-ID" dirty="0"/>
              <a:t> (</a:t>
            </a:r>
            <a:r>
              <a:rPr lang="id-ID" dirty="0" err="1"/>
              <a:t>Rathke</a:t>
            </a:r>
            <a:r>
              <a:rPr lang="id-ID" dirty="0"/>
              <a:t>, 2017; </a:t>
            </a:r>
            <a:r>
              <a:rPr lang="id-ID" dirty="0" err="1"/>
              <a:t>Eggels</a:t>
            </a:r>
            <a:r>
              <a:rPr lang="id-ID" dirty="0"/>
              <a:t>, 2016).</a:t>
            </a:r>
            <a:endParaRPr lang="en-GB" dirty="0"/>
          </a:p>
        </p:txBody>
      </p:sp>
      <p:sp>
        <p:nvSpPr>
          <p:cNvPr id="6" name="Tampungan Nomor Slide 5">
            <a:extLst>
              <a:ext uri="{FF2B5EF4-FFF2-40B4-BE49-F238E27FC236}">
                <a16:creationId xmlns:a16="http://schemas.microsoft.com/office/drawing/2014/main" id="{5698DF03-8674-39BD-80D8-50B5F9158BBA}"/>
              </a:ext>
            </a:extLst>
          </p:cNvPr>
          <p:cNvSpPr>
            <a:spLocks noGrp="1"/>
          </p:cNvSpPr>
          <p:nvPr>
            <p:ph type="sldNum" sz="quarter" idx="12"/>
          </p:nvPr>
        </p:nvSpPr>
        <p:spPr>
          <a:xfrm>
            <a:off x="10206318" y="6356350"/>
            <a:ext cx="1604682" cy="365125"/>
          </a:xfrm>
        </p:spPr>
        <p:txBody>
          <a:bodyPr rtlCol="0"/>
          <a:lstStyle/>
          <a:p>
            <a:pPr rtl="0"/>
            <a:fld id="{294A09A9-5501-47C1-A89A-A340965A2BE2}" type="slidenum">
              <a:rPr lang="id-ID" smtClean="0"/>
              <a:pPr rtl="0"/>
              <a:t>5</a:t>
            </a:fld>
            <a:endParaRPr lang="id-ID"/>
          </a:p>
        </p:txBody>
      </p:sp>
    </p:spTree>
    <p:extLst>
      <p:ext uri="{BB962C8B-B14F-4D97-AF65-F5344CB8AC3E}">
        <p14:creationId xmlns:p14="http://schemas.microsoft.com/office/powerpoint/2010/main" val="39077714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912DF434-28DB-4621-A497-D62C41CE0419}"/>
              </a:ext>
            </a:extLst>
          </p:cNvPr>
          <p:cNvSpPr>
            <a:spLocks noGrp="1"/>
          </p:cNvSpPr>
          <p:nvPr>
            <p:ph type="title"/>
          </p:nvPr>
        </p:nvSpPr>
        <p:spPr>
          <a:xfrm>
            <a:off x="1167492" y="381000"/>
            <a:ext cx="9779183" cy="1325563"/>
          </a:xfrm>
        </p:spPr>
        <p:txBody>
          <a:bodyPr rtlCol="0"/>
          <a:lstStyle/>
          <a:p>
            <a:pPr rtl="0"/>
            <a:r>
              <a:rPr lang="en-GB" dirty="0"/>
              <a:t>Latar </a:t>
            </a:r>
            <a:r>
              <a:rPr lang="en-GB" dirty="0" err="1"/>
              <a:t>Belakang</a:t>
            </a:r>
            <a:endParaRPr lang="id-ID" dirty="0"/>
          </a:p>
        </p:txBody>
      </p:sp>
      <p:sp>
        <p:nvSpPr>
          <p:cNvPr id="3" name="Tampungan Konten 2">
            <a:extLst>
              <a:ext uri="{FF2B5EF4-FFF2-40B4-BE49-F238E27FC236}">
                <a16:creationId xmlns:a16="http://schemas.microsoft.com/office/drawing/2014/main" id="{22788C46-D0BC-4307-AE55-7601A139E7CB}"/>
              </a:ext>
            </a:extLst>
          </p:cNvPr>
          <p:cNvSpPr>
            <a:spLocks noGrp="1"/>
          </p:cNvSpPr>
          <p:nvPr>
            <p:ph idx="1"/>
          </p:nvPr>
        </p:nvSpPr>
        <p:spPr>
          <a:xfrm>
            <a:off x="1167493" y="2017467"/>
            <a:ext cx="9779182" cy="3526990"/>
          </a:xfrm>
        </p:spPr>
        <p:txBody>
          <a:bodyPr vert="horz" lIns="91440" tIns="45720" rIns="91440" bIns="45720" rtlCol="0" anchor="t">
            <a:normAutofit/>
          </a:bodyPr>
          <a:lstStyle/>
          <a:p>
            <a:pPr marL="342900" indent="-342900">
              <a:buFont typeface="Arial" panose="020B0604020202020204" pitchFamily="34" charset="0"/>
              <a:buChar char="•"/>
            </a:pPr>
            <a:r>
              <a:rPr lang="id-ID" sz="2000" dirty="0"/>
              <a:t>Tantangan utama dalam pemodelan </a:t>
            </a:r>
            <a:r>
              <a:rPr lang="id-ID" sz="2000" dirty="0" err="1"/>
              <a:t>xG</a:t>
            </a:r>
            <a:r>
              <a:rPr lang="id-ID" sz="2000" dirty="0"/>
              <a:t> adalah sifat data sepak bola yang sangat kompleks dan </a:t>
            </a:r>
            <a:r>
              <a:rPr lang="id-ID" sz="2000" b="1" dirty="0"/>
              <a:t>non-linear</a:t>
            </a:r>
            <a:r>
              <a:rPr lang="id-ID" sz="2000" dirty="0"/>
              <a:t>. Model linear (misalnya, Regresi Logistik) terbukti tidak memadai, sementara model non-linear yang lebih akurat </a:t>
            </a:r>
            <a:r>
              <a:rPr lang="id-ID" sz="2000" dirty="0" err="1"/>
              <a:t>seringkali</a:t>
            </a:r>
            <a:r>
              <a:rPr lang="id-ID" sz="2000" dirty="0"/>
              <a:t> mengorbankan </a:t>
            </a:r>
            <a:r>
              <a:rPr lang="id-ID" sz="2000" b="1" dirty="0"/>
              <a:t>efisiensi komputasi</a:t>
            </a:r>
            <a:r>
              <a:rPr lang="id-ID" sz="2000" dirty="0"/>
              <a:t> secara signifikan, menjadikannya lambat dan berat. (</a:t>
            </a:r>
            <a:r>
              <a:rPr lang="id-ID" sz="2000" dirty="0" err="1"/>
              <a:t>Anzer</a:t>
            </a:r>
            <a:r>
              <a:rPr lang="id-ID" sz="2000" dirty="0"/>
              <a:t> &amp; </a:t>
            </a:r>
            <a:r>
              <a:rPr lang="id-ID" sz="2000" dirty="0" err="1"/>
              <a:t>Bauer</a:t>
            </a:r>
            <a:r>
              <a:rPr lang="id-ID" sz="2000" dirty="0"/>
              <a:t>, 2021; </a:t>
            </a:r>
            <a:r>
              <a:rPr lang="id-ID" sz="2000" dirty="0" err="1"/>
              <a:t>Méndez</a:t>
            </a:r>
            <a:r>
              <a:rPr lang="id-ID" sz="2000" dirty="0"/>
              <a:t> </a:t>
            </a:r>
            <a:r>
              <a:rPr lang="id-ID" sz="2000" dirty="0" err="1"/>
              <a:t>et</a:t>
            </a:r>
            <a:r>
              <a:rPr lang="id-ID" sz="2000" dirty="0"/>
              <a:t> </a:t>
            </a:r>
            <a:r>
              <a:rPr lang="id-ID" sz="2000" dirty="0" err="1"/>
              <a:t>al.</a:t>
            </a:r>
            <a:r>
              <a:rPr lang="id-ID" sz="2000" dirty="0"/>
              <a:t>, 2023; </a:t>
            </a:r>
            <a:r>
              <a:rPr lang="id-ID" sz="2000" dirty="0" err="1"/>
              <a:t>Hewitt</a:t>
            </a:r>
            <a:r>
              <a:rPr lang="id-ID" sz="2000" dirty="0"/>
              <a:t> &amp; </a:t>
            </a:r>
            <a:r>
              <a:rPr lang="id-ID" sz="2000" dirty="0" err="1"/>
              <a:t>Karakuş</a:t>
            </a:r>
            <a:r>
              <a:rPr lang="id-ID" sz="2000" dirty="0"/>
              <a:t>, 2023).</a:t>
            </a:r>
            <a:endParaRPr lang="en-GB" sz="2000" dirty="0"/>
          </a:p>
          <a:p>
            <a:pPr marL="342900" indent="-342900">
              <a:buFont typeface="Arial" panose="020B0604020202020204" pitchFamily="34" charset="0"/>
              <a:buChar char="•"/>
            </a:pPr>
            <a:r>
              <a:rPr lang="id-ID" sz="2000" b="1" dirty="0" err="1"/>
              <a:t>LightGBM</a:t>
            </a:r>
            <a:r>
              <a:rPr lang="id-ID" sz="2000" dirty="0"/>
              <a:t> diajukan sebagai solusi ideal. Sebagai model yang berbasis </a:t>
            </a:r>
            <a:r>
              <a:rPr lang="id-ID" sz="2000" i="1" dirty="0" err="1"/>
              <a:t>decision</a:t>
            </a:r>
            <a:r>
              <a:rPr lang="id-ID" sz="2000" i="1" dirty="0"/>
              <a:t> </a:t>
            </a:r>
            <a:r>
              <a:rPr lang="id-ID" sz="2000" i="1" dirty="0" err="1"/>
              <a:t>tree</a:t>
            </a:r>
            <a:r>
              <a:rPr lang="id-ID" sz="2000" dirty="0"/>
              <a:t>, ia secara inheren bersifat </a:t>
            </a:r>
            <a:r>
              <a:rPr lang="id-ID" sz="2000" b="1" dirty="0"/>
              <a:t>non-linear</a:t>
            </a:r>
            <a:r>
              <a:rPr lang="id-ID" sz="2000" dirty="0"/>
              <a:t> karena kemampuannya </a:t>
            </a:r>
            <a:r>
              <a:rPr lang="id-ID" sz="2000" dirty="0" err="1"/>
              <a:t>mempartisi</a:t>
            </a:r>
            <a:r>
              <a:rPr lang="id-ID" sz="2000" dirty="0"/>
              <a:t> data ke dalam segmen-segmen kompleks, sehingga mampu menangkap hubungan antar variabel yang tidak lurus. Keunggulannya adalah kombinasi antara </a:t>
            </a:r>
            <a:r>
              <a:rPr lang="id-ID" sz="2000" b="1" dirty="0"/>
              <a:t>akurasi tinggi</a:t>
            </a:r>
            <a:r>
              <a:rPr lang="id-ID" sz="2000" dirty="0"/>
              <a:t> dan </a:t>
            </a:r>
            <a:r>
              <a:rPr lang="id-ID" sz="2000" b="1" dirty="0"/>
              <a:t>efisiensi luar biasa</a:t>
            </a:r>
            <a:r>
              <a:rPr lang="id-ID" sz="2000" dirty="0"/>
              <a:t>, dengan waktu pelatihan terbukti </a:t>
            </a:r>
            <a:r>
              <a:rPr lang="id-ID" sz="2000" b="1" dirty="0"/>
              <a:t>lebih dari 10 kali lebih cepat</a:t>
            </a:r>
            <a:r>
              <a:rPr lang="id-ID" sz="2000" dirty="0"/>
              <a:t> dibandingkan implementasi </a:t>
            </a:r>
            <a:r>
              <a:rPr lang="id-ID" sz="2000" i="1" dirty="0" err="1"/>
              <a:t>boosting</a:t>
            </a:r>
            <a:r>
              <a:rPr lang="id-ID" sz="2000" dirty="0"/>
              <a:t> populer lainnya. (Ke </a:t>
            </a:r>
            <a:r>
              <a:rPr lang="id-ID" sz="2000" dirty="0" err="1"/>
              <a:t>et</a:t>
            </a:r>
            <a:r>
              <a:rPr lang="id-ID" sz="2000" dirty="0"/>
              <a:t> </a:t>
            </a:r>
            <a:r>
              <a:rPr lang="id-ID" sz="2000" dirty="0" err="1"/>
              <a:t>al.</a:t>
            </a:r>
            <a:r>
              <a:rPr lang="id-ID" sz="2000" dirty="0"/>
              <a:t>, 2017; </a:t>
            </a:r>
            <a:r>
              <a:rPr lang="id-ID" sz="2000" dirty="0" err="1"/>
              <a:t>Florek</a:t>
            </a:r>
            <a:r>
              <a:rPr lang="id-ID" sz="2000" dirty="0"/>
              <a:t> &amp; </a:t>
            </a:r>
            <a:r>
              <a:rPr lang="id-ID" sz="2000" dirty="0" err="1"/>
              <a:t>Zagdański</a:t>
            </a:r>
            <a:r>
              <a:rPr lang="id-ID" sz="2000" dirty="0"/>
              <a:t>, 2023).</a:t>
            </a:r>
          </a:p>
        </p:txBody>
      </p:sp>
      <p:sp>
        <p:nvSpPr>
          <p:cNvPr id="4" name="Tampungan Tanggal 3">
            <a:extLst>
              <a:ext uri="{FF2B5EF4-FFF2-40B4-BE49-F238E27FC236}">
                <a16:creationId xmlns:a16="http://schemas.microsoft.com/office/drawing/2014/main" id="{5739303D-13C0-6A41-947A-F998CC47B32E}"/>
              </a:ext>
            </a:extLst>
          </p:cNvPr>
          <p:cNvSpPr>
            <a:spLocks noGrp="1"/>
          </p:cNvSpPr>
          <p:nvPr>
            <p:ph type="dt" sz="half" idx="2"/>
          </p:nvPr>
        </p:nvSpPr>
        <p:spPr>
          <a:xfrm>
            <a:off x="381000" y="6356350"/>
            <a:ext cx="2743200" cy="365125"/>
          </a:xfrm>
        </p:spPr>
        <p:txBody>
          <a:bodyPr rtlCol="0"/>
          <a:lstStyle/>
          <a:p>
            <a:pPr rtl="0"/>
            <a:fld id="{70C69C4D-CAFD-4E0E-94E0-4B1709D96441}" type="datetime1">
              <a:rPr lang="id-ID" smtClean="0"/>
              <a:t>14/10/2025</a:t>
            </a:fld>
            <a:endParaRPr lang="id-ID"/>
          </a:p>
        </p:txBody>
      </p:sp>
      <p:sp>
        <p:nvSpPr>
          <p:cNvPr id="6" name="Tampungan Nomor Slide 5">
            <a:extLst>
              <a:ext uri="{FF2B5EF4-FFF2-40B4-BE49-F238E27FC236}">
                <a16:creationId xmlns:a16="http://schemas.microsoft.com/office/drawing/2014/main" id="{60D470D0-6D64-5E42-9515-048F8779CD5E}"/>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6</a:t>
            </a:fld>
            <a:endParaRPr lang="id-ID"/>
          </a:p>
        </p:txBody>
      </p:sp>
    </p:spTree>
    <p:extLst>
      <p:ext uri="{BB962C8B-B14F-4D97-AF65-F5344CB8AC3E}">
        <p14:creationId xmlns:p14="http://schemas.microsoft.com/office/powerpoint/2010/main" val="13256085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D1C1B3-EA43-380C-A30B-62986EFE7690}"/>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E0F4E0BC-D929-D038-0131-4935F009E1B0}"/>
              </a:ext>
            </a:extLst>
          </p:cNvPr>
          <p:cNvSpPr>
            <a:spLocks noGrp="1"/>
          </p:cNvSpPr>
          <p:nvPr>
            <p:ph type="title"/>
          </p:nvPr>
        </p:nvSpPr>
        <p:spPr>
          <a:xfrm>
            <a:off x="1167492" y="381000"/>
            <a:ext cx="9779183" cy="1325563"/>
          </a:xfrm>
        </p:spPr>
        <p:txBody>
          <a:bodyPr rtlCol="0"/>
          <a:lstStyle/>
          <a:p>
            <a:pPr rtl="0"/>
            <a:r>
              <a:rPr lang="en-GB" dirty="0" err="1"/>
              <a:t>Identifikasi</a:t>
            </a:r>
            <a:r>
              <a:rPr lang="en-GB" dirty="0"/>
              <a:t> </a:t>
            </a:r>
            <a:r>
              <a:rPr lang="en-GB" dirty="0" err="1"/>
              <a:t>Masalah</a:t>
            </a:r>
            <a:endParaRPr lang="id-ID" dirty="0"/>
          </a:p>
        </p:txBody>
      </p:sp>
      <p:sp>
        <p:nvSpPr>
          <p:cNvPr id="4" name="Tampungan Konten 3">
            <a:extLst>
              <a:ext uri="{FF2B5EF4-FFF2-40B4-BE49-F238E27FC236}">
                <a16:creationId xmlns:a16="http://schemas.microsoft.com/office/drawing/2014/main" id="{9D760D44-7E7A-26B5-6C89-92FAB0CD7182}"/>
              </a:ext>
            </a:extLst>
          </p:cNvPr>
          <p:cNvSpPr>
            <a:spLocks noGrp="1"/>
          </p:cNvSpPr>
          <p:nvPr>
            <p:ph idx="1"/>
          </p:nvPr>
        </p:nvSpPr>
        <p:spPr>
          <a:xfrm>
            <a:off x="1167492" y="2020529"/>
            <a:ext cx="9157607" cy="3347884"/>
          </a:xfrm>
        </p:spPr>
        <p:txBody>
          <a:bodyPr vert="horz" lIns="91440" tIns="45720" rIns="91440" bIns="45720" rtlCol="0" anchor="t">
            <a:normAutofit/>
          </a:bodyPr>
          <a:lstStyle/>
          <a:p>
            <a:pPr marL="342900" indent="-342900">
              <a:buFont typeface="Arial" panose="020B0604020202020204" pitchFamily="34" charset="0"/>
              <a:buChar char="•"/>
            </a:pPr>
            <a:r>
              <a:rPr lang="id-ID" sz="3200" dirty="0"/>
              <a:t>Model yang umum digunakan (seperti Regresi Logistik) kesulitan menangkap </a:t>
            </a:r>
            <a:r>
              <a:rPr lang="id-ID" sz="3200" b="1" dirty="0"/>
              <a:t>pola data yang kompleks (non-linear)</a:t>
            </a:r>
            <a:r>
              <a:rPr lang="id-ID" sz="3200" dirty="0"/>
              <a:t> dalam sepak bola.</a:t>
            </a:r>
          </a:p>
          <a:p>
            <a:pPr marL="342900" indent="-342900">
              <a:buFont typeface="Arial" panose="020B0604020202020204" pitchFamily="34" charset="0"/>
              <a:buChar char="•"/>
            </a:pPr>
            <a:r>
              <a:rPr lang="en-GB" sz="3200" dirty="0" err="1"/>
              <a:t>Namun</a:t>
            </a:r>
            <a:r>
              <a:rPr lang="en-GB" sz="3200" dirty="0"/>
              <a:t>, a</a:t>
            </a:r>
            <a:r>
              <a:rPr lang="id-ID" sz="3200" dirty="0" err="1"/>
              <a:t>lgoritma</a:t>
            </a:r>
            <a:r>
              <a:rPr lang="id-ID" sz="3200" dirty="0"/>
              <a:t> yang lebih </a:t>
            </a:r>
            <a:r>
              <a:rPr lang="en-GB" sz="3200" dirty="0" err="1"/>
              <a:t>baik</a:t>
            </a:r>
            <a:r>
              <a:rPr lang="en-GB" sz="3200" dirty="0"/>
              <a:t> </a:t>
            </a:r>
            <a:r>
              <a:rPr lang="en-GB" sz="3200" dirty="0" err="1"/>
              <a:t>menangkap</a:t>
            </a:r>
            <a:r>
              <a:rPr lang="en-GB" sz="3200" dirty="0"/>
              <a:t> </a:t>
            </a:r>
            <a:r>
              <a:rPr lang="en-GB" sz="3200" dirty="0" err="1"/>
              <a:t>pola</a:t>
            </a:r>
            <a:r>
              <a:rPr lang="en-GB" sz="3200" dirty="0"/>
              <a:t> data non-linear</a:t>
            </a:r>
            <a:r>
              <a:rPr lang="id-ID" sz="3200" dirty="0"/>
              <a:t> </a:t>
            </a:r>
            <a:r>
              <a:rPr lang="id-ID" sz="3200" dirty="0" err="1"/>
              <a:t>seringkali</a:t>
            </a:r>
            <a:r>
              <a:rPr lang="id-ID" sz="3200" dirty="0"/>
              <a:t> </a:t>
            </a:r>
            <a:r>
              <a:rPr lang="id-ID" sz="3200" b="1" dirty="0"/>
              <a:t>tidak efisien</a:t>
            </a:r>
            <a:r>
              <a:rPr lang="id-ID" sz="3200" dirty="0"/>
              <a:t> dan </a:t>
            </a:r>
            <a:r>
              <a:rPr lang="id-ID" sz="3200" b="1" dirty="0"/>
              <a:t>lambat</a:t>
            </a:r>
            <a:r>
              <a:rPr lang="id-ID" sz="3200" dirty="0"/>
              <a:t> saat dihadapkan pada volume data yang besar.</a:t>
            </a:r>
          </a:p>
        </p:txBody>
      </p:sp>
      <p:sp>
        <p:nvSpPr>
          <p:cNvPr id="9" name="Tampungan Nomor Slide 8">
            <a:extLst>
              <a:ext uri="{FF2B5EF4-FFF2-40B4-BE49-F238E27FC236}">
                <a16:creationId xmlns:a16="http://schemas.microsoft.com/office/drawing/2014/main" id="{5540E92C-7DD9-66B5-6A13-9DE217B996E2}"/>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7</a:t>
            </a:fld>
            <a:endParaRPr lang="id-ID"/>
          </a:p>
        </p:txBody>
      </p:sp>
    </p:spTree>
    <p:extLst>
      <p:ext uri="{BB962C8B-B14F-4D97-AF65-F5344CB8AC3E}">
        <p14:creationId xmlns:p14="http://schemas.microsoft.com/office/powerpoint/2010/main" val="24470191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ampungan Kaki 4">
            <a:extLst>
              <a:ext uri="{FF2B5EF4-FFF2-40B4-BE49-F238E27FC236}">
                <a16:creationId xmlns:a16="http://schemas.microsoft.com/office/drawing/2014/main" id="{AA926C73-F226-914E-AC56-BF3172765F9F}"/>
              </a:ext>
            </a:extLst>
          </p:cNvPr>
          <p:cNvSpPr>
            <a:spLocks noGrp="1"/>
          </p:cNvSpPr>
          <p:nvPr>
            <p:ph type="ftr" sz="quarter" idx="3"/>
          </p:nvPr>
        </p:nvSpPr>
        <p:spPr>
          <a:xfrm>
            <a:off x="3580129" y="5898134"/>
            <a:ext cx="5652318" cy="365125"/>
          </a:xfrm>
        </p:spPr>
        <p:txBody>
          <a:bodyPr rtlCol="0"/>
          <a:lstStyle/>
          <a:p>
            <a:r>
              <a:rPr lang="en-GB" sz="1800" dirty="0"/>
              <a:t>Tabel </a:t>
            </a:r>
            <a:r>
              <a:rPr lang="id-ID" sz="1800" dirty="0"/>
              <a:t>Keterbatasan Model Linear</a:t>
            </a:r>
            <a:r>
              <a:rPr lang="en-GB" sz="1800" dirty="0"/>
              <a:t> </a:t>
            </a:r>
            <a:r>
              <a:rPr lang="id-ID" sz="1800" dirty="0"/>
              <a:t>(</a:t>
            </a:r>
            <a:r>
              <a:rPr lang="id-ID" sz="1800" dirty="0" err="1"/>
              <a:t>Méndez</a:t>
            </a:r>
            <a:r>
              <a:rPr lang="id-ID" sz="1800" dirty="0"/>
              <a:t> </a:t>
            </a:r>
            <a:r>
              <a:rPr lang="id-ID" sz="1800" dirty="0" err="1"/>
              <a:t>et</a:t>
            </a:r>
            <a:r>
              <a:rPr lang="id-ID" sz="1800" dirty="0"/>
              <a:t> </a:t>
            </a:r>
            <a:r>
              <a:rPr lang="id-ID" sz="1800" dirty="0" err="1"/>
              <a:t>al.</a:t>
            </a:r>
            <a:r>
              <a:rPr lang="id-ID" sz="1800" dirty="0"/>
              <a:t> 2023)</a:t>
            </a:r>
          </a:p>
        </p:txBody>
      </p:sp>
      <p:sp>
        <p:nvSpPr>
          <p:cNvPr id="7" name="Tampungan Nomor Slide 6">
            <a:extLst>
              <a:ext uri="{FF2B5EF4-FFF2-40B4-BE49-F238E27FC236}">
                <a16:creationId xmlns:a16="http://schemas.microsoft.com/office/drawing/2014/main" id="{50A86E01-62BB-5145-A6C3-515717DD327C}"/>
              </a:ext>
            </a:extLst>
          </p:cNvPr>
          <p:cNvSpPr>
            <a:spLocks noGrp="1"/>
          </p:cNvSpPr>
          <p:nvPr>
            <p:ph type="sldNum" sz="quarter" idx="4"/>
          </p:nvPr>
        </p:nvSpPr>
        <p:spPr/>
        <p:txBody>
          <a:bodyPr rtlCol="0"/>
          <a:lstStyle/>
          <a:p>
            <a:pPr rtl="0"/>
            <a:fld id="{294A09A9-5501-47C1-A89A-A340965A2BE2}" type="slidenum">
              <a:rPr lang="id-ID" smtClean="0"/>
              <a:pPr rtl="0"/>
              <a:t>8</a:t>
            </a:fld>
            <a:endParaRPr lang="id-ID" dirty="0"/>
          </a:p>
        </p:txBody>
      </p:sp>
      <p:graphicFrame>
        <p:nvGraphicFramePr>
          <p:cNvPr id="10" name="Table 9">
            <a:extLst>
              <a:ext uri="{FF2B5EF4-FFF2-40B4-BE49-F238E27FC236}">
                <a16:creationId xmlns:a16="http://schemas.microsoft.com/office/drawing/2014/main" id="{0E396080-5464-AC2C-5D4B-6DF67CF1A299}"/>
              </a:ext>
            </a:extLst>
          </p:cNvPr>
          <p:cNvGraphicFramePr>
            <a:graphicFrameLocks noGrp="1"/>
          </p:cNvGraphicFramePr>
          <p:nvPr>
            <p:extLst>
              <p:ext uri="{D42A27DB-BD31-4B8C-83A1-F6EECF244321}">
                <p14:modId xmlns:p14="http://schemas.microsoft.com/office/powerpoint/2010/main" val="3348498498"/>
              </p:ext>
            </p:extLst>
          </p:nvPr>
        </p:nvGraphicFramePr>
        <p:xfrm>
          <a:off x="1091381" y="1120878"/>
          <a:ext cx="10128162" cy="4684165"/>
        </p:xfrm>
        <a:graphic>
          <a:graphicData uri="http://schemas.openxmlformats.org/drawingml/2006/table">
            <a:tbl>
              <a:tblPr firstRow="1" firstCol="1" bandRow="1">
                <a:tableStyleId>{5C22544A-7EE6-4342-B048-85BDC9FD1C3A}</a:tableStyleId>
              </a:tblPr>
              <a:tblGrid>
                <a:gridCol w="3376054">
                  <a:extLst>
                    <a:ext uri="{9D8B030D-6E8A-4147-A177-3AD203B41FA5}">
                      <a16:colId xmlns:a16="http://schemas.microsoft.com/office/drawing/2014/main" val="3209082739"/>
                    </a:ext>
                  </a:extLst>
                </a:gridCol>
                <a:gridCol w="3376054">
                  <a:extLst>
                    <a:ext uri="{9D8B030D-6E8A-4147-A177-3AD203B41FA5}">
                      <a16:colId xmlns:a16="http://schemas.microsoft.com/office/drawing/2014/main" val="1888921284"/>
                    </a:ext>
                  </a:extLst>
                </a:gridCol>
                <a:gridCol w="3376054">
                  <a:extLst>
                    <a:ext uri="{9D8B030D-6E8A-4147-A177-3AD203B41FA5}">
                      <a16:colId xmlns:a16="http://schemas.microsoft.com/office/drawing/2014/main" val="4077521047"/>
                    </a:ext>
                  </a:extLst>
                </a:gridCol>
              </a:tblGrid>
              <a:tr h="1009261">
                <a:tc>
                  <a:txBody>
                    <a:bodyPr/>
                    <a:lstStyle/>
                    <a:p>
                      <a:pPr algn="l">
                        <a:lnSpc>
                          <a:spcPct val="150000"/>
                        </a:lnSpc>
                        <a:buNone/>
                      </a:pPr>
                      <a:r>
                        <a:rPr lang="id-ID" sz="2000" dirty="0"/>
                        <a:t>Metrik Evaluasi</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dirty="0"/>
                        <a:t>Model Non-Linear (MLP)</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dirty="0"/>
                        <a:t>Model Linear (Regresi Logistik)</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196113673"/>
                  </a:ext>
                </a:extLst>
              </a:tr>
              <a:tr h="918726">
                <a:tc>
                  <a:txBody>
                    <a:bodyPr/>
                    <a:lstStyle/>
                    <a:p>
                      <a:pPr algn="l">
                        <a:lnSpc>
                          <a:spcPct val="150000"/>
                        </a:lnSpc>
                        <a:buNone/>
                      </a:pPr>
                      <a:r>
                        <a:rPr lang="id-ID" sz="2000" dirty="0"/>
                        <a:t>ROC AUC</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dirty="0"/>
                        <a:t>0.87</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dirty="0"/>
                        <a:t>0.82</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071363258"/>
                  </a:ext>
                </a:extLst>
              </a:tr>
              <a:tr h="918726">
                <a:tc>
                  <a:txBody>
                    <a:bodyPr/>
                    <a:lstStyle/>
                    <a:p>
                      <a:pPr algn="l">
                        <a:lnSpc>
                          <a:spcPct val="150000"/>
                        </a:lnSpc>
                        <a:buNone/>
                      </a:pPr>
                      <a:r>
                        <a:rPr lang="id-ID" sz="2000" dirty="0" err="1"/>
                        <a:t>Brier</a:t>
                      </a:r>
                      <a:r>
                        <a:rPr lang="id-ID" sz="2000" dirty="0"/>
                        <a:t> </a:t>
                      </a:r>
                      <a:r>
                        <a:rPr lang="id-ID" sz="2000" dirty="0" err="1"/>
                        <a:t>Score</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dirty="0"/>
                        <a:t>0.076</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dirty="0"/>
                        <a:t>0.081</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984725224"/>
                  </a:ext>
                </a:extLst>
              </a:tr>
              <a:tr h="918726">
                <a:tc>
                  <a:txBody>
                    <a:bodyPr/>
                    <a:lstStyle/>
                    <a:p>
                      <a:pPr algn="l">
                        <a:lnSpc>
                          <a:spcPct val="150000"/>
                        </a:lnSpc>
                        <a:buNone/>
                      </a:pPr>
                      <a:r>
                        <a:rPr lang="id-ID" sz="2000" dirty="0"/>
                        <a:t>Log-</a:t>
                      </a:r>
                      <a:r>
                        <a:rPr lang="id-ID" sz="2000" dirty="0" err="1"/>
                        <a:t>Loss</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dirty="0"/>
                        <a:t>0.262</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dirty="0"/>
                        <a:t>0.280</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696177661"/>
                  </a:ext>
                </a:extLst>
              </a:tr>
              <a:tr h="918726">
                <a:tc>
                  <a:txBody>
                    <a:bodyPr/>
                    <a:lstStyle/>
                    <a:p>
                      <a:pPr algn="l">
                        <a:lnSpc>
                          <a:spcPct val="150000"/>
                        </a:lnSpc>
                        <a:buNone/>
                      </a:pPr>
                      <a:r>
                        <a:rPr lang="id-ID" sz="2000" dirty="0"/>
                        <a:t>F1-Score</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dirty="0"/>
                        <a:t>0.41</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dirty="0"/>
                        <a:t>0.34</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214560729"/>
                  </a:ext>
                </a:extLst>
              </a:tr>
            </a:tbl>
          </a:graphicData>
        </a:graphic>
      </p:graphicFrame>
    </p:spTree>
    <p:extLst>
      <p:ext uri="{BB962C8B-B14F-4D97-AF65-F5344CB8AC3E}">
        <p14:creationId xmlns:p14="http://schemas.microsoft.com/office/powerpoint/2010/main" val="15273869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A68338-ECBF-989D-1638-94790D36BCD1}"/>
            </a:ext>
          </a:extLst>
        </p:cNvPr>
        <p:cNvGrpSpPr/>
        <p:nvPr/>
      </p:nvGrpSpPr>
      <p:grpSpPr>
        <a:xfrm>
          <a:off x="0" y="0"/>
          <a:ext cx="0" cy="0"/>
          <a:chOff x="0" y="0"/>
          <a:chExt cx="0" cy="0"/>
        </a:xfrm>
      </p:grpSpPr>
      <p:sp>
        <p:nvSpPr>
          <p:cNvPr id="5" name="Tampungan Kaki 4">
            <a:extLst>
              <a:ext uri="{FF2B5EF4-FFF2-40B4-BE49-F238E27FC236}">
                <a16:creationId xmlns:a16="http://schemas.microsoft.com/office/drawing/2014/main" id="{4C71EDAF-8447-660F-CF54-A308225702BA}"/>
              </a:ext>
            </a:extLst>
          </p:cNvPr>
          <p:cNvSpPr>
            <a:spLocks noGrp="1"/>
          </p:cNvSpPr>
          <p:nvPr>
            <p:ph type="ftr" sz="quarter" idx="3"/>
          </p:nvPr>
        </p:nvSpPr>
        <p:spPr>
          <a:xfrm>
            <a:off x="2815771" y="5898134"/>
            <a:ext cx="6749143" cy="365125"/>
          </a:xfrm>
        </p:spPr>
        <p:txBody>
          <a:bodyPr rtlCol="0"/>
          <a:lstStyle/>
          <a:p>
            <a:r>
              <a:rPr lang="en-GB" sz="1800" dirty="0"/>
              <a:t>Tabel </a:t>
            </a:r>
            <a:r>
              <a:rPr lang="en-GB" sz="1800" dirty="0" err="1"/>
              <a:t>Perbandingan</a:t>
            </a:r>
            <a:r>
              <a:rPr lang="en-GB" sz="1800" dirty="0"/>
              <a:t> Waktu </a:t>
            </a:r>
            <a:r>
              <a:rPr lang="en-GB" sz="1800" dirty="0" err="1"/>
              <a:t>Pelatihan</a:t>
            </a:r>
            <a:r>
              <a:rPr lang="en-GB" sz="1800" dirty="0"/>
              <a:t> </a:t>
            </a:r>
            <a:r>
              <a:rPr lang="id-ID" sz="1800" dirty="0"/>
              <a:t>(</a:t>
            </a:r>
            <a:r>
              <a:rPr lang="id-ID" sz="1800" dirty="0" err="1"/>
              <a:t>Florek</a:t>
            </a:r>
            <a:r>
              <a:rPr lang="id-ID" sz="1800" dirty="0"/>
              <a:t> &amp; </a:t>
            </a:r>
            <a:r>
              <a:rPr lang="id-ID" sz="1800" dirty="0" err="1"/>
              <a:t>Zagdański</a:t>
            </a:r>
            <a:r>
              <a:rPr lang="id-ID" sz="1800" dirty="0"/>
              <a:t>, 2023)</a:t>
            </a:r>
          </a:p>
        </p:txBody>
      </p:sp>
      <p:sp>
        <p:nvSpPr>
          <p:cNvPr id="7" name="Tampungan Nomor Slide 6">
            <a:extLst>
              <a:ext uri="{FF2B5EF4-FFF2-40B4-BE49-F238E27FC236}">
                <a16:creationId xmlns:a16="http://schemas.microsoft.com/office/drawing/2014/main" id="{A2A488E4-DFD5-DE4F-C6CE-75A6EFEE2D2D}"/>
              </a:ext>
            </a:extLst>
          </p:cNvPr>
          <p:cNvSpPr>
            <a:spLocks noGrp="1"/>
          </p:cNvSpPr>
          <p:nvPr>
            <p:ph type="sldNum" sz="quarter" idx="4"/>
          </p:nvPr>
        </p:nvSpPr>
        <p:spPr/>
        <p:txBody>
          <a:bodyPr rtlCol="0"/>
          <a:lstStyle/>
          <a:p>
            <a:pPr rtl="0"/>
            <a:fld id="{294A09A9-5501-47C1-A89A-A340965A2BE2}" type="slidenum">
              <a:rPr lang="id-ID" smtClean="0"/>
              <a:pPr rtl="0"/>
              <a:t>9</a:t>
            </a:fld>
            <a:endParaRPr lang="id-ID" dirty="0"/>
          </a:p>
        </p:txBody>
      </p:sp>
      <p:graphicFrame>
        <p:nvGraphicFramePr>
          <p:cNvPr id="10" name="Table 9">
            <a:extLst>
              <a:ext uri="{FF2B5EF4-FFF2-40B4-BE49-F238E27FC236}">
                <a16:creationId xmlns:a16="http://schemas.microsoft.com/office/drawing/2014/main" id="{7CA923E5-4F0A-96B5-C3A7-D9241BACC7F9}"/>
              </a:ext>
            </a:extLst>
          </p:cNvPr>
          <p:cNvGraphicFramePr>
            <a:graphicFrameLocks noGrp="1"/>
          </p:cNvGraphicFramePr>
          <p:nvPr>
            <p:extLst>
              <p:ext uri="{D42A27DB-BD31-4B8C-83A1-F6EECF244321}">
                <p14:modId xmlns:p14="http://schemas.microsoft.com/office/powerpoint/2010/main" val="3891162626"/>
              </p:ext>
            </p:extLst>
          </p:nvPr>
        </p:nvGraphicFramePr>
        <p:xfrm>
          <a:off x="1076632" y="594742"/>
          <a:ext cx="9444500" cy="5210303"/>
        </p:xfrm>
        <a:graphic>
          <a:graphicData uri="http://schemas.openxmlformats.org/drawingml/2006/table">
            <a:tbl>
              <a:tblPr firstRow="1" firstCol="1" bandRow="1">
                <a:tableStyleId>{5C22544A-7EE6-4342-B048-85BDC9FD1C3A}</a:tableStyleId>
              </a:tblPr>
              <a:tblGrid>
                <a:gridCol w="1888900">
                  <a:extLst>
                    <a:ext uri="{9D8B030D-6E8A-4147-A177-3AD203B41FA5}">
                      <a16:colId xmlns:a16="http://schemas.microsoft.com/office/drawing/2014/main" val="3209082739"/>
                    </a:ext>
                  </a:extLst>
                </a:gridCol>
                <a:gridCol w="1888900">
                  <a:extLst>
                    <a:ext uri="{9D8B030D-6E8A-4147-A177-3AD203B41FA5}">
                      <a16:colId xmlns:a16="http://schemas.microsoft.com/office/drawing/2014/main" val="1888921284"/>
                    </a:ext>
                  </a:extLst>
                </a:gridCol>
                <a:gridCol w="1888900">
                  <a:extLst>
                    <a:ext uri="{9D8B030D-6E8A-4147-A177-3AD203B41FA5}">
                      <a16:colId xmlns:a16="http://schemas.microsoft.com/office/drawing/2014/main" val="4077521047"/>
                    </a:ext>
                  </a:extLst>
                </a:gridCol>
                <a:gridCol w="1888900">
                  <a:extLst>
                    <a:ext uri="{9D8B030D-6E8A-4147-A177-3AD203B41FA5}">
                      <a16:colId xmlns:a16="http://schemas.microsoft.com/office/drawing/2014/main" val="2736218579"/>
                    </a:ext>
                  </a:extLst>
                </a:gridCol>
                <a:gridCol w="1888900">
                  <a:extLst>
                    <a:ext uri="{9D8B030D-6E8A-4147-A177-3AD203B41FA5}">
                      <a16:colId xmlns:a16="http://schemas.microsoft.com/office/drawing/2014/main" val="2430063282"/>
                    </a:ext>
                  </a:extLst>
                </a:gridCol>
              </a:tblGrid>
              <a:tr h="1122623">
                <a:tc>
                  <a:txBody>
                    <a:bodyPr/>
                    <a:lstStyle/>
                    <a:p>
                      <a:pPr algn="l">
                        <a:lnSpc>
                          <a:spcPct val="150000"/>
                        </a:lnSpc>
                        <a:buNone/>
                      </a:pPr>
                      <a:r>
                        <a:rPr lang="id-ID" sz="2000" kern="0" dirty="0" err="1">
                          <a:effectLst/>
                        </a:rPr>
                        <a:t>Dataset</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a:effectLst/>
                        </a:rPr>
                        <a:t>LightGBM (detik)</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a:effectLst/>
                        </a:rPr>
                        <a:t>GBM (detik)</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a:effectLst/>
                        </a:rPr>
                        <a:t>XGBoost (detik)</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a:effectLst/>
                        </a:rPr>
                        <a:t>CatBoost (detik)</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196113673"/>
                  </a:ext>
                </a:extLst>
              </a:tr>
              <a:tr h="1021920">
                <a:tc>
                  <a:txBody>
                    <a:bodyPr/>
                    <a:lstStyle/>
                    <a:p>
                      <a:pPr algn="l">
                        <a:lnSpc>
                          <a:spcPct val="150000"/>
                        </a:lnSpc>
                        <a:buNone/>
                      </a:pPr>
                      <a:r>
                        <a:rPr lang="id-ID" sz="2000" kern="0" dirty="0" err="1">
                          <a:effectLst/>
                        </a:rPr>
                        <a:t>Heart</a:t>
                      </a:r>
                      <a:r>
                        <a:rPr lang="id-ID" sz="2000" kern="0" dirty="0">
                          <a:effectLst/>
                        </a:rPr>
                        <a:t> </a:t>
                      </a:r>
                      <a:r>
                        <a:rPr lang="id-ID" sz="2000" kern="0" dirty="0" err="1">
                          <a:effectLst/>
                        </a:rPr>
                        <a:t>Disease</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dirty="0">
                          <a:effectLst/>
                        </a:rPr>
                        <a:t>0,583</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dirty="0">
                          <a:effectLst/>
                        </a:rPr>
                        <a:t>1,417</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a:effectLst/>
                        </a:rPr>
                        <a:t>60,449</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a:effectLst/>
                        </a:rPr>
                        <a:t>4,143</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071363258"/>
                  </a:ext>
                </a:extLst>
              </a:tr>
              <a:tr h="1021920">
                <a:tc>
                  <a:txBody>
                    <a:bodyPr/>
                    <a:lstStyle/>
                    <a:p>
                      <a:pPr algn="l">
                        <a:lnSpc>
                          <a:spcPct val="150000"/>
                        </a:lnSpc>
                        <a:buNone/>
                      </a:pPr>
                      <a:r>
                        <a:rPr lang="id-ID" sz="2000" kern="0">
                          <a:effectLst/>
                        </a:rPr>
                        <a:t>Mushrooms</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dirty="0">
                          <a:effectLst/>
                        </a:rPr>
                        <a:t>6,432</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dirty="0">
                          <a:effectLst/>
                        </a:rPr>
                        <a:t>11,659</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dirty="0">
                          <a:effectLst/>
                        </a:rPr>
                        <a:t>45,696</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a:effectLst/>
                        </a:rPr>
                        <a:t>13,889</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984725224"/>
                  </a:ext>
                </a:extLst>
              </a:tr>
              <a:tr h="1021920">
                <a:tc>
                  <a:txBody>
                    <a:bodyPr/>
                    <a:lstStyle/>
                    <a:p>
                      <a:pPr algn="l">
                        <a:lnSpc>
                          <a:spcPct val="150000"/>
                        </a:lnSpc>
                        <a:buNone/>
                      </a:pPr>
                      <a:r>
                        <a:rPr lang="id-ID" sz="2000" kern="0">
                          <a:effectLst/>
                        </a:rPr>
                        <a:t>Breast Cancer</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dirty="0">
                          <a:effectLst/>
                        </a:rPr>
                        <a:t>0,722</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dirty="0">
                          <a:effectLst/>
                        </a:rPr>
                        <a:t>5,296</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dirty="0">
                          <a:effectLst/>
                        </a:rPr>
                        <a:t>85,364</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dirty="0">
                          <a:effectLst/>
                        </a:rPr>
                        <a:t>53,840</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696177661"/>
                  </a:ext>
                </a:extLst>
              </a:tr>
              <a:tr h="1021920">
                <a:tc>
                  <a:txBody>
                    <a:bodyPr/>
                    <a:lstStyle/>
                    <a:p>
                      <a:pPr algn="l">
                        <a:lnSpc>
                          <a:spcPct val="150000"/>
                        </a:lnSpc>
                        <a:buNone/>
                      </a:pPr>
                      <a:r>
                        <a:rPr lang="id-ID" sz="2000" kern="0" dirty="0">
                          <a:effectLst/>
                        </a:rPr>
                        <a:t>Leukemia</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a:effectLst/>
                        </a:rPr>
                        <a:t>3,010</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a:effectLst/>
                        </a:rPr>
                        <a:t>32,633</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a:effectLst/>
                        </a:rPr>
                        <a:t>51,568</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dirty="0">
                          <a:effectLst/>
                        </a:rPr>
                        <a:t>375,332</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214560729"/>
                  </a:ext>
                </a:extLst>
              </a:tr>
            </a:tbl>
          </a:graphicData>
        </a:graphic>
      </p:graphicFrame>
    </p:spTree>
    <p:extLst>
      <p:ext uri="{BB962C8B-B14F-4D97-AF65-F5344CB8AC3E}">
        <p14:creationId xmlns:p14="http://schemas.microsoft.com/office/powerpoint/2010/main" val="37767070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ampungan Nomor Slide 8">
            <a:extLst>
              <a:ext uri="{FF2B5EF4-FFF2-40B4-BE49-F238E27FC236}">
                <a16:creationId xmlns:a16="http://schemas.microsoft.com/office/drawing/2014/main" id="{6FD448B0-743E-0045-8131-69B4EEC58365}"/>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10</a:t>
            </a:fld>
            <a:endParaRPr lang="id-ID"/>
          </a:p>
        </p:txBody>
      </p:sp>
      <p:pic>
        <p:nvPicPr>
          <p:cNvPr id="8" name="Picture 7">
            <a:extLst>
              <a:ext uri="{FF2B5EF4-FFF2-40B4-BE49-F238E27FC236}">
                <a16:creationId xmlns:a16="http://schemas.microsoft.com/office/drawing/2014/main" id="{AF94E4D4-116E-7319-DF5F-878836869AFA}"/>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393641" y="265471"/>
            <a:ext cx="7425893" cy="5213188"/>
          </a:xfrm>
          <a:prstGeom prst="rect">
            <a:avLst/>
          </a:prstGeom>
          <a:noFill/>
          <a:ln>
            <a:noFill/>
          </a:ln>
        </p:spPr>
      </p:pic>
      <p:sp>
        <p:nvSpPr>
          <p:cNvPr id="10" name="Tampungan Kaki 4">
            <a:extLst>
              <a:ext uri="{FF2B5EF4-FFF2-40B4-BE49-F238E27FC236}">
                <a16:creationId xmlns:a16="http://schemas.microsoft.com/office/drawing/2014/main" id="{A6CD7973-EAE2-95BD-DA58-D971E2D965C4}"/>
              </a:ext>
            </a:extLst>
          </p:cNvPr>
          <p:cNvSpPr txBox="1">
            <a:spLocks/>
          </p:cNvSpPr>
          <p:nvPr/>
        </p:nvSpPr>
        <p:spPr>
          <a:xfrm>
            <a:off x="1902542" y="5533863"/>
            <a:ext cx="6150078" cy="365125"/>
          </a:xfrm>
          <a:prstGeom prst="rect">
            <a:avLst/>
          </a:prstGeom>
        </p:spPr>
        <p:txBody>
          <a:bodyPr vert="horz" lIns="91440" tIns="45720" rIns="91440" bIns="45720" rtlCol="0" anchor="ctr">
            <a:noAutofit/>
          </a:bodyPr>
          <a:lstStyle>
            <a:defPPr rtl="0">
              <a:defRPr lang="id-ID"/>
            </a:defPPr>
            <a:lvl1pPr marL="0" algn="ctr" defTabSz="914400" rtl="0" eaLnBrk="1" latinLnBrk="0" hangingPunct="1">
              <a:defRPr sz="1200" kern="1200">
                <a:solidFill>
                  <a:schemeClr val="accent3"/>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1800" dirty="0"/>
              <a:t>Visualisasi Hubungan Non-Linear Data Sepak Bola (StatsBomb, 2022)</a:t>
            </a:r>
            <a:endParaRPr lang="id-ID" sz="1800" dirty="0"/>
          </a:p>
        </p:txBody>
      </p:sp>
    </p:spTree>
    <p:extLst>
      <p:ext uri="{BB962C8B-B14F-4D97-AF65-F5344CB8AC3E}">
        <p14:creationId xmlns:p14="http://schemas.microsoft.com/office/powerpoint/2010/main" val="25631196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F96F75DE-8A44-4EC5-83C6-95BDDF10DFD9}"/>
              </a:ext>
            </a:extLst>
          </p:cNvPr>
          <p:cNvSpPr>
            <a:spLocks noGrp="1"/>
          </p:cNvSpPr>
          <p:nvPr>
            <p:ph type="title"/>
          </p:nvPr>
        </p:nvSpPr>
        <p:spPr>
          <a:xfrm>
            <a:off x="1167492" y="522807"/>
            <a:ext cx="9779183" cy="1325563"/>
          </a:xfrm>
        </p:spPr>
        <p:txBody>
          <a:bodyPr rtlCol="0"/>
          <a:lstStyle/>
          <a:p>
            <a:pPr rtl="0"/>
            <a:r>
              <a:rPr lang="en-GB" sz="5400" dirty="0" err="1"/>
              <a:t>Rumusan</a:t>
            </a:r>
            <a:r>
              <a:rPr lang="en-GB" sz="5400" dirty="0"/>
              <a:t> </a:t>
            </a:r>
            <a:r>
              <a:rPr lang="en-GB" sz="5400" dirty="0" err="1"/>
              <a:t>Masalah</a:t>
            </a:r>
            <a:endParaRPr lang="id-ID" sz="5400" dirty="0"/>
          </a:p>
        </p:txBody>
      </p:sp>
      <p:sp>
        <p:nvSpPr>
          <p:cNvPr id="6" name="Tampungan Nomor Slide 5">
            <a:extLst>
              <a:ext uri="{FF2B5EF4-FFF2-40B4-BE49-F238E27FC236}">
                <a16:creationId xmlns:a16="http://schemas.microsoft.com/office/drawing/2014/main" id="{50B6C709-8794-DF4E-A15C-6E648F09DD12}"/>
              </a:ext>
            </a:extLst>
          </p:cNvPr>
          <p:cNvSpPr>
            <a:spLocks noGrp="1"/>
          </p:cNvSpPr>
          <p:nvPr>
            <p:ph type="sldNum" sz="quarter" idx="4"/>
          </p:nvPr>
        </p:nvSpPr>
        <p:spPr/>
        <p:txBody>
          <a:bodyPr rtlCol="0"/>
          <a:lstStyle/>
          <a:p>
            <a:pPr rtl="0"/>
            <a:fld id="{294A09A9-5501-47C1-A89A-A340965A2BE2}" type="slidenum">
              <a:rPr lang="id-ID" smtClean="0"/>
              <a:pPr rtl="0"/>
              <a:t>11</a:t>
            </a:fld>
            <a:endParaRPr lang="id-ID"/>
          </a:p>
        </p:txBody>
      </p:sp>
      <p:sp>
        <p:nvSpPr>
          <p:cNvPr id="8" name="Content Placeholder 7">
            <a:extLst>
              <a:ext uri="{FF2B5EF4-FFF2-40B4-BE49-F238E27FC236}">
                <a16:creationId xmlns:a16="http://schemas.microsoft.com/office/drawing/2014/main" id="{5378EF9A-6DF2-1B01-4D25-5907CD183193}"/>
              </a:ext>
            </a:extLst>
          </p:cNvPr>
          <p:cNvSpPr>
            <a:spLocks noGrp="1"/>
          </p:cNvSpPr>
          <p:nvPr>
            <p:ph idx="1"/>
          </p:nvPr>
        </p:nvSpPr>
        <p:spPr>
          <a:xfrm>
            <a:off x="1167493" y="2087563"/>
            <a:ext cx="9437007" cy="2687637"/>
          </a:xfrm>
        </p:spPr>
        <p:txBody>
          <a:bodyPr/>
          <a:lstStyle/>
          <a:p>
            <a:pPr marL="457200" indent="-457200">
              <a:buFont typeface="Arial" panose="020B0604020202020204" pitchFamily="34" charset="0"/>
              <a:buChar char="•"/>
            </a:pPr>
            <a:r>
              <a:rPr lang="sv-SE" sz="4000" dirty="0"/>
              <a:t>Bagaimana LightGBM dapat </a:t>
            </a:r>
            <a:r>
              <a:rPr lang="sv-SE" sz="3600" dirty="0"/>
              <a:t>meningkatkan</a:t>
            </a:r>
            <a:r>
              <a:rPr lang="sv-SE" sz="4000" dirty="0"/>
              <a:t> akurasi prediksi xG?</a:t>
            </a:r>
          </a:p>
          <a:p>
            <a:pPr marL="457200" indent="-457200">
              <a:buFont typeface="Arial" panose="020B0604020202020204" pitchFamily="34" charset="0"/>
              <a:buChar char="•"/>
            </a:pPr>
            <a:r>
              <a:rPr lang="pt-BR" sz="4000" dirty="0"/>
              <a:t>Seberapa efisien LightGBM dalam memproses data untuk prediksi xG?</a:t>
            </a:r>
            <a:endParaRPr lang="id-ID" sz="4000" dirty="0"/>
          </a:p>
        </p:txBody>
      </p:sp>
    </p:spTree>
    <p:extLst>
      <p:ext uri="{BB962C8B-B14F-4D97-AF65-F5344CB8AC3E}">
        <p14:creationId xmlns:p14="http://schemas.microsoft.com/office/powerpoint/2010/main" val="42129174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27A6F7BB-30A8-4980-AD4A-2FB0B53FA6C9}"/>
              </a:ext>
            </a:extLst>
          </p:cNvPr>
          <p:cNvSpPr>
            <a:spLocks noGrp="1"/>
          </p:cNvSpPr>
          <p:nvPr>
            <p:ph type="title"/>
          </p:nvPr>
        </p:nvSpPr>
        <p:spPr>
          <a:xfrm>
            <a:off x="750430" y="381000"/>
            <a:ext cx="10678142" cy="1325563"/>
          </a:xfrm>
        </p:spPr>
        <p:txBody>
          <a:bodyPr rtlCol="0"/>
          <a:lstStyle/>
          <a:p>
            <a:pPr rtl="0"/>
            <a:r>
              <a:rPr lang="en-GB" dirty="0"/>
              <a:t>Batasan </a:t>
            </a:r>
            <a:r>
              <a:rPr lang="en-GB" dirty="0" err="1"/>
              <a:t>Masalah</a:t>
            </a:r>
            <a:endParaRPr lang="id-ID" dirty="0"/>
          </a:p>
        </p:txBody>
      </p:sp>
      <p:sp>
        <p:nvSpPr>
          <p:cNvPr id="3" name="Tampungan Tanggal 2">
            <a:extLst>
              <a:ext uri="{FF2B5EF4-FFF2-40B4-BE49-F238E27FC236}">
                <a16:creationId xmlns:a16="http://schemas.microsoft.com/office/drawing/2014/main" id="{DF3B501F-5E7A-5D46-8856-A27912A21D96}"/>
              </a:ext>
            </a:extLst>
          </p:cNvPr>
          <p:cNvSpPr>
            <a:spLocks noGrp="1"/>
          </p:cNvSpPr>
          <p:nvPr>
            <p:ph type="dt" sz="half" idx="25"/>
          </p:nvPr>
        </p:nvSpPr>
        <p:spPr>
          <a:xfrm>
            <a:off x="381000" y="6356350"/>
            <a:ext cx="2743200" cy="365125"/>
          </a:xfrm>
        </p:spPr>
        <p:txBody>
          <a:bodyPr rtlCol="0"/>
          <a:lstStyle/>
          <a:p>
            <a:pPr rtl="0"/>
            <a:fld id="{423EE75F-42B8-4E1A-83C6-1B72B3C0E408}" type="datetime1">
              <a:rPr lang="id-ID" smtClean="0"/>
              <a:t>14/10/2025</a:t>
            </a:fld>
            <a:endParaRPr lang="id-ID"/>
          </a:p>
        </p:txBody>
      </p:sp>
      <p:sp>
        <p:nvSpPr>
          <p:cNvPr id="4" name="Tampungan Kaki 3">
            <a:extLst>
              <a:ext uri="{FF2B5EF4-FFF2-40B4-BE49-F238E27FC236}">
                <a16:creationId xmlns:a16="http://schemas.microsoft.com/office/drawing/2014/main" id="{E9CE3E8F-3700-FE42-BA65-89071D20A786}"/>
              </a:ext>
            </a:extLst>
          </p:cNvPr>
          <p:cNvSpPr>
            <a:spLocks noGrp="1"/>
          </p:cNvSpPr>
          <p:nvPr>
            <p:ph type="ftr" sz="quarter" idx="26"/>
          </p:nvPr>
        </p:nvSpPr>
        <p:spPr>
          <a:xfrm>
            <a:off x="4038600" y="6356350"/>
            <a:ext cx="4114800" cy="365125"/>
          </a:xfrm>
        </p:spPr>
        <p:txBody>
          <a:bodyPr rtlCol="0"/>
          <a:lstStyle/>
          <a:p>
            <a:pPr rtl="0"/>
            <a:r>
              <a:rPr lang="id-ID"/>
              <a:t>JUDUL PRESENTASI</a:t>
            </a:r>
          </a:p>
        </p:txBody>
      </p:sp>
      <p:sp>
        <p:nvSpPr>
          <p:cNvPr id="5" name="Tampungan Nomor Slide 4">
            <a:extLst>
              <a:ext uri="{FF2B5EF4-FFF2-40B4-BE49-F238E27FC236}">
                <a16:creationId xmlns:a16="http://schemas.microsoft.com/office/drawing/2014/main" id="{352A2850-23AF-A249-8907-5DAF2E2D2269}"/>
              </a:ext>
            </a:extLst>
          </p:cNvPr>
          <p:cNvSpPr>
            <a:spLocks noGrp="1"/>
          </p:cNvSpPr>
          <p:nvPr>
            <p:ph type="sldNum" sz="quarter" idx="27"/>
          </p:nvPr>
        </p:nvSpPr>
        <p:spPr>
          <a:xfrm>
            <a:off x="9067800" y="6356350"/>
            <a:ext cx="2743200" cy="365125"/>
          </a:xfrm>
        </p:spPr>
        <p:txBody>
          <a:bodyPr rtlCol="0"/>
          <a:lstStyle/>
          <a:p>
            <a:pPr rtl="0"/>
            <a:fld id="{294A09A9-5501-47C1-A89A-A340965A2BE2}" type="slidenum">
              <a:rPr lang="id-ID" smtClean="0"/>
              <a:pPr rtl="0"/>
              <a:t>12</a:t>
            </a:fld>
            <a:endParaRPr lang="id-ID"/>
          </a:p>
        </p:txBody>
      </p:sp>
      <p:sp>
        <p:nvSpPr>
          <p:cNvPr id="78" name="Content Placeholder 7">
            <a:extLst>
              <a:ext uri="{FF2B5EF4-FFF2-40B4-BE49-F238E27FC236}">
                <a16:creationId xmlns:a16="http://schemas.microsoft.com/office/drawing/2014/main" id="{B95C08ED-9EA2-79F4-DDA9-96FBA72A6227}"/>
              </a:ext>
            </a:extLst>
          </p:cNvPr>
          <p:cNvSpPr txBox="1">
            <a:spLocks/>
          </p:cNvSpPr>
          <p:nvPr/>
        </p:nvSpPr>
        <p:spPr>
          <a:xfrm>
            <a:off x="1167493" y="2087563"/>
            <a:ext cx="9437007" cy="2687637"/>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r>
              <a:rPr lang="id-ID" sz="2400" dirty="0"/>
              <a:t>Penelitian ini hanya berfokus pada implementasi dan optimalisasi </a:t>
            </a:r>
            <a:r>
              <a:rPr lang="id-ID" sz="2400" b="1" dirty="0" err="1"/>
              <a:t>LightGBM</a:t>
            </a:r>
            <a:r>
              <a:rPr lang="en-GB" sz="2400" b="1" dirty="0"/>
              <a:t>.</a:t>
            </a:r>
          </a:p>
          <a:p>
            <a:pPr marL="457200" indent="-457200"/>
            <a:r>
              <a:rPr lang="id-ID" sz="2400" dirty="0"/>
              <a:t>Sumber data yang digunakan adalah </a:t>
            </a:r>
            <a:r>
              <a:rPr lang="id-ID" sz="2400" b="1" dirty="0" err="1"/>
              <a:t>StatsBomb</a:t>
            </a:r>
            <a:r>
              <a:rPr lang="id-ID" sz="2400" b="1" dirty="0"/>
              <a:t> Open Data</a:t>
            </a:r>
            <a:r>
              <a:rPr lang="id-ID" sz="2400" dirty="0"/>
              <a:t>.</a:t>
            </a:r>
            <a:endParaRPr lang="en-GB" sz="2400" dirty="0"/>
          </a:p>
          <a:p>
            <a:pPr marL="457200" indent="-457200"/>
            <a:r>
              <a:rPr lang="id-ID" sz="2400" dirty="0"/>
              <a:t>Sampel data hanya mencakup tembakan dari situasi </a:t>
            </a:r>
            <a:r>
              <a:rPr lang="id-ID" sz="2400" b="1" dirty="0"/>
              <a:t>permainan terbuka (</a:t>
            </a:r>
            <a:r>
              <a:rPr lang="id-ID" sz="2400" b="1" i="1" dirty="0"/>
              <a:t>open </a:t>
            </a:r>
            <a:r>
              <a:rPr lang="id-ID" sz="2400" b="1" i="1" dirty="0" err="1"/>
              <a:t>play</a:t>
            </a:r>
            <a:r>
              <a:rPr lang="id-ID" sz="2400" b="1" dirty="0"/>
              <a:t>)</a:t>
            </a:r>
            <a:r>
              <a:rPr lang="id-ID" sz="2400" dirty="0"/>
              <a:t>. Tembakan dari bola mati (penalti, tendangan bebas, dll.) tidak diikutsertakan.</a:t>
            </a:r>
            <a:endParaRPr lang="en-GB" sz="2400" dirty="0"/>
          </a:p>
          <a:p>
            <a:pPr marL="457200" indent="-457200"/>
            <a:r>
              <a:rPr lang="id-ID" sz="2400" dirty="0"/>
              <a:t>Kinerja model diukur secara spesifik menggunakan metrik </a:t>
            </a:r>
            <a:r>
              <a:rPr lang="id-ID" sz="2400" b="1" dirty="0"/>
              <a:t>ROC AUC, </a:t>
            </a:r>
            <a:r>
              <a:rPr lang="id-ID" sz="2400" b="1" dirty="0" err="1"/>
              <a:t>Brier</a:t>
            </a:r>
            <a:r>
              <a:rPr lang="id-ID" sz="2400" b="1" dirty="0"/>
              <a:t> </a:t>
            </a:r>
            <a:r>
              <a:rPr lang="id-ID" sz="2400" b="1" dirty="0" err="1"/>
              <a:t>Score</a:t>
            </a:r>
            <a:r>
              <a:rPr lang="id-ID" sz="2400" b="1" dirty="0"/>
              <a:t>, Presisi, </a:t>
            </a:r>
            <a:r>
              <a:rPr lang="id-ID" sz="2400" b="1" dirty="0" err="1"/>
              <a:t>Recall</a:t>
            </a:r>
            <a:r>
              <a:rPr lang="id-ID" sz="2400" b="1" dirty="0"/>
              <a:t>, F1-Score, Log-</a:t>
            </a:r>
            <a:r>
              <a:rPr lang="id-ID" sz="2400" b="1" dirty="0" err="1"/>
              <a:t>Loss</a:t>
            </a:r>
            <a:r>
              <a:rPr lang="id-ID" sz="2400" b="1" dirty="0"/>
              <a:t>,</a:t>
            </a:r>
            <a:r>
              <a:rPr lang="id-ID" sz="2400" dirty="0"/>
              <a:t> dan </a:t>
            </a:r>
            <a:r>
              <a:rPr lang="id-ID" sz="2400" b="1" dirty="0"/>
              <a:t>waktu pemrosesan</a:t>
            </a:r>
            <a:r>
              <a:rPr lang="id-ID" sz="2400" dirty="0"/>
              <a:t>.</a:t>
            </a:r>
          </a:p>
        </p:txBody>
      </p:sp>
    </p:spTree>
    <p:extLst>
      <p:ext uri="{BB962C8B-B14F-4D97-AF65-F5344CB8AC3E}">
        <p14:creationId xmlns:p14="http://schemas.microsoft.com/office/powerpoint/2010/main" val="33962667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8460295B-54B9-4937-90E3-BAB9CE69E30B}"/>
              </a:ext>
            </a:extLst>
          </p:cNvPr>
          <p:cNvSpPr>
            <a:spLocks noGrp="1"/>
          </p:cNvSpPr>
          <p:nvPr>
            <p:ph type="ctrTitle"/>
          </p:nvPr>
        </p:nvSpPr>
        <p:spPr>
          <a:xfrm>
            <a:off x="722994" y="1221850"/>
            <a:ext cx="6245912" cy="832900"/>
          </a:xfrm>
        </p:spPr>
        <p:txBody>
          <a:bodyPr rtlCol="0"/>
          <a:lstStyle/>
          <a:p>
            <a:pPr rtl="0"/>
            <a:r>
              <a:rPr lang="en-GB" dirty="0"/>
              <a:t>Tujuan </a:t>
            </a:r>
            <a:r>
              <a:rPr lang="en-GB" dirty="0" err="1"/>
              <a:t>Penelitian</a:t>
            </a:r>
            <a:endParaRPr lang="id-ID" dirty="0"/>
          </a:p>
        </p:txBody>
      </p:sp>
      <p:sp>
        <p:nvSpPr>
          <p:cNvPr id="4" name="Tampungan Teks 3">
            <a:extLst>
              <a:ext uri="{FF2B5EF4-FFF2-40B4-BE49-F238E27FC236}">
                <a16:creationId xmlns:a16="http://schemas.microsoft.com/office/drawing/2014/main" id="{D51A6D85-3837-435F-A342-5A3F98172B12}"/>
              </a:ext>
            </a:extLst>
          </p:cNvPr>
          <p:cNvSpPr>
            <a:spLocks noGrp="1"/>
          </p:cNvSpPr>
          <p:nvPr>
            <p:ph type="subTitle" idx="1"/>
          </p:nvPr>
        </p:nvSpPr>
        <p:spPr>
          <a:xfrm>
            <a:off x="722994" y="2624675"/>
            <a:ext cx="6245912" cy="2595025"/>
          </a:xfrm>
        </p:spPr>
        <p:txBody>
          <a:bodyPr vert="horz" lIns="91440" tIns="45720" rIns="91440" bIns="45720" rtlCol="0" anchor="t">
            <a:normAutofit fontScale="92500" lnSpcReduction="10000"/>
          </a:bodyPr>
          <a:lstStyle/>
          <a:p>
            <a:pPr marL="457200" indent="-457200">
              <a:buFont typeface="Arial" panose="020B0604020202020204" pitchFamily="34" charset="0"/>
              <a:buChar char="•"/>
            </a:pPr>
            <a:r>
              <a:rPr lang="id-ID" sz="2400" dirty="0"/>
              <a:t>Mengimplementasikan algoritma </a:t>
            </a:r>
            <a:r>
              <a:rPr lang="id-ID" sz="2400" dirty="0" err="1"/>
              <a:t>LightGBM</a:t>
            </a:r>
            <a:r>
              <a:rPr lang="id-ID" sz="2400" dirty="0"/>
              <a:t> untuk membangun model prediksi </a:t>
            </a:r>
            <a:r>
              <a:rPr lang="id-ID" sz="2400" dirty="0" err="1"/>
              <a:t>xG</a:t>
            </a:r>
            <a:r>
              <a:rPr lang="en-GB" sz="2400" dirty="0"/>
              <a:t>.</a:t>
            </a:r>
          </a:p>
          <a:p>
            <a:pPr marL="457200" indent="-457200">
              <a:buFont typeface="Arial" panose="020B0604020202020204" pitchFamily="34" charset="0"/>
              <a:buChar char="•"/>
            </a:pPr>
            <a:r>
              <a:rPr lang="id-ID" sz="2400" dirty="0"/>
              <a:t>Mengukur </a:t>
            </a:r>
            <a:r>
              <a:rPr lang="id-ID" sz="2400" b="1" dirty="0"/>
              <a:t>tingkat akurasi</a:t>
            </a:r>
            <a:r>
              <a:rPr lang="id-ID" sz="2400" dirty="0"/>
              <a:t> prediksi model menggunakan serangkaian metrik yang telah ditentukan.</a:t>
            </a:r>
            <a:endParaRPr lang="en-GB" sz="2400" dirty="0"/>
          </a:p>
          <a:p>
            <a:pPr marL="457200" indent="-457200">
              <a:buFont typeface="Arial" panose="020B0604020202020204" pitchFamily="34" charset="0"/>
              <a:buChar char="•"/>
            </a:pPr>
            <a:r>
              <a:rPr lang="id-ID" sz="2400" dirty="0"/>
              <a:t>Mengukur </a:t>
            </a:r>
            <a:r>
              <a:rPr lang="id-ID" sz="2400" b="1" dirty="0"/>
              <a:t>efisiensi komputasi</a:t>
            </a:r>
            <a:r>
              <a:rPr lang="id-ID" sz="2400" dirty="0"/>
              <a:t> model berdasarkan waktu pemrosesan yang dibutuhkan.</a:t>
            </a:r>
            <a:endParaRPr lang="en-GB" sz="2400" dirty="0"/>
          </a:p>
          <a:p>
            <a:pPr marL="457200" indent="-457200">
              <a:buFont typeface="Arial" panose="020B0604020202020204" pitchFamily="34" charset="0"/>
              <a:buChar char="•"/>
            </a:pPr>
            <a:endParaRPr lang="id-ID" sz="2400" dirty="0"/>
          </a:p>
        </p:txBody>
      </p:sp>
    </p:spTree>
    <p:extLst>
      <p:ext uri="{BB962C8B-B14F-4D97-AF65-F5344CB8AC3E}">
        <p14:creationId xmlns:p14="http://schemas.microsoft.com/office/powerpoint/2010/main" val="34467973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27A6F7BB-30A8-4980-AD4A-2FB0B53FA6C9}"/>
              </a:ext>
            </a:extLst>
          </p:cNvPr>
          <p:cNvSpPr>
            <a:spLocks noGrp="1"/>
          </p:cNvSpPr>
          <p:nvPr>
            <p:ph type="title"/>
          </p:nvPr>
        </p:nvSpPr>
        <p:spPr>
          <a:xfrm>
            <a:off x="750430" y="381001"/>
            <a:ext cx="8401624" cy="800100"/>
          </a:xfrm>
        </p:spPr>
        <p:txBody>
          <a:bodyPr rtlCol="0"/>
          <a:lstStyle/>
          <a:p>
            <a:pPr rtl="0"/>
            <a:r>
              <a:rPr lang="en-GB" dirty="0" err="1"/>
              <a:t>Landasan</a:t>
            </a:r>
            <a:r>
              <a:rPr lang="en-GB" dirty="0"/>
              <a:t> Teori</a:t>
            </a:r>
            <a:endParaRPr lang="id-ID" dirty="0"/>
          </a:p>
        </p:txBody>
      </p:sp>
      <p:sp>
        <p:nvSpPr>
          <p:cNvPr id="30" name="Content Placeholder 7">
            <a:extLst>
              <a:ext uri="{FF2B5EF4-FFF2-40B4-BE49-F238E27FC236}">
                <a16:creationId xmlns:a16="http://schemas.microsoft.com/office/drawing/2014/main" id="{3356F53D-93D5-F6C0-E8ED-84F1016A46C5}"/>
              </a:ext>
            </a:extLst>
          </p:cNvPr>
          <p:cNvSpPr txBox="1">
            <a:spLocks/>
          </p:cNvSpPr>
          <p:nvPr/>
        </p:nvSpPr>
        <p:spPr>
          <a:xfrm>
            <a:off x="296406" y="1785144"/>
            <a:ext cx="9341080" cy="4296342"/>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r>
              <a:rPr lang="id-ID" b="1" dirty="0" err="1"/>
              <a:t>xG</a:t>
            </a:r>
            <a:r>
              <a:rPr lang="id-ID" dirty="0"/>
              <a:t> adalah metrik untuk mengukur </a:t>
            </a:r>
            <a:r>
              <a:rPr lang="id-ID" b="1" dirty="0"/>
              <a:t>kualitas sebuah peluang tembakan</a:t>
            </a:r>
            <a:r>
              <a:rPr lang="en-GB" b="1" dirty="0"/>
              <a:t> </a:t>
            </a:r>
            <a:r>
              <a:rPr lang="en-GB" b="1" dirty="0" err="1"/>
              <a:t>menggunakan</a:t>
            </a:r>
            <a:r>
              <a:rPr lang="en-GB" b="1" dirty="0"/>
              <a:t> </a:t>
            </a:r>
            <a:r>
              <a:rPr lang="en-GB" b="1" dirty="0" err="1"/>
              <a:t>probabilitas</a:t>
            </a:r>
            <a:r>
              <a:rPr lang="id-ID" dirty="0"/>
              <a:t>.</a:t>
            </a:r>
            <a:endParaRPr lang="en-GB" dirty="0"/>
          </a:p>
          <a:p>
            <a:pPr marL="457200" indent="-457200"/>
            <a:r>
              <a:rPr lang="en-GB" dirty="0"/>
              <a:t>Pada </a:t>
            </a:r>
            <a:r>
              <a:rPr lang="en-GB" dirty="0" err="1"/>
              <a:t>umumnya</a:t>
            </a:r>
            <a:r>
              <a:rPr lang="en-GB" dirty="0"/>
              <a:t> </a:t>
            </a:r>
            <a:r>
              <a:rPr lang="id-ID" dirty="0"/>
              <a:t>Model </a:t>
            </a:r>
            <a:r>
              <a:rPr lang="id-ID" dirty="0" err="1"/>
              <a:t>xG</a:t>
            </a:r>
            <a:r>
              <a:rPr lang="id-ID" dirty="0"/>
              <a:t> menganalisis ribuan data tembakan historis dengan mempertimbangkan berbagai faktor, seperti:</a:t>
            </a:r>
            <a:endParaRPr lang="en-GB" dirty="0"/>
          </a:p>
          <a:p>
            <a:pPr lvl="1"/>
            <a:r>
              <a:rPr lang="id-ID" dirty="0"/>
              <a:t>Jarak dan sudut tembakan</a:t>
            </a:r>
          </a:p>
          <a:p>
            <a:pPr lvl="1"/>
            <a:r>
              <a:rPr lang="id-ID" dirty="0"/>
              <a:t>Bagian tubuh yang digunakan (kaki atau kepala)</a:t>
            </a:r>
          </a:p>
          <a:p>
            <a:pPr lvl="1"/>
            <a:r>
              <a:rPr lang="id-ID" dirty="0"/>
              <a:t>Jenis permainan yang mendahului tembakan (umpan terobosan, dll.). (</a:t>
            </a:r>
            <a:r>
              <a:rPr lang="id-ID" dirty="0" err="1"/>
              <a:t>Olvera-Rojas</a:t>
            </a:r>
            <a:r>
              <a:rPr lang="id-ID" dirty="0"/>
              <a:t> </a:t>
            </a:r>
            <a:r>
              <a:rPr lang="id-ID" dirty="0" err="1"/>
              <a:t>et</a:t>
            </a:r>
            <a:r>
              <a:rPr lang="id-ID" dirty="0"/>
              <a:t> </a:t>
            </a:r>
            <a:r>
              <a:rPr lang="id-ID" dirty="0" err="1"/>
              <a:t>al.</a:t>
            </a:r>
            <a:r>
              <a:rPr lang="id-ID" dirty="0"/>
              <a:t>, 2023).</a:t>
            </a:r>
          </a:p>
          <a:p>
            <a:pPr marL="457200" indent="-457200"/>
            <a:endParaRPr lang="id-ID" dirty="0"/>
          </a:p>
        </p:txBody>
      </p:sp>
      <p:sp>
        <p:nvSpPr>
          <p:cNvPr id="32" name="Judul 1">
            <a:extLst>
              <a:ext uri="{FF2B5EF4-FFF2-40B4-BE49-F238E27FC236}">
                <a16:creationId xmlns:a16="http://schemas.microsoft.com/office/drawing/2014/main" id="{B27BB883-ED93-314A-0678-70F078C6176D}"/>
              </a:ext>
            </a:extLst>
          </p:cNvPr>
          <p:cNvSpPr txBox="1">
            <a:spLocks/>
          </p:cNvSpPr>
          <p:nvPr/>
        </p:nvSpPr>
        <p:spPr>
          <a:xfrm>
            <a:off x="750430" y="1181101"/>
            <a:ext cx="8401624" cy="444499"/>
          </a:xfrm>
          <a:prstGeom prst="rect">
            <a:avLst/>
          </a:prstGeom>
        </p:spPr>
        <p:txBody>
          <a:bodyPr vert="horz" lIns="0" tIns="45720" rIns="91440" bIns="45720" rtlCol="0" anchor="b">
            <a:noAutofit/>
          </a:bodyPr>
          <a:lstStyle>
            <a:lvl1pPr algn="l" defTabSz="914400" rtl="0" eaLnBrk="1" latinLnBrk="0" hangingPunct="1">
              <a:lnSpc>
                <a:spcPct val="90000"/>
              </a:lnSpc>
              <a:spcBef>
                <a:spcPct val="0"/>
              </a:spcBef>
              <a:buNone/>
              <a:defRPr sz="4800" b="1" kern="1200">
                <a:solidFill>
                  <a:schemeClr val="tx1"/>
                </a:solidFill>
                <a:latin typeface="+mj-lt"/>
                <a:ea typeface="+mj-ea"/>
                <a:cs typeface="+mj-cs"/>
              </a:defRPr>
            </a:lvl1pPr>
          </a:lstStyle>
          <a:p>
            <a:r>
              <a:rPr lang="en-GB" sz="4000" b="0" i="1" dirty="0"/>
              <a:t>Expected Goals (</a:t>
            </a:r>
            <a:r>
              <a:rPr lang="en-GB" sz="4000" b="0" i="1" dirty="0" err="1"/>
              <a:t>xG</a:t>
            </a:r>
            <a:r>
              <a:rPr lang="en-GB" sz="4000" b="0" i="1" dirty="0"/>
              <a:t>)</a:t>
            </a:r>
            <a:endParaRPr lang="id-ID" sz="4000" b="0" i="1" dirty="0"/>
          </a:p>
        </p:txBody>
      </p:sp>
    </p:spTree>
    <p:extLst>
      <p:ext uri="{BB962C8B-B14F-4D97-AF65-F5344CB8AC3E}">
        <p14:creationId xmlns:p14="http://schemas.microsoft.com/office/powerpoint/2010/main" val="33356902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48F11B-AB1F-36A2-9541-071E58C65026}"/>
            </a:ext>
          </a:extLst>
        </p:cNvPr>
        <p:cNvGrpSpPr/>
        <p:nvPr/>
      </p:nvGrpSpPr>
      <p:grpSpPr>
        <a:xfrm>
          <a:off x="0" y="0"/>
          <a:ext cx="0" cy="0"/>
          <a:chOff x="0" y="0"/>
          <a:chExt cx="0" cy="0"/>
        </a:xfrm>
      </p:grpSpPr>
      <p:sp>
        <p:nvSpPr>
          <p:cNvPr id="3" name="Tampungan Tanggal 2">
            <a:extLst>
              <a:ext uri="{FF2B5EF4-FFF2-40B4-BE49-F238E27FC236}">
                <a16:creationId xmlns:a16="http://schemas.microsoft.com/office/drawing/2014/main" id="{1F0A7994-0AFC-7AA4-C729-A5AB30609F6F}"/>
              </a:ext>
            </a:extLst>
          </p:cNvPr>
          <p:cNvSpPr>
            <a:spLocks noGrp="1"/>
          </p:cNvSpPr>
          <p:nvPr>
            <p:ph type="dt" sz="half" idx="10"/>
          </p:nvPr>
        </p:nvSpPr>
        <p:spPr/>
        <p:txBody>
          <a:bodyPr rtlCol="0"/>
          <a:lstStyle/>
          <a:p>
            <a:pPr rtl="0"/>
            <a:fld id="{A808DD98-197B-46F5-A6AA-BDA332D7E685}" type="datetime1">
              <a:rPr lang="id-ID" smtClean="0"/>
              <a:t>14/10/2025</a:t>
            </a:fld>
            <a:endParaRPr lang="id-ID"/>
          </a:p>
        </p:txBody>
      </p:sp>
      <p:sp>
        <p:nvSpPr>
          <p:cNvPr id="4" name="Tampungan Kaki 3">
            <a:extLst>
              <a:ext uri="{FF2B5EF4-FFF2-40B4-BE49-F238E27FC236}">
                <a16:creationId xmlns:a16="http://schemas.microsoft.com/office/drawing/2014/main" id="{58FFB98C-CFF5-B9FA-9A41-DD916B870D49}"/>
              </a:ext>
            </a:extLst>
          </p:cNvPr>
          <p:cNvSpPr>
            <a:spLocks noGrp="1"/>
          </p:cNvSpPr>
          <p:nvPr>
            <p:ph type="ftr" sz="quarter" idx="11"/>
          </p:nvPr>
        </p:nvSpPr>
        <p:spPr/>
        <p:txBody>
          <a:bodyPr rtlCol="0"/>
          <a:lstStyle/>
          <a:p>
            <a:pPr rtl="0"/>
            <a:r>
              <a:rPr lang="en-GB" sz="2000" dirty="0" err="1"/>
              <a:t>Opta</a:t>
            </a:r>
            <a:r>
              <a:rPr lang="en-GB" sz="2000" dirty="0"/>
              <a:t> (2023)</a:t>
            </a:r>
            <a:endParaRPr lang="id-ID" sz="2000" dirty="0"/>
          </a:p>
        </p:txBody>
      </p:sp>
      <p:sp>
        <p:nvSpPr>
          <p:cNvPr id="5" name="Tampungan Nomor Slide 4">
            <a:extLst>
              <a:ext uri="{FF2B5EF4-FFF2-40B4-BE49-F238E27FC236}">
                <a16:creationId xmlns:a16="http://schemas.microsoft.com/office/drawing/2014/main" id="{8D782479-0704-A2C9-CB87-89344E5169EE}"/>
              </a:ext>
            </a:extLst>
          </p:cNvPr>
          <p:cNvSpPr>
            <a:spLocks noGrp="1"/>
          </p:cNvSpPr>
          <p:nvPr>
            <p:ph type="sldNum" sz="quarter" idx="12"/>
          </p:nvPr>
        </p:nvSpPr>
        <p:spPr/>
        <p:txBody>
          <a:bodyPr rtlCol="0"/>
          <a:lstStyle/>
          <a:p>
            <a:pPr rtl="0"/>
            <a:fld id="{294A09A9-5501-47C1-A89A-A340965A2BE2}" type="slidenum">
              <a:rPr lang="id-ID" smtClean="0"/>
              <a:pPr rtl="0"/>
              <a:t>15</a:t>
            </a:fld>
            <a:endParaRPr lang="id-ID"/>
          </a:p>
        </p:txBody>
      </p:sp>
      <p:pic>
        <p:nvPicPr>
          <p:cNvPr id="33" name="Picture 32" descr="Alexis Sanchez expected goals (xG) map 2022-23">
            <a:extLst>
              <a:ext uri="{FF2B5EF4-FFF2-40B4-BE49-F238E27FC236}">
                <a16:creationId xmlns:a16="http://schemas.microsoft.com/office/drawing/2014/main" id="{8E2FB1A2-49A7-E85E-D4F3-2E05EE718439}"/>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51073" y="136525"/>
            <a:ext cx="8293100" cy="6219825"/>
          </a:xfrm>
          <a:prstGeom prst="rect">
            <a:avLst/>
          </a:prstGeom>
          <a:noFill/>
          <a:ln>
            <a:noFill/>
          </a:ln>
        </p:spPr>
      </p:pic>
    </p:spTree>
    <p:extLst>
      <p:ext uri="{BB962C8B-B14F-4D97-AF65-F5344CB8AC3E}">
        <p14:creationId xmlns:p14="http://schemas.microsoft.com/office/powerpoint/2010/main" val="39396260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DD0B6389-2374-4677-B8BB-59410CCC32FD}"/>
              </a:ext>
            </a:extLst>
          </p:cNvPr>
          <p:cNvSpPr>
            <a:spLocks noGrp="1"/>
          </p:cNvSpPr>
          <p:nvPr>
            <p:ph type="title"/>
          </p:nvPr>
        </p:nvSpPr>
        <p:spPr>
          <a:xfrm>
            <a:off x="1167492" y="381001"/>
            <a:ext cx="9779183" cy="1262062"/>
          </a:xfrm>
        </p:spPr>
        <p:txBody>
          <a:bodyPr rtlCol="0">
            <a:normAutofit fontScale="90000"/>
          </a:bodyPr>
          <a:lstStyle/>
          <a:p>
            <a:pPr rtl="0"/>
            <a:r>
              <a:rPr lang="en-GB" dirty="0" err="1"/>
              <a:t>Landasan</a:t>
            </a:r>
            <a:r>
              <a:rPr lang="en-GB" dirty="0"/>
              <a:t> Teori</a:t>
            </a:r>
            <a:br>
              <a:rPr lang="en-GB" dirty="0"/>
            </a:br>
            <a:r>
              <a:rPr lang="en-GB" b="0" i="1" dirty="0" err="1"/>
              <a:t>LightGBM</a:t>
            </a:r>
            <a:endParaRPr lang="id-ID" b="0" i="1" dirty="0"/>
          </a:p>
        </p:txBody>
      </p:sp>
      <p:sp>
        <p:nvSpPr>
          <p:cNvPr id="13" name="TextBox 12">
            <a:extLst>
              <a:ext uri="{FF2B5EF4-FFF2-40B4-BE49-F238E27FC236}">
                <a16:creationId xmlns:a16="http://schemas.microsoft.com/office/drawing/2014/main" id="{3B2B8A14-1FBE-5215-CF2B-905D2837E291}"/>
              </a:ext>
            </a:extLst>
          </p:cNvPr>
          <p:cNvSpPr txBox="1"/>
          <p:nvPr/>
        </p:nvSpPr>
        <p:spPr>
          <a:xfrm>
            <a:off x="792776" y="1720840"/>
            <a:ext cx="6740139" cy="3416320"/>
          </a:xfrm>
          <a:prstGeom prst="rect">
            <a:avLst/>
          </a:prstGeom>
          <a:noFill/>
        </p:spPr>
        <p:txBody>
          <a:bodyPr wrap="square">
            <a:spAutoFit/>
          </a:bodyPr>
          <a:lstStyle/>
          <a:p>
            <a:pPr marL="342900" indent="-342900">
              <a:buFont typeface="Arial" panose="020B0604020202020204" pitchFamily="34" charset="0"/>
              <a:buChar char="•"/>
            </a:pPr>
            <a:r>
              <a:rPr lang="id-ID" sz="2400" b="1" dirty="0" err="1"/>
              <a:t>LightGBM</a:t>
            </a:r>
            <a:r>
              <a:rPr lang="id-ID" sz="2400" dirty="0"/>
              <a:t> adalah algoritma </a:t>
            </a:r>
            <a:r>
              <a:rPr lang="id-ID" sz="2400" i="1" dirty="0" err="1"/>
              <a:t>machine</a:t>
            </a:r>
            <a:r>
              <a:rPr lang="id-ID" sz="2400" i="1" dirty="0"/>
              <a:t> </a:t>
            </a:r>
            <a:r>
              <a:rPr lang="id-ID" sz="2400" i="1" dirty="0" err="1"/>
              <a:t>learning</a:t>
            </a:r>
            <a:r>
              <a:rPr lang="id-ID" sz="2400" dirty="0"/>
              <a:t> yang dirancang secara khusus untuk mencapai </a:t>
            </a:r>
            <a:r>
              <a:rPr lang="id-ID" sz="2400" b="1" dirty="0"/>
              <a:t>kecepatan</a:t>
            </a:r>
            <a:r>
              <a:rPr lang="id-ID" sz="2400" dirty="0"/>
              <a:t> dan </a:t>
            </a:r>
            <a:r>
              <a:rPr lang="id-ID" sz="2400" b="1" dirty="0"/>
              <a:t>efisiensi</a:t>
            </a:r>
            <a:r>
              <a:rPr lang="id-ID" sz="2400" dirty="0"/>
              <a:t> yang sangat tinggi.</a:t>
            </a:r>
            <a:endParaRPr lang="en-GB" sz="2400" dirty="0"/>
          </a:p>
          <a:p>
            <a:pPr marL="342900" indent="-342900">
              <a:buFont typeface="Arial" panose="020B0604020202020204" pitchFamily="34" charset="0"/>
              <a:buChar char="•"/>
            </a:pPr>
            <a:r>
              <a:rPr lang="id-ID" sz="2400" dirty="0" err="1"/>
              <a:t>LightGBM</a:t>
            </a:r>
            <a:r>
              <a:rPr lang="id-ID" sz="2400" dirty="0"/>
              <a:t> menggunakan strategi pertumbuhan pohon yang disebut </a:t>
            </a:r>
            <a:r>
              <a:rPr lang="id-ID" sz="2400" b="1" i="1" dirty="0" err="1"/>
              <a:t>leaf-wise</a:t>
            </a:r>
            <a:r>
              <a:rPr lang="id-ID" sz="2400" dirty="0"/>
              <a:t>.</a:t>
            </a:r>
            <a:endParaRPr lang="en-GB" sz="2400" dirty="0"/>
          </a:p>
          <a:p>
            <a:pPr marL="342900" indent="-342900">
              <a:buFont typeface="Arial" panose="020B0604020202020204" pitchFamily="34" charset="0"/>
              <a:buChar char="•"/>
            </a:pPr>
            <a:r>
              <a:rPr lang="id-ID" sz="2400" dirty="0"/>
              <a:t>Apa Saja Inovasi Utamanya?</a:t>
            </a:r>
            <a:endParaRPr lang="en-GB" sz="2400" dirty="0"/>
          </a:p>
          <a:p>
            <a:pPr marL="800100" lvl="1" indent="-342900">
              <a:buFont typeface="Arial" panose="020B0604020202020204" pitchFamily="34" charset="0"/>
              <a:buChar char="•"/>
            </a:pPr>
            <a:r>
              <a:rPr lang="id-ID" sz="2400" b="1" dirty="0"/>
              <a:t>GOSS (</a:t>
            </a:r>
            <a:r>
              <a:rPr lang="id-ID" sz="2400" b="1" dirty="0" err="1"/>
              <a:t>Gradient-based</a:t>
            </a:r>
            <a:r>
              <a:rPr lang="id-ID" sz="2400" b="1" dirty="0"/>
              <a:t> One-</a:t>
            </a:r>
            <a:r>
              <a:rPr lang="id-ID" sz="2400" b="1" dirty="0" err="1"/>
              <a:t>Side</a:t>
            </a:r>
            <a:r>
              <a:rPr lang="id-ID" sz="2400" b="1" dirty="0"/>
              <a:t> Sampling)</a:t>
            </a:r>
            <a:endParaRPr lang="en-GB" sz="2400" b="1" dirty="0"/>
          </a:p>
          <a:p>
            <a:pPr marL="800100" lvl="1" indent="-342900">
              <a:buFont typeface="Arial" panose="020B0604020202020204" pitchFamily="34" charset="0"/>
              <a:buChar char="•"/>
            </a:pPr>
            <a:r>
              <a:rPr lang="id-ID" sz="2400" b="1" dirty="0"/>
              <a:t>EFB (</a:t>
            </a:r>
            <a:r>
              <a:rPr lang="id-ID" sz="2400" b="1" dirty="0" err="1"/>
              <a:t>Exclusive</a:t>
            </a:r>
            <a:r>
              <a:rPr lang="id-ID" sz="2400" b="1" dirty="0"/>
              <a:t> </a:t>
            </a:r>
            <a:r>
              <a:rPr lang="id-ID" sz="2400" b="1" dirty="0" err="1"/>
              <a:t>Feature</a:t>
            </a:r>
            <a:r>
              <a:rPr lang="id-ID" sz="2400" b="1" dirty="0"/>
              <a:t> </a:t>
            </a:r>
            <a:r>
              <a:rPr lang="id-ID" sz="2400" b="1" dirty="0" err="1"/>
              <a:t>Bundling</a:t>
            </a:r>
            <a:r>
              <a:rPr lang="id-ID" sz="2400" b="1" dirty="0"/>
              <a:t>)</a:t>
            </a:r>
            <a:endParaRPr lang="id-ID" sz="2400" dirty="0"/>
          </a:p>
        </p:txBody>
      </p:sp>
      <p:pic>
        <p:nvPicPr>
          <p:cNvPr id="3" name="Picture 2">
            <a:extLst>
              <a:ext uri="{FF2B5EF4-FFF2-40B4-BE49-F238E27FC236}">
                <a16:creationId xmlns:a16="http://schemas.microsoft.com/office/drawing/2014/main" id="{89CDB749-A3C2-F68B-9A80-F0F92E3EB5D2}"/>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837714" y="-5625"/>
            <a:ext cx="1553029" cy="6894714"/>
          </a:xfrm>
          <a:prstGeom prst="rect">
            <a:avLst/>
          </a:prstGeom>
          <a:solidFill>
            <a:schemeClr val="bg1"/>
          </a:solidFill>
          <a:ln>
            <a:noFill/>
          </a:ln>
        </p:spPr>
      </p:pic>
    </p:spTree>
    <p:extLst>
      <p:ext uri="{BB962C8B-B14F-4D97-AF65-F5344CB8AC3E}">
        <p14:creationId xmlns:p14="http://schemas.microsoft.com/office/powerpoint/2010/main" val="7002092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BC9BD7-3D23-6F10-EF7E-7DC20D307928}"/>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621A8F7B-46EE-77F6-2550-6ABA371AFD50}"/>
              </a:ext>
            </a:extLst>
          </p:cNvPr>
          <p:cNvSpPr>
            <a:spLocks noGrp="1"/>
          </p:cNvSpPr>
          <p:nvPr>
            <p:ph type="title"/>
          </p:nvPr>
        </p:nvSpPr>
        <p:spPr>
          <a:xfrm>
            <a:off x="750430" y="381000"/>
            <a:ext cx="10678142" cy="1325563"/>
          </a:xfrm>
        </p:spPr>
        <p:txBody>
          <a:bodyPr rtlCol="0"/>
          <a:lstStyle/>
          <a:p>
            <a:pPr rtl="0"/>
            <a:r>
              <a:rPr lang="en-GB" dirty="0" err="1"/>
              <a:t>Landasan</a:t>
            </a:r>
            <a:r>
              <a:rPr lang="en-GB" dirty="0"/>
              <a:t> Teori</a:t>
            </a:r>
            <a:br>
              <a:rPr lang="en-GB" dirty="0"/>
            </a:br>
            <a:r>
              <a:rPr lang="en-GB" sz="4000" b="0" i="1" dirty="0"/>
              <a:t>Knowledge Discovery in Databases (KDD)</a:t>
            </a:r>
            <a:endParaRPr lang="id-ID" dirty="0"/>
          </a:p>
        </p:txBody>
      </p:sp>
      <p:sp>
        <p:nvSpPr>
          <p:cNvPr id="5" name="Tampungan Nomor Slide 4">
            <a:extLst>
              <a:ext uri="{FF2B5EF4-FFF2-40B4-BE49-F238E27FC236}">
                <a16:creationId xmlns:a16="http://schemas.microsoft.com/office/drawing/2014/main" id="{850C921C-D3AA-E132-ED29-DA456818059D}"/>
              </a:ext>
            </a:extLst>
          </p:cNvPr>
          <p:cNvSpPr>
            <a:spLocks noGrp="1"/>
          </p:cNvSpPr>
          <p:nvPr>
            <p:ph type="sldNum" sz="quarter" idx="27"/>
          </p:nvPr>
        </p:nvSpPr>
        <p:spPr>
          <a:xfrm>
            <a:off x="9067800" y="6356350"/>
            <a:ext cx="2743200" cy="365125"/>
          </a:xfrm>
        </p:spPr>
        <p:txBody>
          <a:bodyPr rtlCol="0"/>
          <a:lstStyle/>
          <a:p>
            <a:pPr rtl="0"/>
            <a:fld id="{294A09A9-5501-47C1-A89A-A340965A2BE2}" type="slidenum">
              <a:rPr lang="id-ID" smtClean="0"/>
              <a:pPr rtl="0"/>
              <a:t>17</a:t>
            </a:fld>
            <a:endParaRPr lang="id-ID"/>
          </a:p>
        </p:txBody>
      </p:sp>
      <p:sp>
        <p:nvSpPr>
          <p:cNvPr id="78" name="Content Placeholder 7">
            <a:extLst>
              <a:ext uri="{FF2B5EF4-FFF2-40B4-BE49-F238E27FC236}">
                <a16:creationId xmlns:a16="http://schemas.microsoft.com/office/drawing/2014/main" id="{BC596EEE-E7DA-888F-8DD6-E1A326759936}"/>
              </a:ext>
            </a:extLst>
          </p:cNvPr>
          <p:cNvSpPr txBox="1">
            <a:spLocks/>
          </p:cNvSpPr>
          <p:nvPr/>
        </p:nvSpPr>
        <p:spPr>
          <a:xfrm>
            <a:off x="576258" y="1706563"/>
            <a:ext cx="6114726" cy="2687637"/>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r>
              <a:rPr lang="id-ID" sz="2400" b="1" dirty="0"/>
              <a:t>KDD</a:t>
            </a:r>
            <a:r>
              <a:rPr lang="id-ID" sz="2400" dirty="0"/>
              <a:t> adalah kerangka kerja sistematis yang menjadi </a:t>
            </a:r>
            <a:r>
              <a:rPr lang="id-ID" sz="2400" b="1" dirty="0"/>
              <a:t>fondasi metodologi</a:t>
            </a:r>
            <a:r>
              <a:rPr lang="id-ID" sz="2400" dirty="0"/>
              <a:t> dalam penelitian ini, yang bertujuan untuk mengekstraksi pengetahuan berharga dari data mentah.</a:t>
            </a:r>
            <a:endParaRPr lang="en-GB" sz="2400" dirty="0"/>
          </a:p>
          <a:p>
            <a:pPr marL="457200" indent="-457200"/>
            <a:r>
              <a:rPr lang="fi-FI" sz="2400" dirty="0"/>
              <a:t>Penelitian ini mengikuti lima tahapan utama dari proses KDD:</a:t>
            </a:r>
          </a:p>
          <a:p>
            <a:pPr marL="914400" lvl="1" indent="-457200"/>
            <a:r>
              <a:rPr lang="id-ID" dirty="0" err="1"/>
              <a:t>Selection</a:t>
            </a:r>
            <a:endParaRPr lang="en-GB" dirty="0"/>
          </a:p>
          <a:p>
            <a:pPr marL="914400" lvl="1" indent="-457200"/>
            <a:r>
              <a:rPr lang="id-ID" dirty="0" err="1"/>
              <a:t>Preprocessing</a:t>
            </a:r>
            <a:endParaRPr lang="en-GB" dirty="0"/>
          </a:p>
          <a:p>
            <a:pPr marL="914400" lvl="1" indent="-457200"/>
            <a:r>
              <a:rPr lang="id-ID" dirty="0" err="1"/>
              <a:t>Transformation</a:t>
            </a:r>
            <a:endParaRPr lang="en-GB" dirty="0"/>
          </a:p>
          <a:p>
            <a:pPr marL="914400" lvl="1" indent="-457200"/>
            <a:r>
              <a:rPr lang="id-ID" dirty="0"/>
              <a:t>Data Mining</a:t>
            </a:r>
            <a:endParaRPr lang="en-GB" dirty="0"/>
          </a:p>
          <a:p>
            <a:pPr marL="914400" lvl="1" indent="-457200"/>
            <a:r>
              <a:rPr lang="id-ID" dirty="0" err="1"/>
              <a:t>Evaluation</a:t>
            </a:r>
            <a:endParaRPr lang="id-ID" dirty="0"/>
          </a:p>
        </p:txBody>
      </p:sp>
      <p:pic>
        <p:nvPicPr>
          <p:cNvPr id="6" name="Picture 5">
            <a:extLst>
              <a:ext uri="{FF2B5EF4-FFF2-40B4-BE49-F238E27FC236}">
                <a16:creationId xmlns:a16="http://schemas.microsoft.com/office/drawing/2014/main" id="{72A4BF18-0867-E679-D6E7-4573FA5056EB}"/>
              </a:ext>
            </a:extLst>
          </p:cNvPr>
          <p:cNvPicPr>
            <a:picLocks noChangeAspect="1"/>
          </p:cNvPicPr>
          <p:nvPr/>
        </p:nvPicPr>
        <p:blipFill>
          <a:blip r:embed="rId3"/>
          <a:stretch>
            <a:fillRect/>
          </a:stretch>
        </p:blipFill>
        <p:spPr>
          <a:xfrm>
            <a:off x="6865156" y="2188261"/>
            <a:ext cx="5326845" cy="2840939"/>
          </a:xfrm>
          <a:prstGeom prst="rect">
            <a:avLst/>
          </a:prstGeom>
        </p:spPr>
      </p:pic>
    </p:spTree>
    <p:extLst>
      <p:ext uri="{BB962C8B-B14F-4D97-AF65-F5344CB8AC3E}">
        <p14:creationId xmlns:p14="http://schemas.microsoft.com/office/powerpoint/2010/main" val="276346350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E5F191A4-7839-4F63-B17C-7C366C59488C}"/>
              </a:ext>
            </a:extLst>
          </p:cNvPr>
          <p:cNvSpPr>
            <a:spLocks noGrp="1"/>
          </p:cNvSpPr>
          <p:nvPr>
            <p:ph type="title"/>
          </p:nvPr>
        </p:nvSpPr>
        <p:spPr>
          <a:xfrm>
            <a:off x="1167492" y="381000"/>
            <a:ext cx="9779183" cy="621385"/>
          </a:xfrm>
        </p:spPr>
        <p:txBody>
          <a:bodyPr rtlCol="0"/>
          <a:lstStyle/>
          <a:p>
            <a:pPr rtl="0"/>
            <a:r>
              <a:rPr lang="en-GB" dirty="0" err="1"/>
              <a:t>Penelitian</a:t>
            </a:r>
            <a:r>
              <a:rPr lang="en-GB" dirty="0"/>
              <a:t> </a:t>
            </a:r>
            <a:r>
              <a:rPr lang="en-GB" dirty="0" err="1"/>
              <a:t>Sejenis</a:t>
            </a:r>
            <a:endParaRPr lang="id-ID" dirty="0"/>
          </a:p>
        </p:txBody>
      </p:sp>
      <p:sp>
        <p:nvSpPr>
          <p:cNvPr id="8" name="Tampungan Nomor Slide 7">
            <a:extLst>
              <a:ext uri="{FF2B5EF4-FFF2-40B4-BE49-F238E27FC236}">
                <a16:creationId xmlns:a16="http://schemas.microsoft.com/office/drawing/2014/main" id="{B609FC03-B5BE-D846-993A-8E351C9509F3}"/>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18</a:t>
            </a:fld>
            <a:endParaRPr lang="id-ID"/>
          </a:p>
        </p:txBody>
      </p:sp>
      <p:graphicFrame>
        <p:nvGraphicFramePr>
          <p:cNvPr id="24" name="Table 23">
            <a:extLst>
              <a:ext uri="{FF2B5EF4-FFF2-40B4-BE49-F238E27FC236}">
                <a16:creationId xmlns:a16="http://schemas.microsoft.com/office/drawing/2014/main" id="{E01064BD-7B51-BFAF-B42B-24B41EA298EA}"/>
              </a:ext>
            </a:extLst>
          </p:cNvPr>
          <p:cNvGraphicFramePr>
            <a:graphicFrameLocks noGrp="1"/>
          </p:cNvGraphicFramePr>
          <p:nvPr>
            <p:extLst>
              <p:ext uri="{D42A27DB-BD31-4B8C-83A1-F6EECF244321}">
                <p14:modId xmlns:p14="http://schemas.microsoft.com/office/powerpoint/2010/main" val="3701526356"/>
              </p:ext>
            </p:extLst>
          </p:nvPr>
        </p:nvGraphicFramePr>
        <p:xfrm>
          <a:off x="806450" y="1623772"/>
          <a:ext cx="10375900" cy="3683399"/>
        </p:xfrm>
        <a:graphic>
          <a:graphicData uri="http://schemas.openxmlformats.org/drawingml/2006/table">
            <a:tbl>
              <a:tblPr firstRow="1" firstCol="1" bandRow="1">
                <a:tableStyleId>{5C22544A-7EE6-4342-B048-85BDC9FD1C3A}</a:tableStyleId>
              </a:tblPr>
              <a:tblGrid>
                <a:gridCol w="507781">
                  <a:extLst>
                    <a:ext uri="{9D8B030D-6E8A-4147-A177-3AD203B41FA5}">
                      <a16:colId xmlns:a16="http://schemas.microsoft.com/office/drawing/2014/main" val="1318640318"/>
                    </a:ext>
                  </a:extLst>
                </a:gridCol>
                <a:gridCol w="2092646">
                  <a:extLst>
                    <a:ext uri="{9D8B030D-6E8A-4147-A177-3AD203B41FA5}">
                      <a16:colId xmlns:a16="http://schemas.microsoft.com/office/drawing/2014/main" val="3015719754"/>
                    </a:ext>
                  </a:extLst>
                </a:gridCol>
                <a:gridCol w="3259394">
                  <a:extLst>
                    <a:ext uri="{9D8B030D-6E8A-4147-A177-3AD203B41FA5}">
                      <a16:colId xmlns:a16="http://schemas.microsoft.com/office/drawing/2014/main" val="2964952324"/>
                    </a:ext>
                  </a:extLst>
                </a:gridCol>
                <a:gridCol w="4516079">
                  <a:extLst>
                    <a:ext uri="{9D8B030D-6E8A-4147-A177-3AD203B41FA5}">
                      <a16:colId xmlns:a16="http://schemas.microsoft.com/office/drawing/2014/main" val="3054673178"/>
                    </a:ext>
                  </a:extLst>
                </a:gridCol>
              </a:tblGrid>
              <a:tr h="236685">
                <a:tc>
                  <a:txBody>
                    <a:bodyPr/>
                    <a:lstStyle/>
                    <a:p>
                      <a:pPr algn="l">
                        <a:lnSpc>
                          <a:spcPct val="100000"/>
                        </a:lnSpc>
                        <a:buNone/>
                      </a:pPr>
                      <a:r>
                        <a:rPr lang="en-GB" sz="1800" kern="100" dirty="0">
                          <a:solidFill>
                            <a:schemeClr val="bg1"/>
                          </a:solidFill>
                          <a:effectLst/>
                          <a:latin typeface="Tenorite" panose="00000500000000000000" pitchFamily="2" charset="0"/>
                          <a:ea typeface="Calibri" panose="020F0502020204030204" pitchFamily="34" charset="0"/>
                          <a:cs typeface="Arial" panose="020B0604020202020204" pitchFamily="34" charset="0"/>
                        </a:rPr>
                        <a:t>No</a:t>
                      </a:r>
                      <a:endParaRPr lang="id-ID" sz="1800" kern="100" dirty="0">
                        <a:solidFill>
                          <a:schemeClr val="bg1"/>
                        </a:solidFill>
                        <a:effectLst/>
                        <a:latin typeface="Tenorite" panose="00000500000000000000" pitchFamily="2" charset="0"/>
                        <a:ea typeface="Calibri" panose="020F0502020204030204" pitchFamily="34" charset="0"/>
                        <a:cs typeface="Arial" panose="020B0604020202020204" pitchFamily="34" charset="0"/>
                      </a:endParaRPr>
                    </a:p>
                  </a:txBody>
                  <a:tcPr marL="34301" marR="34301" marT="0" marB="0" anchor="ctr"/>
                </a:tc>
                <a:tc>
                  <a:txBody>
                    <a:bodyPr/>
                    <a:lstStyle/>
                    <a:p>
                      <a:pPr algn="l">
                        <a:lnSpc>
                          <a:spcPct val="100000"/>
                        </a:lnSpc>
                        <a:buNone/>
                      </a:pPr>
                      <a:r>
                        <a:rPr lang="en-GB" sz="1800" kern="100" dirty="0" err="1">
                          <a:solidFill>
                            <a:schemeClr val="bg1"/>
                          </a:solidFill>
                          <a:effectLst/>
                          <a:latin typeface="Tenorite" panose="00000500000000000000" pitchFamily="2" charset="0"/>
                          <a:ea typeface="Calibri" panose="020F0502020204030204" pitchFamily="34" charset="0"/>
                          <a:cs typeface="Arial" panose="020B0604020202020204" pitchFamily="34" charset="0"/>
                        </a:rPr>
                        <a:t>Penulis</a:t>
                      </a:r>
                      <a:endParaRPr lang="id-ID" sz="1800" kern="100" dirty="0">
                        <a:solidFill>
                          <a:schemeClr val="bg1"/>
                        </a:solidFill>
                        <a:effectLst/>
                        <a:latin typeface="Tenorite" panose="00000500000000000000" pitchFamily="2" charset="0"/>
                        <a:ea typeface="Calibri" panose="020F0502020204030204" pitchFamily="34" charset="0"/>
                        <a:cs typeface="Arial" panose="020B0604020202020204" pitchFamily="34" charset="0"/>
                      </a:endParaRPr>
                    </a:p>
                  </a:txBody>
                  <a:tcPr marL="34301" marR="34301" marT="0" marB="0" anchor="ctr"/>
                </a:tc>
                <a:tc>
                  <a:txBody>
                    <a:bodyPr/>
                    <a:lstStyle/>
                    <a:p>
                      <a:pPr algn="l">
                        <a:lnSpc>
                          <a:spcPct val="100000"/>
                        </a:lnSpc>
                        <a:buNone/>
                      </a:pPr>
                      <a:r>
                        <a:rPr lang="en-GB" sz="1800" kern="100" dirty="0">
                          <a:solidFill>
                            <a:schemeClr val="bg1"/>
                          </a:solidFill>
                          <a:effectLst/>
                          <a:latin typeface="Tenorite" panose="00000500000000000000" pitchFamily="2" charset="0"/>
                          <a:ea typeface="Calibri" panose="020F0502020204030204" pitchFamily="34" charset="0"/>
                          <a:cs typeface="Arial" panose="020B0604020202020204" pitchFamily="34" charset="0"/>
                        </a:rPr>
                        <a:t>Model</a:t>
                      </a:r>
                      <a:endParaRPr lang="id-ID" sz="1800" kern="100" dirty="0">
                        <a:solidFill>
                          <a:schemeClr val="bg1"/>
                        </a:solidFill>
                        <a:effectLst/>
                        <a:latin typeface="Tenorite" panose="00000500000000000000" pitchFamily="2" charset="0"/>
                        <a:ea typeface="Calibri" panose="020F0502020204030204" pitchFamily="34" charset="0"/>
                        <a:cs typeface="Arial" panose="020B0604020202020204" pitchFamily="34" charset="0"/>
                      </a:endParaRPr>
                    </a:p>
                  </a:txBody>
                  <a:tcPr marL="34301" marR="34301" marT="0" marB="0" anchor="ctr"/>
                </a:tc>
                <a:tc>
                  <a:txBody>
                    <a:bodyPr/>
                    <a:lstStyle/>
                    <a:p>
                      <a:pPr algn="l">
                        <a:lnSpc>
                          <a:spcPct val="100000"/>
                        </a:lnSpc>
                        <a:buNone/>
                      </a:pPr>
                      <a:r>
                        <a:rPr lang="en-GB" sz="1800" kern="100" dirty="0">
                          <a:solidFill>
                            <a:schemeClr val="bg1"/>
                          </a:solidFill>
                          <a:effectLst/>
                          <a:latin typeface="Tenorite" panose="00000500000000000000" pitchFamily="2" charset="0"/>
                          <a:ea typeface="Calibri" panose="020F0502020204030204" pitchFamily="34" charset="0"/>
                          <a:cs typeface="Arial" panose="020B0604020202020204" pitchFamily="34" charset="0"/>
                        </a:rPr>
                        <a:t>Hasil</a:t>
                      </a:r>
                      <a:endParaRPr lang="id-ID" sz="1800" kern="100" dirty="0">
                        <a:solidFill>
                          <a:schemeClr val="bg1"/>
                        </a:solidFill>
                        <a:effectLst/>
                        <a:latin typeface="Tenorite" panose="00000500000000000000" pitchFamily="2" charset="0"/>
                        <a:ea typeface="Calibri" panose="020F0502020204030204" pitchFamily="34" charset="0"/>
                        <a:cs typeface="Arial" panose="020B0604020202020204" pitchFamily="34" charset="0"/>
                      </a:endParaRPr>
                    </a:p>
                  </a:txBody>
                  <a:tcPr marL="34301" marR="34301" marT="0" marB="0" anchor="ctr"/>
                </a:tc>
                <a:extLst>
                  <a:ext uri="{0D108BD9-81ED-4DB2-BD59-A6C34878D82A}">
                    <a16:rowId xmlns:a16="http://schemas.microsoft.com/office/drawing/2014/main" val="3428721586"/>
                  </a:ext>
                </a:extLst>
              </a:tr>
              <a:tr h="582407">
                <a:tc>
                  <a:txBody>
                    <a:bodyPr/>
                    <a:lstStyle/>
                    <a:p>
                      <a:pPr algn="l">
                        <a:lnSpc>
                          <a:spcPct val="100000"/>
                        </a:lnSpc>
                        <a:buNone/>
                      </a:pPr>
                      <a:r>
                        <a:rPr lang="en-GB" sz="1600" kern="0" dirty="0">
                          <a:effectLst/>
                        </a:rPr>
                        <a:t>1</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34301" marR="34301" marT="0" marB="0" anchor="ctr"/>
                </a:tc>
                <a:tc>
                  <a:txBody>
                    <a:bodyPr/>
                    <a:lstStyle/>
                    <a:p>
                      <a:pPr algn="l">
                        <a:lnSpc>
                          <a:spcPct val="100000"/>
                        </a:lnSpc>
                        <a:buNone/>
                      </a:pPr>
                      <a:r>
                        <a:rPr lang="id-ID" sz="1600" kern="0" dirty="0">
                          <a:effectLst/>
                        </a:rPr>
                        <a:t>Bandara </a:t>
                      </a:r>
                      <a:r>
                        <a:rPr lang="id-ID" sz="1600" kern="0" dirty="0" err="1">
                          <a:effectLst/>
                        </a:rPr>
                        <a:t>et</a:t>
                      </a:r>
                      <a:r>
                        <a:rPr lang="id-ID" sz="1600" kern="0" dirty="0">
                          <a:effectLst/>
                        </a:rPr>
                        <a:t> </a:t>
                      </a:r>
                      <a:r>
                        <a:rPr lang="id-ID" sz="1600" kern="0" dirty="0" err="1">
                          <a:effectLst/>
                        </a:rPr>
                        <a:t>al.</a:t>
                      </a:r>
                      <a:r>
                        <a:rPr lang="id-ID" sz="1600" kern="0" dirty="0">
                          <a:effectLst/>
                        </a:rPr>
                        <a:t> (2024)</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34301" marR="34301" marT="0" marB="0" anchor="ctr"/>
                </a:tc>
                <a:tc>
                  <a:txBody>
                    <a:bodyPr/>
                    <a:lstStyle/>
                    <a:p>
                      <a:pPr algn="l">
                        <a:lnSpc>
                          <a:spcPct val="100000"/>
                        </a:lnSpc>
                        <a:buNone/>
                      </a:pPr>
                      <a:r>
                        <a:rPr lang="id-ID" sz="1800" i="1" kern="1200" dirty="0" err="1">
                          <a:solidFill>
                            <a:schemeClr val="dk1"/>
                          </a:solidFill>
                          <a:effectLst/>
                          <a:latin typeface="+mn-lt"/>
                          <a:ea typeface="+mn-ea"/>
                          <a:cs typeface="+mn-cs"/>
                        </a:rPr>
                        <a:t>Random</a:t>
                      </a:r>
                      <a:r>
                        <a:rPr lang="id-ID" sz="1800" i="1" kern="1200" dirty="0">
                          <a:solidFill>
                            <a:schemeClr val="dk1"/>
                          </a:solidFill>
                          <a:effectLst/>
                          <a:latin typeface="+mn-lt"/>
                          <a:ea typeface="+mn-ea"/>
                          <a:cs typeface="+mn-cs"/>
                        </a:rPr>
                        <a:t> </a:t>
                      </a:r>
                      <a:r>
                        <a:rPr lang="id-ID" sz="1800" i="1" kern="1200" dirty="0" err="1">
                          <a:solidFill>
                            <a:schemeClr val="dk1"/>
                          </a:solidFill>
                          <a:effectLst/>
                          <a:latin typeface="+mn-lt"/>
                          <a:ea typeface="+mn-ea"/>
                          <a:cs typeface="+mn-cs"/>
                        </a:rPr>
                        <a:t>Forest</a:t>
                      </a:r>
                      <a:r>
                        <a:rPr lang="id-ID" sz="1800" kern="1200" dirty="0">
                          <a:solidFill>
                            <a:schemeClr val="dk1"/>
                          </a:solidFill>
                          <a:effectLst/>
                          <a:latin typeface="+mn-lt"/>
                          <a:ea typeface="+mn-ea"/>
                          <a:cs typeface="+mn-cs"/>
                        </a:rPr>
                        <a:t> </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34301" marR="34301" marT="0" marB="0" anchor="ctr"/>
                </a:tc>
                <a:tc>
                  <a:txBody>
                    <a:bodyPr/>
                    <a:lstStyle/>
                    <a:p>
                      <a:pPr algn="l">
                        <a:lnSpc>
                          <a:spcPct val="100000"/>
                        </a:lnSpc>
                        <a:buNone/>
                      </a:pPr>
                      <a:r>
                        <a:rPr lang="id-ID" sz="1600" kern="0" dirty="0">
                          <a:effectLst/>
                        </a:rPr>
                        <a:t>• Model berbasis </a:t>
                      </a:r>
                      <a:r>
                        <a:rPr lang="id-ID" sz="1600" kern="0" dirty="0" err="1">
                          <a:effectLst/>
                        </a:rPr>
                        <a:t>sekuens</a:t>
                      </a:r>
                      <a:r>
                        <a:rPr lang="id-ID" sz="1600" kern="0" dirty="0">
                          <a:effectLst/>
                        </a:rPr>
                        <a:t> mencapai ROC AUC 0,833 pada set validasi.</a:t>
                      </a:r>
                      <a:endParaRPr lang="id-ID" sz="1800" kern="100" dirty="0">
                        <a:effectLst/>
                      </a:endParaRPr>
                    </a:p>
                    <a:p>
                      <a:pPr algn="l">
                        <a:lnSpc>
                          <a:spcPct val="100000"/>
                        </a:lnSpc>
                        <a:buNone/>
                      </a:pPr>
                      <a:r>
                        <a:rPr lang="id-ID" sz="1600" kern="0" dirty="0">
                          <a:effectLst/>
                        </a:rPr>
                        <a:t>• Pada pengujian dengan data Euro 2020, model mencapai ROC AUC 0,826, mengungguli model tembakan tunggal (</a:t>
                      </a:r>
                      <a:r>
                        <a:rPr lang="id-ID" sz="1600" kern="0" dirty="0" err="1">
                          <a:effectLst/>
                        </a:rPr>
                        <a:t>baseline</a:t>
                      </a:r>
                      <a:r>
                        <a:rPr lang="id-ID" sz="1600" kern="0" dirty="0">
                          <a:effectLst/>
                        </a:rPr>
                        <a:t>).</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34301" marR="34301" marT="0" marB="0" anchor="ctr"/>
                </a:tc>
                <a:extLst>
                  <a:ext uri="{0D108BD9-81ED-4DB2-BD59-A6C34878D82A}">
                    <a16:rowId xmlns:a16="http://schemas.microsoft.com/office/drawing/2014/main" val="1951301434"/>
                  </a:ext>
                </a:extLst>
              </a:tr>
              <a:tr h="970679">
                <a:tc>
                  <a:txBody>
                    <a:bodyPr/>
                    <a:lstStyle/>
                    <a:p>
                      <a:pPr algn="l">
                        <a:lnSpc>
                          <a:spcPct val="100000"/>
                        </a:lnSpc>
                        <a:buNone/>
                      </a:pPr>
                      <a:r>
                        <a:rPr lang="en-GB" sz="1600" kern="0" dirty="0">
                          <a:effectLst/>
                        </a:rPr>
                        <a:t>2</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34301" marR="34301" marT="0" marB="0" anchor="ctr"/>
                </a:tc>
                <a:tc>
                  <a:txBody>
                    <a:bodyPr/>
                    <a:lstStyle/>
                    <a:p>
                      <a:pPr algn="l">
                        <a:lnSpc>
                          <a:spcPct val="100000"/>
                        </a:lnSpc>
                        <a:buNone/>
                      </a:pPr>
                      <a:r>
                        <a:rPr lang="id-ID" sz="1600" kern="0" dirty="0" err="1">
                          <a:effectLst/>
                        </a:rPr>
                        <a:t>Cefis</a:t>
                      </a:r>
                      <a:r>
                        <a:rPr lang="id-ID" sz="1600" kern="0" dirty="0">
                          <a:effectLst/>
                        </a:rPr>
                        <a:t> &amp; </a:t>
                      </a:r>
                      <a:r>
                        <a:rPr lang="id-ID" sz="1600" kern="0" dirty="0" err="1">
                          <a:effectLst/>
                        </a:rPr>
                        <a:t>Carpita</a:t>
                      </a:r>
                      <a:r>
                        <a:rPr lang="id-ID" sz="1600" kern="0" dirty="0">
                          <a:effectLst/>
                        </a:rPr>
                        <a:t> (2024)</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34301" marR="34301" marT="0" marB="0" anchor="ctr"/>
                </a:tc>
                <a:tc>
                  <a:txBody>
                    <a:bodyPr/>
                    <a:lstStyle/>
                    <a:p>
                      <a:pPr algn="l">
                        <a:lnSpc>
                          <a:spcPct val="100000"/>
                        </a:lnSpc>
                        <a:buNone/>
                      </a:pPr>
                      <a:r>
                        <a:rPr lang="id-ID" sz="1800" kern="1200" dirty="0">
                          <a:solidFill>
                            <a:schemeClr val="dk1"/>
                          </a:solidFill>
                          <a:effectLst/>
                          <a:latin typeface="+mn-lt"/>
                          <a:ea typeface="+mn-ea"/>
                          <a:cs typeface="+mn-cs"/>
                        </a:rPr>
                        <a:t>Regresi Logistik</a:t>
                      </a:r>
                      <a:endParaRPr lang="id-ID" sz="1800" kern="100" dirty="0">
                        <a:effectLst/>
                      </a:endParaRPr>
                    </a:p>
                  </a:txBody>
                  <a:tcPr marL="34301" marR="34301" marT="0" marB="0" anchor="ctr"/>
                </a:tc>
                <a:tc>
                  <a:txBody>
                    <a:bodyPr/>
                    <a:lstStyle/>
                    <a:p>
                      <a:pPr algn="l">
                        <a:lnSpc>
                          <a:spcPct val="100000"/>
                        </a:lnSpc>
                        <a:buNone/>
                      </a:pPr>
                      <a:r>
                        <a:rPr lang="id-ID" sz="1600" kern="0" dirty="0">
                          <a:effectLst/>
                        </a:rPr>
                        <a:t>• ROC AUC = 0,812</a:t>
                      </a:r>
                      <a:endParaRPr lang="id-ID" sz="1800" kern="100" dirty="0">
                        <a:effectLst/>
                      </a:endParaRPr>
                    </a:p>
                    <a:p>
                      <a:pPr algn="l">
                        <a:lnSpc>
                          <a:spcPct val="100000"/>
                        </a:lnSpc>
                        <a:buNone/>
                      </a:pPr>
                      <a:r>
                        <a:rPr lang="id-ID" sz="1600" kern="0" dirty="0">
                          <a:effectLst/>
                        </a:rPr>
                        <a:t>• </a:t>
                      </a:r>
                      <a:r>
                        <a:rPr lang="id-ID" sz="1600" kern="0" dirty="0" err="1">
                          <a:effectLst/>
                        </a:rPr>
                        <a:t>Brier</a:t>
                      </a:r>
                      <a:r>
                        <a:rPr lang="id-ID" sz="1600" kern="0" dirty="0">
                          <a:effectLst/>
                        </a:rPr>
                        <a:t> </a:t>
                      </a:r>
                      <a:r>
                        <a:rPr lang="id-ID" sz="1600" kern="0" dirty="0" err="1">
                          <a:effectLst/>
                        </a:rPr>
                        <a:t>Score</a:t>
                      </a:r>
                      <a:r>
                        <a:rPr lang="id-ID" sz="1600" kern="0" dirty="0">
                          <a:effectLst/>
                        </a:rPr>
                        <a:t> = 0,078</a:t>
                      </a:r>
                      <a:endParaRPr lang="id-ID" sz="1800" kern="100" dirty="0">
                        <a:effectLst/>
                      </a:endParaRPr>
                    </a:p>
                  </a:txBody>
                  <a:tcPr marL="34301" marR="34301" marT="0" marB="0" anchor="ctr"/>
                </a:tc>
                <a:extLst>
                  <a:ext uri="{0D108BD9-81ED-4DB2-BD59-A6C34878D82A}">
                    <a16:rowId xmlns:a16="http://schemas.microsoft.com/office/drawing/2014/main" val="3204764588"/>
                  </a:ext>
                </a:extLst>
              </a:tr>
              <a:tr h="776543">
                <a:tc>
                  <a:txBody>
                    <a:bodyPr/>
                    <a:lstStyle/>
                    <a:p>
                      <a:pPr algn="l">
                        <a:lnSpc>
                          <a:spcPct val="100000"/>
                        </a:lnSpc>
                        <a:buNone/>
                      </a:pPr>
                      <a:r>
                        <a:rPr lang="en-GB" sz="1600" kern="0" dirty="0">
                          <a:effectLst/>
                        </a:rPr>
                        <a:t>3</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34301" marR="34301" marT="0" marB="0" anchor="ctr"/>
                </a:tc>
                <a:tc>
                  <a:txBody>
                    <a:bodyPr/>
                    <a:lstStyle/>
                    <a:p>
                      <a:pPr algn="l">
                        <a:lnSpc>
                          <a:spcPct val="100000"/>
                        </a:lnSpc>
                        <a:buNone/>
                      </a:pPr>
                      <a:r>
                        <a:rPr lang="id-ID" sz="1600" kern="0" dirty="0" err="1">
                          <a:effectLst/>
                        </a:rPr>
                        <a:t>Xu</a:t>
                      </a:r>
                      <a:r>
                        <a:rPr lang="id-ID" sz="1600" kern="0" dirty="0">
                          <a:effectLst/>
                        </a:rPr>
                        <a:t> </a:t>
                      </a:r>
                      <a:r>
                        <a:rPr lang="id-ID" sz="1600" kern="0" dirty="0" err="1">
                          <a:effectLst/>
                        </a:rPr>
                        <a:t>et</a:t>
                      </a:r>
                      <a:r>
                        <a:rPr lang="id-ID" sz="1600" kern="0" dirty="0">
                          <a:effectLst/>
                        </a:rPr>
                        <a:t> </a:t>
                      </a:r>
                      <a:r>
                        <a:rPr lang="id-ID" sz="1600" kern="0" dirty="0" err="1">
                          <a:effectLst/>
                        </a:rPr>
                        <a:t>al.</a:t>
                      </a:r>
                      <a:r>
                        <a:rPr lang="id-ID" sz="1600" kern="0" dirty="0">
                          <a:effectLst/>
                        </a:rPr>
                        <a:t> (2025)</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34301" marR="34301" marT="0" marB="0" anchor="ctr"/>
                </a:tc>
                <a:tc>
                  <a:txBody>
                    <a:bodyPr/>
                    <a:lstStyle/>
                    <a:p>
                      <a:pPr marL="285750" indent="-285750">
                        <a:buFont typeface="Arial" panose="020B0604020202020204" pitchFamily="34" charset="0"/>
                        <a:buChar char="•"/>
                      </a:pPr>
                      <a:r>
                        <a:rPr lang="id-ID" sz="1800" kern="1200" dirty="0">
                          <a:solidFill>
                            <a:schemeClr val="dk1"/>
                          </a:solidFill>
                          <a:effectLst/>
                          <a:latin typeface="+mn-lt"/>
                          <a:ea typeface="+mn-ea"/>
                          <a:cs typeface="+mn-cs"/>
                        </a:rPr>
                        <a:t>Jaringan Saraf </a:t>
                      </a:r>
                      <a:r>
                        <a:rPr lang="id-ID" sz="1800" kern="1200" dirty="0" err="1">
                          <a:solidFill>
                            <a:schemeClr val="dk1"/>
                          </a:solidFill>
                          <a:effectLst/>
                          <a:latin typeface="+mn-lt"/>
                          <a:ea typeface="+mn-ea"/>
                          <a:cs typeface="+mn-cs"/>
                        </a:rPr>
                        <a:t>Konvolusional</a:t>
                      </a:r>
                      <a:r>
                        <a:rPr lang="id-ID" sz="1800" kern="1200" dirty="0">
                          <a:solidFill>
                            <a:schemeClr val="dk1"/>
                          </a:solidFill>
                          <a:effectLst/>
                          <a:latin typeface="+mn-lt"/>
                          <a:ea typeface="+mn-ea"/>
                          <a:cs typeface="+mn-cs"/>
                        </a:rPr>
                        <a:t> (CNN)</a:t>
                      </a:r>
                      <a:endParaRPr lang="en-GB" sz="1800" kern="1200" dirty="0">
                        <a:solidFill>
                          <a:schemeClr val="dk1"/>
                        </a:solidFill>
                        <a:effectLst/>
                        <a:latin typeface="+mn-lt"/>
                        <a:ea typeface="+mn-ea"/>
                        <a:cs typeface="+mn-cs"/>
                      </a:endParaRPr>
                    </a:p>
                    <a:p>
                      <a:pPr marL="285750" indent="-285750">
                        <a:buFont typeface="Arial" panose="020B0604020202020204" pitchFamily="34" charset="0"/>
                        <a:buChar char="•"/>
                      </a:pPr>
                      <a:r>
                        <a:rPr lang="id-ID" sz="1800" kern="1200" dirty="0">
                          <a:solidFill>
                            <a:schemeClr val="dk1"/>
                          </a:solidFill>
                          <a:effectLst/>
                          <a:latin typeface="+mn-lt"/>
                          <a:ea typeface="+mn-ea"/>
                          <a:cs typeface="+mn-cs"/>
                        </a:rPr>
                        <a:t>Regresi Logistik</a:t>
                      </a:r>
                    </a:p>
                    <a:p>
                      <a:pPr algn="l">
                        <a:lnSpc>
                          <a:spcPct val="100000"/>
                        </a:lnSpc>
                        <a:buNone/>
                      </a:pP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34301" marR="34301" marT="0" marB="0" anchor="ctr"/>
                </a:tc>
                <a:tc>
                  <a:txBody>
                    <a:bodyPr/>
                    <a:lstStyle/>
                    <a:p>
                      <a:pPr algn="l">
                        <a:lnSpc>
                          <a:spcPct val="100000"/>
                        </a:lnSpc>
                        <a:buNone/>
                      </a:pPr>
                      <a:r>
                        <a:rPr lang="id-ID" sz="1600" kern="0" dirty="0">
                          <a:effectLst/>
                        </a:rPr>
                        <a:t>• ROC AUC: Model Skor-</a:t>
                      </a:r>
                      <a:r>
                        <a:rPr lang="id-ID" sz="1600" kern="0" dirty="0" err="1">
                          <a:effectLst/>
                        </a:rPr>
                        <a:t>xG</a:t>
                      </a:r>
                      <a:r>
                        <a:rPr lang="id-ID" sz="1600" kern="0" dirty="0">
                          <a:effectLst/>
                        </a:rPr>
                        <a:t> mencapai 0,845, mengungguli model Regresi Logistik (0,791).</a:t>
                      </a:r>
                      <a:endParaRPr lang="id-ID" sz="1800" kern="100" dirty="0">
                        <a:effectLst/>
                      </a:endParaRPr>
                    </a:p>
                    <a:p>
                      <a:pPr algn="l">
                        <a:lnSpc>
                          <a:spcPct val="100000"/>
                        </a:lnSpc>
                        <a:buNone/>
                      </a:pPr>
                      <a:r>
                        <a:rPr lang="id-ID" sz="1600" kern="0" dirty="0">
                          <a:effectLst/>
                        </a:rPr>
                        <a:t>• </a:t>
                      </a:r>
                      <a:r>
                        <a:rPr lang="id-ID" sz="1600" kern="0" dirty="0" err="1">
                          <a:effectLst/>
                        </a:rPr>
                        <a:t>Brier</a:t>
                      </a:r>
                      <a:r>
                        <a:rPr lang="id-ID" sz="1600" kern="0" dirty="0">
                          <a:effectLst/>
                        </a:rPr>
                        <a:t> </a:t>
                      </a:r>
                      <a:r>
                        <a:rPr lang="id-ID" sz="1600" kern="0" dirty="0" err="1">
                          <a:effectLst/>
                        </a:rPr>
                        <a:t>Score</a:t>
                      </a:r>
                      <a:r>
                        <a:rPr lang="id-ID" sz="1600" kern="0" dirty="0">
                          <a:effectLst/>
                        </a:rPr>
                        <a:t>: Skor-</a:t>
                      </a:r>
                      <a:r>
                        <a:rPr lang="id-ID" sz="1600" kern="0" dirty="0" err="1">
                          <a:effectLst/>
                        </a:rPr>
                        <a:t>xG</a:t>
                      </a:r>
                      <a:r>
                        <a:rPr lang="id-ID" sz="1600" kern="0" dirty="0">
                          <a:effectLst/>
                        </a:rPr>
                        <a:t> mendapatkan 0,068, lebih baik dari Regresi Logistik (0,075). (Nilai lebih rendah lebih baik).</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34301" marR="34301" marT="0" marB="0" anchor="ctr"/>
                </a:tc>
                <a:extLst>
                  <a:ext uri="{0D108BD9-81ED-4DB2-BD59-A6C34878D82A}">
                    <a16:rowId xmlns:a16="http://schemas.microsoft.com/office/drawing/2014/main" val="348433307"/>
                  </a:ext>
                </a:extLst>
              </a:tr>
            </a:tbl>
          </a:graphicData>
        </a:graphic>
      </p:graphicFrame>
    </p:spTree>
    <p:extLst>
      <p:ext uri="{BB962C8B-B14F-4D97-AF65-F5344CB8AC3E}">
        <p14:creationId xmlns:p14="http://schemas.microsoft.com/office/powerpoint/2010/main" val="27215085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C441C0-EFF5-6275-0516-D1095C5FB7D9}"/>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95B12D43-6252-287A-5A04-723E6A852B22}"/>
              </a:ext>
            </a:extLst>
          </p:cNvPr>
          <p:cNvSpPr>
            <a:spLocks noGrp="1"/>
          </p:cNvSpPr>
          <p:nvPr>
            <p:ph type="title"/>
          </p:nvPr>
        </p:nvSpPr>
        <p:spPr>
          <a:xfrm>
            <a:off x="749301" y="1714818"/>
            <a:ext cx="3886200" cy="2810460"/>
          </a:xfrm>
        </p:spPr>
        <p:txBody>
          <a:bodyPr rtlCol="0">
            <a:normAutofit/>
          </a:bodyPr>
          <a:lstStyle/>
          <a:p>
            <a:pPr rtl="0"/>
            <a:r>
              <a:rPr lang="en-GB" sz="4800" dirty="0"/>
              <a:t>METODOLOGI PENELITIAN</a:t>
            </a:r>
            <a:endParaRPr lang="id-ID" sz="4800" dirty="0"/>
          </a:p>
        </p:txBody>
      </p:sp>
      <p:sp>
        <p:nvSpPr>
          <p:cNvPr id="3" name="Tampungan Tanggal 2">
            <a:extLst>
              <a:ext uri="{FF2B5EF4-FFF2-40B4-BE49-F238E27FC236}">
                <a16:creationId xmlns:a16="http://schemas.microsoft.com/office/drawing/2014/main" id="{F645C5A0-EC07-0352-097A-B1FF3FE3CA99}"/>
              </a:ext>
            </a:extLst>
          </p:cNvPr>
          <p:cNvSpPr>
            <a:spLocks noGrp="1"/>
          </p:cNvSpPr>
          <p:nvPr>
            <p:ph type="dt" sz="half" idx="10"/>
          </p:nvPr>
        </p:nvSpPr>
        <p:spPr/>
        <p:txBody>
          <a:bodyPr rtlCol="0"/>
          <a:lstStyle/>
          <a:p>
            <a:pPr rtl="0"/>
            <a:fld id="{A808DD98-197B-46F5-A6AA-BDA332D7E685}" type="datetime1">
              <a:rPr lang="id-ID" smtClean="0"/>
              <a:t>14/10/2025</a:t>
            </a:fld>
            <a:endParaRPr lang="id-ID"/>
          </a:p>
        </p:txBody>
      </p:sp>
      <p:sp>
        <p:nvSpPr>
          <p:cNvPr id="5" name="Tampungan Nomor Slide 4">
            <a:extLst>
              <a:ext uri="{FF2B5EF4-FFF2-40B4-BE49-F238E27FC236}">
                <a16:creationId xmlns:a16="http://schemas.microsoft.com/office/drawing/2014/main" id="{EEDDF600-206D-37A2-5704-42ADE2DC06CB}"/>
              </a:ext>
            </a:extLst>
          </p:cNvPr>
          <p:cNvSpPr>
            <a:spLocks noGrp="1"/>
          </p:cNvSpPr>
          <p:nvPr>
            <p:ph type="sldNum" sz="quarter" idx="12"/>
          </p:nvPr>
        </p:nvSpPr>
        <p:spPr/>
        <p:txBody>
          <a:bodyPr rtlCol="0"/>
          <a:lstStyle/>
          <a:p>
            <a:pPr rtl="0"/>
            <a:fld id="{294A09A9-5501-47C1-A89A-A340965A2BE2}" type="slidenum">
              <a:rPr lang="id-ID" smtClean="0"/>
              <a:pPr rtl="0"/>
              <a:t>19</a:t>
            </a:fld>
            <a:endParaRPr lang="id-ID"/>
          </a:p>
        </p:txBody>
      </p:sp>
      <p:pic>
        <p:nvPicPr>
          <p:cNvPr id="4" name="Picture 3">
            <a:extLst>
              <a:ext uri="{FF2B5EF4-FFF2-40B4-BE49-F238E27FC236}">
                <a16:creationId xmlns:a16="http://schemas.microsoft.com/office/drawing/2014/main" id="{1137B5F6-817B-71B9-4E37-FF685014D703}"/>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78244" y="272630"/>
            <a:ext cx="5217117" cy="6334647"/>
          </a:xfrm>
          <a:prstGeom prst="rect">
            <a:avLst/>
          </a:prstGeom>
          <a:solidFill>
            <a:schemeClr val="bg1"/>
          </a:solidFill>
          <a:ln>
            <a:noFill/>
          </a:ln>
        </p:spPr>
      </p:pic>
    </p:spTree>
    <p:extLst>
      <p:ext uri="{BB962C8B-B14F-4D97-AF65-F5344CB8AC3E}">
        <p14:creationId xmlns:p14="http://schemas.microsoft.com/office/powerpoint/2010/main" val="3979649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42D1A202-23A3-4F3A-AA92-0172C8D2DA06}"/>
              </a:ext>
            </a:extLst>
          </p:cNvPr>
          <p:cNvSpPr>
            <a:spLocks noGrp="1"/>
          </p:cNvSpPr>
          <p:nvPr>
            <p:ph type="title"/>
          </p:nvPr>
        </p:nvSpPr>
        <p:spPr>
          <a:xfrm>
            <a:off x="1167492" y="381000"/>
            <a:ext cx="9779183" cy="1325563"/>
          </a:xfrm>
        </p:spPr>
        <p:txBody>
          <a:bodyPr rtlCol="0"/>
          <a:lstStyle/>
          <a:p>
            <a:pPr rtl="0"/>
            <a:r>
              <a:rPr lang="en-GB" dirty="0" err="1"/>
              <a:t>Metodologi</a:t>
            </a:r>
            <a:r>
              <a:rPr lang="en-GB" dirty="0"/>
              <a:t> </a:t>
            </a:r>
            <a:r>
              <a:rPr lang="en-GB" dirty="0" err="1"/>
              <a:t>Penelitian</a:t>
            </a:r>
            <a:r>
              <a:rPr lang="id-ID" dirty="0"/>
              <a:t> </a:t>
            </a:r>
          </a:p>
        </p:txBody>
      </p:sp>
      <p:sp>
        <p:nvSpPr>
          <p:cNvPr id="3" name="Tampungan Konten 2">
            <a:extLst>
              <a:ext uri="{FF2B5EF4-FFF2-40B4-BE49-F238E27FC236}">
                <a16:creationId xmlns:a16="http://schemas.microsoft.com/office/drawing/2014/main" id="{7B943E7C-A74D-4CB3-844B-51917C88C95F}"/>
              </a:ext>
            </a:extLst>
          </p:cNvPr>
          <p:cNvSpPr>
            <a:spLocks noGrp="1"/>
          </p:cNvSpPr>
          <p:nvPr>
            <p:ph type="body" idx="1"/>
          </p:nvPr>
        </p:nvSpPr>
        <p:spPr>
          <a:xfrm>
            <a:off x="430892" y="2640467"/>
            <a:ext cx="6795407" cy="3436483"/>
          </a:xfrm>
        </p:spPr>
        <p:txBody>
          <a:bodyPr vert="horz" lIns="91440" tIns="45720" rIns="91440" bIns="45720" rtlCol="0" anchor="t">
            <a:normAutofit fontScale="77500" lnSpcReduction="20000"/>
          </a:bodyPr>
          <a:lstStyle/>
          <a:p>
            <a:r>
              <a:rPr lang="id-ID" b="1" dirty="0"/>
              <a:t>1. Studi Pendahuluan &amp; Perumusan Masalah</a:t>
            </a:r>
          </a:p>
          <a:p>
            <a:r>
              <a:rPr lang="id-ID" b="1" dirty="0"/>
              <a:t>Studi Literatur:</a:t>
            </a:r>
            <a:r>
              <a:rPr lang="id-ID" dirty="0"/>
              <a:t> Mengkaji penelitian-penelitian sebelumnya terkait model </a:t>
            </a:r>
            <a:r>
              <a:rPr lang="id-ID" dirty="0" err="1"/>
              <a:t>xG</a:t>
            </a:r>
            <a:r>
              <a:rPr lang="id-ID" dirty="0"/>
              <a:t> dan algoritma </a:t>
            </a:r>
            <a:r>
              <a:rPr lang="id-ID" i="1" dirty="0" err="1"/>
              <a:t>machine</a:t>
            </a:r>
            <a:r>
              <a:rPr lang="id-ID" i="1" dirty="0"/>
              <a:t> </a:t>
            </a:r>
            <a:r>
              <a:rPr lang="id-ID" i="1" dirty="0" err="1"/>
              <a:t>learning</a:t>
            </a:r>
            <a:r>
              <a:rPr lang="id-ID" dirty="0"/>
              <a:t> untuk memahami </a:t>
            </a:r>
            <a:r>
              <a:rPr lang="id-ID" i="1" dirty="0" err="1"/>
              <a:t>state-of-the-art</a:t>
            </a:r>
            <a:r>
              <a:rPr lang="id-ID" dirty="0"/>
              <a:t> dan mengidentifikasi celah penelitian (</a:t>
            </a:r>
            <a:r>
              <a:rPr lang="id-ID" i="1" dirty="0" err="1"/>
              <a:t>research</a:t>
            </a:r>
            <a:r>
              <a:rPr lang="id-ID" i="1" dirty="0"/>
              <a:t> gap</a:t>
            </a:r>
            <a:r>
              <a:rPr lang="id-ID" dirty="0"/>
              <a:t>).</a:t>
            </a:r>
          </a:p>
          <a:p>
            <a:r>
              <a:rPr lang="id-ID" b="1" dirty="0"/>
              <a:t>Perumusan Masalah:</a:t>
            </a:r>
            <a:r>
              <a:rPr lang="id-ID" dirty="0"/>
              <a:t> Menetapkan masalah, tujuan, dan ruang lingkup penelitian secara spesifik berdasarkan temuan dari studi literatur.</a:t>
            </a:r>
          </a:p>
        </p:txBody>
      </p:sp>
      <p:sp>
        <p:nvSpPr>
          <p:cNvPr id="6" name="Tampungan Nomor Slide 5">
            <a:extLst>
              <a:ext uri="{FF2B5EF4-FFF2-40B4-BE49-F238E27FC236}">
                <a16:creationId xmlns:a16="http://schemas.microsoft.com/office/drawing/2014/main" id="{B25B7362-01DC-0E4C-9B34-0DF3FD449CAD}"/>
              </a:ext>
            </a:extLst>
          </p:cNvPr>
          <p:cNvSpPr>
            <a:spLocks noGrp="1"/>
          </p:cNvSpPr>
          <p:nvPr>
            <p:ph type="sldNum" sz="quarter" idx="12"/>
          </p:nvPr>
        </p:nvSpPr>
        <p:spPr>
          <a:xfrm>
            <a:off x="10206318" y="6356350"/>
            <a:ext cx="1604682" cy="365125"/>
          </a:xfrm>
        </p:spPr>
        <p:txBody>
          <a:bodyPr rtlCol="0"/>
          <a:lstStyle/>
          <a:p>
            <a:pPr rtl="0"/>
            <a:fld id="{294A09A9-5501-47C1-A89A-A340965A2BE2}" type="slidenum">
              <a:rPr lang="id-ID" smtClean="0"/>
              <a:pPr rtl="0"/>
              <a:t>20</a:t>
            </a:fld>
            <a:endParaRPr lang="id-ID"/>
          </a:p>
        </p:txBody>
      </p:sp>
      <p:pic>
        <p:nvPicPr>
          <p:cNvPr id="4" name="Picture 3">
            <a:extLst>
              <a:ext uri="{FF2B5EF4-FFF2-40B4-BE49-F238E27FC236}">
                <a16:creationId xmlns:a16="http://schemas.microsoft.com/office/drawing/2014/main" id="{F5F4A71E-E144-FDA3-2477-460FD183357F}"/>
              </a:ext>
            </a:extLst>
          </p:cNvPr>
          <p:cNvPicPr>
            <a:picLocks noChangeAspect="1"/>
          </p:cNvPicPr>
          <p:nvPr/>
        </p:nvPicPr>
        <p:blipFill>
          <a:blip r:embed="rId3" cstate="print">
            <a:extLst>
              <a:ext uri="{28A0092B-C50C-407E-A947-70E740481C1C}">
                <a14:useLocalDpi xmlns:a14="http://schemas.microsoft.com/office/drawing/2010/main" val="0"/>
              </a:ext>
            </a:extLst>
          </a:blip>
          <a:srcRect l="22906" r="28689" b="75028"/>
          <a:stretch>
            <a:fillRect/>
          </a:stretch>
        </p:blipFill>
        <p:spPr bwMode="auto">
          <a:xfrm>
            <a:off x="7536425" y="2638064"/>
            <a:ext cx="4288175" cy="2686104"/>
          </a:xfrm>
          <a:prstGeom prst="rect">
            <a:avLst/>
          </a:prstGeom>
          <a:solidFill>
            <a:schemeClr val="bg1"/>
          </a:solidFill>
          <a:ln>
            <a:noFill/>
          </a:ln>
        </p:spPr>
      </p:pic>
    </p:spTree>
    <p:extLst>
      <p:ext uri="{BB962C8B-B14F-4D97-AF65-F5344CB8AC3E}">
        <p14:creationId xmlns:p14="http://schemas.microsoft.com/office/powerpoint/2010/main" val="4450706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Judul 2">
            <a:extLst>
              <a:ext uri="{FF2B5EF4-FFF2-40B4-BE49-F238E27FC236}">
                <a16:creationId xmlns:a16="http://schemas.microsoft.com/office/drawing/2014/main" id="{C55E2E3E-148D-4BE4-88A4-447C4BC35E68}"/>
              </a:ext>
            </a:extLst>
          </p:cNvPr>
          <p:cNvSpPr>
            <a:spLocks noGrp="1"/>
          </p:cNvSpPr>
          <p:nvPr>
            <p:ph type="title"/>
          </p:nvPr>
        </p:nvSpPr>
        <p:spPr/>
        <p:txBody>
          <a:bodyPr rtlCol="0"/>
          <a:lstStyle/>
          <a:p>
            <a:r>
              <a:rPr lang="en-GB" dirty="0" err="1"/>
              <a:t>Metodologi</a:t>
            </a:r>
            <a:r>
              <a:rPr lang="en-GB" dirty="0"/>
              <a:t> </a:t>
            </a:r>
            <a:r>
              <a:rPr lang="en-GB" dirty="0" err="1"/>
              <a:t>Penelitian</a:t>
            </a:r>
            <a:r>
              <a:rPr lang="id-ID" dirty="0"/>
              <a:t> </a:t>
            </a:r>
          </a:p>
        </p:txBody>
      </p:sp>
      <p:sp>
        <p:nvSpPr>
          <p:cNvPr id="6" name="Tampungan Nomor Slide 5">
            <a:extLst>
              <a:ext uri="{FF2B5EF4-FFF2-40B4-BE49-F238E27FC236}">
                <a16:creationId xmlns:a16="http://schemas.microsoft.com/office/drawing/2014/main" id="{280037C3-0E79-CD4B-92A9-5B5F9E74A60B}"/>
              </a:ext>
            </a:extLst>
          </p:cNvPr>
          <p:cNvSpPr>
            <a:spLocks noGrp="1"/>
          </p:cNvSpPr>
          <p:nvPr>
            <p:ph type="sldNum" sz="quarter" idx="4"/>
          </p:nvPr>
        </p:nvSpPr>
        <p:spPr/>
        <p:txBody>
          <a:bodyPr rtlCol="0"/>
          <a:lstStyle/>
          <a:p>
            <a:pPr rtl="0"/>
            <a:fld id="{294A09A9-5501-47C1-A89A-A340965A2BE2}" type="slidenum">
              <a:rPr lang="id-ID" smtClean="0"/>
              <a:t>21</a:t>
            </a:fld>
            <a:endParaRPr lang="id-ID" dirty="0"/>
          </a:p>
        </p:txBody>
      </p:sp>
      <p:sp>
        <p:nvSpPr>
          <p:cNvPr id="9" name="TextBox 8">
            <a:extLst>
              <a:ext uri="{FF2B5EF4-FFF2-40B4-BE49-F238E27FC236}">
                <a16:creationId xmlns:a16="http://schemas.microsoft.com/office/drawing/2014/main" id="{823393FD-2CC1-A7D2-2E4C-5722E88A47CE}"/>
              </a:ext>
            </a:extLst>
          </p:cNvPr>
          <p:cNvSpPr txBox="1"/>
          <p:nvPr/>
        </p:nvSpPr>
        <p:spPr>
          <a:xfrm>
            <a:off x="711199" y="2314139"/>
            <a:ext cx="6096000" cy="3139321"/>
          </a:xfrm>
          <a:prstGeom prst="rect">
            <a:avLst/>
          </a:prstGeom>
          <a:noFill/>
        </p:spPr>
        <p:txBody>
          <a:bodyPr wrap="square">
            <a:spAutoFit/>
          </a:bodyPr>
          <a:lstStyle/>
          <a:p>
            <a:pPr marL="285750" indent="-285750">
              <a:buFont typeface="Arial" panose="020B0604020202020204" pitchFamily="34" charset="0"/>
              <a:buChar char="•"/>
            </a:pPr>
            <a:r>
              <a:rPr lang="id-ID" b="1" dirty="0">
                <a:solidFill>
                  <a:schemeClr val="bg1"/>
                </a:solidFill>
              </a:rPr>
              <a:t>Kerangka Kerja KDD (</a:t>
            </a:r>
            <a:r>
              <a:rPr lang="id-ID" b="1" dirty="0" err="1">
                <a:solidFill>
                  <a:schemeClr val="bg1"/>
                </a:solidFill>
              </a:rPr>
              <a:t>Knowledge</a:t>
            </a:r>
            <a:r>
              <a:rPr lang="id-ID" b="1" dirty="0">
                <a:solidFill>
                  <a:schemeClr val="bg1"/>
                </a:solidFill>
              </a:rPr>
              <a:t> </a:t>
            </a:r>
            <a:r>
              <a:rPr lang="id-ID" b="1" dirty="0" err="1">
                <a:solidFill>
                  <a:schemeClr val="bg1"/>
                </a:solidFill>
              </a:rPr>
              <a:t>Discovery</a:t>
            </a:r>
            <a:r>
              <a:rPr lang="id-ID" b="1" dirty="0">
                <a:solidFill>
                  <a:schemeClr val="bg1"/>
                </a:solidFill>
              </a:rPr>
              <a:t> in </a:t>
            </a:r>
            <a:r>
              <a:rPr lang="id-ID" b="1" dirty="0" err="1">
                <a:solidFill>
                  <a:schemeClr val="bg1"/>
                </a:solidFill>
              </a:rPr>
              <a:t>Databases</a:t>
            </a:r>
            <a:r>
              <a:rPr lang="id-ID" b="1" dirty="0">
                <a:solidFill>
                  <a:schemeClr val="bg1"/>
                </a:solidFill>
              </a:rPr>
              <a:t>)</a:t>
            </a:r>
          </a:p>
          <a:p>
            <a:pPr marL="285750" indent="-285750">
              <a:buFont typeface="Arial" panose="020B0604020202020204" pitchFamily="34" charset="0"/>
              <a:buChar char="•"/>
            </a:pPr>
            <a:r>
              <a:rPr lang="id-ID" dirty="0">
                <a:solidFill>
                  <a:schemeClr val="bg1"/>
                </a:solidFill>
              </a:rPr>
              <a:t>Penelitian ini mengadopsi kerangka kerja </a:t>
            </a:r>
            <a:r>
              <a:rPr lang="id-ID" b="1" dirty="0">
                <a:solidFill>
                  <a:schemeClr val="bg1"/>
                </a:solidFill>
              </a:rPr>
              <a:t>KDD</a:t>
            </a:r>
            <a:r>
              <a:rPr lang="id-ID" dirty="0">
                <a:solidFill>
                  <a:schemeClr val="bg1"/>
                </a:solidFill>
              </a:rPr>
              <a:t> untuk memproses data secara sistematis, mulai dari pengumpulan data hingga evaluasi model akhir.</a:t>
            </a:r>
          </a:p>
          <a:p>
            <a:pPr marL="285750" indent="-285750">
              <a:buFont typeface="Arial" panose="020B0604020202020204" pitchFamily="34" charset="0"/>
              <a:buChar char="•"/>
            </a:pPr>
            <a:r>
              <a:rPr lang="id-ID" b="1" dirty="0">
                <a:solidFill>
                  <a:schemeClr val="bg1"/>
                </a:solidFill>
              </a:rPr>
              <a:t>Proses KDD yang dilakukan meliputi:</a:t>
            </a:r>
            <a:endParaRPr lang="id-ID" dirty="0">
              <a:solidFill>
                <a:schemeClr val="bg1"/>
              </a:solidFill>
            </a:endParaRPr>
          </a:p>
          <a:p>
            <a:pPr marL="742950" lvl="1" indent="-285750">
              <a:buFont typeface="Arial" panose="020B0604020202020204" pitchFamily="34" charset="0"/>
              <a:buChar char="•"/>
            </a:pPr>
            <a:r>
              <a:rPr lang="en-GB" dirty="0">
                <a:solidFill>
                  <a:schemeClr val="bg1"/>
                </a:solidFill>
              </a:rPr>
              <a:t>Data Selection</a:t>
            </a:r>
            <a:endParaRPr lang="id-ID" dirty="0">
              <a:solidFill>
                <a:schemeClr val="bg1"/>
              </a:solidFill>
            </a:endParaRPr>
          </a:p>
          <a:p>
            <a:pPr marL="742950" lvl="1" indent="-285750">
              <a:buFont typeface="Arial" panose="020B0604020202020204" pitchFamily="34" charset="0"/>
              <a:buChar char="•"/>
            </a:pPr>
            <a:r>
              <a:rPr lang="en-GB" dirty="0">
                <a:solidFill>
                  <a:schemeClr val="bg1"/>
                </a:solidFill>
              </a:rPr>
              <a:t>Data Preprocessing</a:t>
            </a:r>
            <a:endParaRPr lang="id-ID" dirty="0">
              <a:solidFill>
                <a:schemeClr val="bg1"/>
              </a:solidFill>
            </a:endParaRPr>
          </a:p>
          <a:p>
            <a:pPr marL="742950" lvl="1" indent="-285750">
              <a:buFont typeface="Arial" panose="020B0604020202020204" pitchFamily="34" charset="0"/>
              <a:buChar char="•"/>
            </a:pPr>
            <a:r>
              <a:rPr lang="en-GB" dirty="0">
                <a:solidFill>
                  <a:schemeClr val="bg1"/>
                </a:solidFill>
              </a:rPr>
              <a:t>Data Transformation</a:t>
            </a:r>
          </a:p>
          <a:p>
            <a:pPr marL="742950" lvl="1" indent="-285750">
              <a:buFont typeface="Arial" panose="020B0604020202020204" pitchFamily="34" charset="0"/>
              <a:buChar char="•"/>
            </a:pPr>
            <a:r>
              <a:rPr lang="en-GB" dirty="0">
                <a:solidFill>
                  <a:schemeClr val="bg1"/>
                </a:solidFill>
              </a:rPr>
              <a:t>Data Mining</a:t>
            </a:r>
          </a:p>
          <a:p>
            <a:pPr marL="742950" lvl="1" indent="-285750">
              <a:buFont typeface="Arial" panose="020B0604020202020204" pitchFamily="34" charset="0"/>
              <a:buChar char="•"/>
            </a:pPr>
            <a:r>
              <a:rPr lang="en-GB" dirty="0">
                <a:solidFill>
                  <a:schemeClr val="bg1"/>
                </a:solidFill>
              </a:rPr>
              <a:t>Evaluation</a:t>
            </a:r>
            <a:endParaRPr lang="id-ID" dirty="0">
              <a:solidFill>
                <a:schemeClr val="bg1"/>
              </a:solidFill>
            </a:endParaRPr>
          </a:p>
        </p:txBody>
      </p:sp>
      <p:pic>
        <p:nvPicPr>
          <p:cNvPr id="2" name="Picture 1">
            <a:extLst>
              <a:ext uri="{FF2B5EF4-FFF2-40B4-BE49-F238E27FC236}">
                <a16:creationId xmlns:a16="http://schemas.microsoft.com/office/drawing/2014/main" id="{151EA97F-4A7D-3BB8-DAEA-3B416643E029}"/>
              </a:ext>
            </a:extLst>
          </p:cNvPr>
          <p:cNvPicPr>
            <a:picLocks noChangeAspect="1"/>
          </p:cNvPicPr>
          <p:nvPr/>
        </p:nvPicPr>
        <p:blipFill>
          <a:blip r:embed="rId3" cstate="print">
            <a:extLst>
              <a:ext uri="{28A0092B-C50C-407E-A947-70E740481C1C}">
                <a14:useLocalDpi xmlns:a14="http://schemas.microsoft.com/office/drawing/2010/main" val="0"/>
              </a:ext>
            </a:extLst>
          </a:blip>
          <a:srcRect l="26265" t="24336"/>
          <a:stretch>
            <a:fillRect/>
          </a:stretch>
        </p:blipFill>
        <p:spPr bwMode="auto">
          <a:xfrm>
            <a:off x="7234903" y="639762"/>
            <a:ext cx="4576096" cy="5701602"/>
          </a:xfrm>
          <a:prstGeom prst="rect">
            <a:avLst/>
          </a:prstGeom>
          <a:solidFill>
            <a:schemeClr val="bg1"/>
          </a:solidFill>
          <a:ln>
            <a:noFill/>
          </a:ln>
        </p:spPr>
      </p:pic>
    </p:spTree>
    <p:extLst>
      <p:ext uri="{BB962C8B-B14F-4D97-AF65-F5344CB8AC3E}">
        <p14:creationId xmlns:p14="http://schemas.microsoft.com/office/powerpoint/2010/main" val="93249840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CC635F-FBAA-FDD9-CF71-BD007E5AD885}"/>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D4C70685-1C99-35D8-F2A8-F508D0CBA3E6}"/>
              </a:ext>
            </a:extLst>
          </p:cNvPr>
          <p:cNvSpPr>
            <a:spLocks noGrp="1"/>
          </p:cNvSpPr>
          <p:nvPr>
            <p:ph type="title"/>
          </p:nvPr>
        </p:nvSpPr>
        <p:spPr>
          <a:xfrm>
            <a:off x="1167492" y="381000"/>
            <a:ext cx="9779183" cy="1325563"/>
          </a:xfrm>
        </p:spPr>
        <p:txBody>
          <a:bodyPr rtlCol="0"/>
          <a:lstStyle/>
          <a:p>
            <a:pPr rtl="0"/>
            <a:r>
              <a:rPr lang="en-GB" dirty="0" err="1"/>
              <a:t>Metodologi</a:t>
            </a:r>
            <a:r>
              <a:rPr lang="en-GB" dirty="0"/>
              <a:t> </a:t>
            </a:r>
            <a:r>
              <a:rPr lang="en-GB" dirty="0" err="1"/>
              <a:t>Penelitian</a:t>
            </a:r>
            <a:r>
              <a:rPr lang="id-ID" dirty="0"/>
              <a:t> </a:t>
            </a:r>
          </a:p>
        </p:txBody>
      </p:sp>
      <p:sp>
        <p:nvSpPr>
          <p:cNvPr id="3" name="Tampungan Konten 2">
            <a:extLst>
              <a:ext uri="{FF2B5EF4-FFF2-40B4-BE49-F238E27FC236}">
                <a16:creationId xmlns:a16="http://schemas.microsoft.com/office/drawing/2014/main" id="{4C84235F-1E29-7F6C-4967-E9E430E1EA77}"/>
              </a:ext>
            </a:extLst>
          </p:cNvPr>
          <p:cNvSpPr>
            <a:spLocks noGrp="1"/>
          </p:cNvSpPr>
          <p:nvPr>
            <p:ph type="body" idx="1"/>
          </p:nvPr>
        </p:nvSpPr>
        <p:spPr>
          <a:xfrm>
            <a:off x="430892" y="2640467"/>
            <a:ext cx="6795407" cy="3436483"/>
          </a:xfrm>
        </p:spPr>
        <p:txBody>
          <a:bodyPr vert="horz" lIns="91440" tIns="45720" rIns="91440" bIns="45720" rtlCol="0" anchor="t">
            <a:normAutofit fontScale="77500" lnSpcReduction="20000"/>
          </a:bodyPr>
          <a:lstStyle/>
          <a:p>
            <a:pPr marL="342900" indent="-342900">
              <a:buFont typeface="Arial" panose="020B0604020202020204" pitchFamily="34" charset="0"/>
              <a:buChar char="•"/>
            </a:pPr>
            <a:r>
              <a:rPr lang="en-GB" b="1" dirty="0" err="1"/>
              <a:t>Interpretasi</a:t>
            </a:r>
            <a:r>
              <a:rPr lang="en-GB" b="1" dirty="0"/>
              <a:t> dan </a:t>
            </a:r>
            <a:r>
              <a:rPr lang="id-ID" b="1" dirty="0"/>
              <a:t>Implikasi</a:t>
            </a:r>
            <a:endParaRPr lang="en-GB" b="1" dirty="0"/>
          </a:p>
          <a:p>
            <a:pPr marL="342900" indent="-342900">
              <a:buFont typeface="Arial" panose="020B0604020202020204" pitchFamily="34" charset="0"/>
              <a:buChar char="•"/>
            </a:pPr>
            <a:r>
              <a:rPr lang="en-GB" b="1" dirty="0" err="1"/>
              <a:t>Interpretasi</a:t>
            </a:r>
            <a:r>
              <a:rPr lang="id-ID" b="1" dirty="0"/>
              <a:t>:</a:t>
            </a:r>
            <a:r>
              <a:rPr lang="id-ID" dirty="0"/>
              <a:t> Hasil evaluasi (akurasi dan efisiensi) akan dianalisis secara mendalam dan dibandingkan dengan tolok ukur akademis serta industri untuk memberikan konteks yang menyeluruh.</a:t>
            </a:r>
          </a:p>
          <a:p>
            <a:pPr marL="342900" indent="-342900">
              <a:buFont typeface="Arial" panose="020B0604020202020204" pitchFamily="34" charset="0"/>
              <a:buChar char="•"/>
            </a:pPr>
            <a:r>
              <a:rPr lang="id-ID" b="1" dirty="0"/>
              <a:t>Implikasi Penelitian:</a:t>
            </a:r>
            <a:r>
              <a:rPr lang="id-ID" dirty="0"/>
              <a:t> Merumuskan dampak dari hasil penelitian, baik secara teoretis (untuk pengembangan ilmu) maupun praktis (untuk industri sepak bola).</a:t>
            </a:r>
          </a:p>
        </p:txBody>
      </p:sp>
      <p:sp>
        <p:nvSpPr>
          <p:cNvPr id="6" name="Tampungan Nomor Slide 5">
            <a:extLst>
              <a:ext uri="{FF2B5EF4-FFF2-40B4-BE49-F238E27FC236}">
                <a16:creationId xmlns:a16="http://schemas.microsoft.com/office/drawing/2014/main" id="{A55421C3-8898-EC61-B57F-500221B6B119}"/>
              </a:ext>
            </a:extLst>
          </p:cNvPr>
          <p:cNvSpPr>
            <a:spLocks noGrp="1"/>
          </p:cNvSpPr>
          <p:nvPr>
            <p:ph type="sldNum" sz="quarter" idx="12"/>
          </p:nvPr>
        </p:nvSpPr>
        <p:spPr>
          <a:xfrm>
            <a:off x="10206318" y="6356350"/>
            <a:ext cx="1604682" cy="365125"/>
          </a:xfrm>
        </p:spPr>
        <p:txBody>
          <a:bodyPr rtlCol="0"/>
          <a:lstStyle/>
          <a:p>
            <a:pPr rtl="0"/>
            <a:fld id="{294A09A9-5501-47C1-A89A-A340965A2BE2}" type="slidenum">
              <a:rPr lang="id-ID" smtClean="0"/>
              <a:pPr rtl="0"/>
              <a:t>22</a:t>
            </a:fld>
            <a:endParaRPr lang="id-ID"/>
          </a:p>
        </p:txBody>
      </p:sp>
      <p:pic>
        <p:nvPicPr>
          <p:cNvPr id="7" name="Picture 6">
            <a:extLst>
              <a:ext uri="{FF2B5EF4-FFF2-40B4-BE49-F238E27FC236}">
                <a16:creationId xmlns:a16="http://schemas.microsoft.com/office/drawing/2014/main" id="{547BDAAC-C337-B276-6B66-6DEA81D8CE62}"/>
              </a:ext>
            </a:extLst>
          </p:cNvPr>
          <p:cNvPicPr>
            <a:picLocks noChangeAspect="1"/>
          </p:cNvPicPr>
          <p:nvPr/>
        </p:nvPicPr>
        <p:blipFill>
          <a:blip r:embed="rId3" cstate="print">
            <a:extLst>
              <a:ext uri="{28A0092B-C50C-407E-A947-70E740481C1C}">
                <a14:useLocalDpi xmlns:a14="http://schemas.microsoft.com/office/drawing/2010/main" val="0"/>
              </a:ext>
            </a:extLst>
          </a:blip>
          <a:srcRect l="-628" t="68359" r="69812" b="-2308"/>
          <a:stretch>
            <a:fillRect/>
          </a:stretch>
        </p:blipFill>
        <p:spPr bwMode="auto">
          <a:xfrm>
            <a:off x="7986058" y="3123820"/>
            <a:ext cx="2515629" cy="2469776"/>
          </a:xfrm>
          <a:prstGeom prst="rect">
            <a:avLst/>
          </a:prstGeom>
          <a:solidFill>
            <a:schemeClr val="bg1"/>
          </a:solidFill>
          <a:ln>
            <a:noFill/>
          </a:ln>
        </p:spPr>
      </p:pic>
    </p:spTree>
    <p:extLst>
      <p:ext uri="{BB962C8B-B14F-4D97-AF65-F5344CB8AC3E}">
        <p14:creationId xmlns:p14="http://schemas.microsoft.com/office/powerpoint/2010/main" val="20635540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522D6-7CC8-EF15-8F0A-E57699AE1AA8}"/>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4FEBBCB3-745D-1684-2E21-84343A3616DA}"/>
              </a:ext>
            </a:extLst>
          </p:cNvPr>
          <p:cNvSpPr>
            <a:spLocks noGrp="1"/>
          </p:cNvSpPr>
          <p:nvPr>
            <p:ph type="title"/>
          </p:nvPr>
        </p:nvSpPr>
        <p:spPr>
          <a:xfrm>
            <a:off x="578670" y="1803307"/>
            <a:ext cx="4265150" cy="2810460"/>
          </a:xfrm>
        </p:spPr>
        <p:txBody>
          <a:bodyPr rtlCol="0">
            <a:normAutofit/>
          </a:bodyPr>
          <a:lstStyle/>
          <a:p>
            <a:pPr rtl="0"/>
            <a:r>
              <a:rPr lang="en-GB" sz="4800" dirty="0"/>
              <a:t>HASIL DAN PEMBAHASAN</a:t>
            </a:r>
            <a:endParaRPr lang="id-ID" sz="4800" dirty="0"/>
          </a:p>
        </p:txBody>
      </p:sp>
      <p:sp>
        <p:nvSpPr>
          <p:cNvPr id="3" name="Tampungan Tanggal 2">
            <a:extLst>
              <a:ext uri="{FF2B5EF4-FFF2-40B4-BE49-F238E27FC236}">
                <a16:creationId xmlns:a16="http://schemas.microsoft.com/office/drawing/2014/main" id="{FF1C000C-9C6D-A5E5-4327-2F4B5006591D}"/>
              </a:ext>
            </a:extLst>
          </p:cNvPr>
          <p:cNvSpPr>
            <a:spLocks noGrp="1"/>
          </p:cNvSpPr>
          <p:nvPr>
            <p:ph type="dt" sz="half" idx="10"/>
          </p:nvPr>
        </p:nvSpPr>
        <p:spPr/>
        <p:txBody>
          <a:bodyPr rtlCol="0"/>
          <a:lstStyle/>
          <a:p>
            <a:pPr rtl="0"/>
            <a:fld id="{A808DD98-197B-46F5-A6AA-BDA332D7E685}" type="datetime1">
              <a:rPr lang="id-ID" smtClean="0"/>
              <a:t>14/10/2025</a:t>
            </a:fld>
            <a:endParaRPr lang="id-ID"/>
          </a:p>
        </p:txBody>
      </p:sp>
      <p:sp>
        <p:nvSpPr>
          <p:cNvPr id="5" name="Tampungan Nomor Slide 4">
            <a:extLst>
              <a:ext uri="{FF2B5EF4-FFF2-40B4-BE49-F238E27FC236}">
                <a16:creationId xmlns:a16="http://schemas.microsoft.com/office/drawing/2014/main" id="{C264A00E-883A-9393-8F36-0357416C490F}"/>
              </a:ext>
            </a:extLst>
          </p:cNvPr>
          <p:cNvSpPr>
            <a:spLocks noGrp="1"/>
          </p:cNvSpPr>
          <p:nvPr>
            <p:ph type="sldNum" sz="quarter" idx="12"/>
          </p:nvPr>
        </p:nvSpPr>
        <p:spPr/>
        <p:txBody>
          <a:bodyPr rtlCol="0"/>
          <a:lstStyle/>
          <a:p>
            <a:pPr rtl="0"/>
            <a:fld id="{294A09A9-5501-47C1-A89A-A340965A2BE2}" type="slidenum">
              <a:rPr lang="id-ID" smtClean="0"/>
              <a:pPr rtl="0"/>
              <a:t>23</a:t>
            </a:fld>
            <a:endParaRPr lang="id-ID"/>
          </a:p>
        </p:txBody>
      </p:sp>
      <p:pic>
        <p:nvPicPr>
          <p:cNvPr id="6" name="Picture 5">
            <a:extLst>
              <a:ext uri="{FF2B5EF4-FFF2-40B4-BE49-F238E27FC236}">
                <a16:creationId xmlns:a16="http://schemas.microsoft.com/office/drawing/2014/main" id="{2D50D84C-730C-5EF2-F13C-1C414622F2B0}"/>
              </a:ext>
            </a:extLst>
          </p:cNvPr>
          <p:cNvPicPr>
            <a:picLocks noChangeAspect="1"/>
          </p:cNvPicPr>
          <p:nvPr/>
        </p:nvPicPr>
        <p:blipFill>
          <a:blip r:embed="rId3"/>
          <a:srcRect l="22141" t="27012" r="3531" b="697"/>
          <a:stretch>
            <a:fillRect/>
          </a:stretch>
        </p:blipFill>
        <p:spPr>
          <a:xfrm>
            <a:off x="5256776" y="1803307"/>
            <a:ext cx="6967332" cy="2989919"/>
          </a:xfrm>
          <a:prstGeom prst="rect">
            <a:avLst/>
          </a:prstGeom>
        </p:spPr>
      </p:pic>
    </p:spTree>
    <p:extLst>
      <p:ext uri="{BB962C8B-B14F-4D97-AF65-F5344CB8AC3E}">
        <p14:creationId xmlns:p14="http://schemas.microsoft.com/office/powerpoint/2010/main" val="308157337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335A9A-B068-175F-290F-D44164ED2128}"/>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79287028-73A1-682A-2E50-514B7652A422}"/>
              </a:ext>
            </a:extLst>
          </p:cNvPr>
          <p:cNvSpPr>
            <a:spLocks noGrp="1"/>
          </p:cNvSpPr>
          <p:nvPr>
            <p:ph type="title"/>
          </p:nvPr>
        </p:nvSpPr>
        <p:spPr>
          <a:xfrm>
            <a:off x="1167492" y="381000"/>
            <a:ext cx="9779183" cy="1325563"/>
          </a:xfrm>
        </p:spPr>
        <p:txBody>
          <a:bodyPr rtlCol="0"/>
          <a:lstStyle/>
          <a:p>
            <a:pPr rtl="0"/>
            <a:r>
              <a:rPr lang="en-GB" dirty="0"/>
              <a:t>Selection</a:t>
            </a:r>
            <a:endParaRPr lang="id-ID" dirty="0"/>
          </a:p>
        </p:txBody>
      </p:sp>
      <p:sp>
        <p:nvSpPr>
          <p:cNvPr id="3" name="Tampungan Konten 2">
            <a:extLst>
              <a:ext uri="{FF2B5EF4-FFF2-40B4-BE49-F238E27FC236}">
                <a16:creationId xmlns:a16="http://schemas.microsoft.com/office/drawing/2014/main" id="{7C88B41D-1F55-59AF-D709-22588D13B4F1}"/>
              </a:ext>
            </a:extLst>
          </p:cNvPr>
          <p:cNvSpPr>
            <a:spLocks noGrp="1"/>
          </p:cNvSpPr>
          <p:nvPr>
            <p:ph idx="1"/>
          </p:nvPr>
        </p:nvSpPr>
        <p:spPr>
          <a:xfrm>
            <a:off x="1167492" y="1624051"/>
            <a:ext cx="9779182" cy="3526990"/>
          </a:xfrm>
        </p:spPr>
        <p:txBody>
          <a:bodyPr vert="horz" lIns="91440" tIns="45720" rIns="91440" bIns="45720" rtlCol="0" anchor="t">
            <a:normAutofit/>
          </a:bodyPr>
          <a:lstStyle/>
          <a:p>
            <a:r>
              <a:rPr lang="id-ID" sz="2000" dirty="0"/>
              <a:t>Proses diawali dengan seleksi data dari repositori publik </a:t>
            </a:r>
            <a:r>
              <a:rPr lang="id-ID" sz="2000" dirty="0" err="1"/>
              <a:t>StatsBomb</a:t>
            </a:r>
            <a:r>
              <a:rPr lang="id-ID" sz="2000" dirty="0"/>
              <a:t>, dengan fokus pada 10 kompetisi sepak bola pria tingkat atas berikut:</a:t>
            </a:r>
          </a:p>
        </p:txBody>
      </p:sp>
      <p:sp>
        <p:nvSpPr>
          <p:cNvPr id="4" name="Tampungan Tanggal 3">
            <a:extLst>
              <a:ext uri="{FF2B5EF4-FFF2-40B4-BE49-F238E27FC236}">
                <a16:creationId xmlns:a16="http://schemas.microsoft.com/office/drawing/2014/main" id="{FF02812F-9B55-9F02-F79F-35A3C4BE69E4}"/>
              </a:ext>
            </a:extLst>
          </p:cNvPr>
          <p:cNvSpPr>
            <a:spLocks noGrp="1"/>
          </p:cNvSpPr>
          <p:nvPr>
            <p:ph type="dt" sz="half" idx="2"/>
          </p:nvPr>
        </p:nvSpPr>
        <p:spPr>
          <a:xfrm>
            <a:off x="381000" y="6356350"/>
            <a:ext cx="2743200" cy="365125"/>
          </a:xfrm>
        </p:spPr>
        <p:txBody>
          <a:bodyPr rtlCol="0"/>
          <a:lstStyle/>
          <a:p>
            <a:pPr rtl="0"/>
            <a:fld id="{70C69C4D-CAFD-4E0E-94E0-4B1709D96441}" type="datetime1">
              <a:rPr lang="id-ID" smtClean="0"/>
              <a:t>14/10/2025</a:t>
            </a:fld>
            <a:endParaRPr lang="id-ID"/>
          </a:p>
        </p:txBody>
      </p:sp>
      <p:sp>
        <p:nvSpPr>
          <p:cNvPr id="6" name="Tampungan Nomor Slide 5">
            <a:extLst>
              <a:ext uri="{FF2B5EF4-FFF2-40B4-BE49-F238E27FC236}">
                <a16:creationId xmlns:a16="http://schemas.microsoft.com/office/drawing/2014/main" id="{458856AD-A3CC-D2B0-B82E-E45FCA8A094A}"/>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24</a:t>
            </a:fld>
            <a:endParaRPr lang="id-ID"/>
          </a:p>
        </p:txBody>
      </p:sp>
      <p:graphicFrame>
        <p:nvGraphicFramePr>
          <p:cNvPr id="5" name="Table 4">
            <a:extLst>
              <a:ext uri="{FF2B5EF4-FFF2-40B4-BE49-F238E27FC236}">
                <a16:creationId xmlns:a16="http://schemas.microsoft.com/office/drawing/2014/main" id="{FB9C68DE-97EE-9A0E-75DC-D450CE174723}"/>
              </a:ext>
            </a:extLst>
          </p:cNvPr>
          <p:cNvGraphicFramePr>
            <a:graphicFrameLocks noGrp="1"/>
          </p:cNvGraphicFramePr>
          <p:nvPr>
            <p:extLst>
              <p:ext uri="{D42A27DB-BD31-4B8C-83A1-F6EECF244321}">
                <p14:modId xmlns:p14="http://schemas.microsoft.com/office/powerpoint/2010/main" val="714735587"/>
              </p:ext>
            </p:extLst>
          </p:nvPr>
        </p:nvGraphicFramePr>
        <p:xfrm>
          <a:off x="1245326" y="2277110"/>
          <a:ext cx="6158364" cy="4079240"/>
        </p:xfrm>
        <a:graphic>
          <a:graphicData uri="http://schemas.openxmlformats.org/drawingml/2006/table">
            <a:tbl>
              <a:tblPr firstRow="1" bandRow="1">
                <a:tableStyleId>{5C22544A-7EE6-4342-B048-85BDC9FD1C3A}</a:tableStyleId>
              </a:tblPr>
              <a:tblGrid>
                <a:gridCol w="538236">
                  <a:extLst>
                    <a:ext uri="{9D8B030D-6E8A-4147-A177-3AD203B41FA5}">
                      <a16:colId xmlns:a16="http://schemas.microsoft.com/office/drawing/2014/main" val="2070179836"/>
                    </a:ext>
                  </a:extLst>
                </a:gridCol>
                <a:gridCol w="5620128">
                  <a:extLst>
                    <a:ext uri="{9D8B030D-6E8A-4147-A177-3AD203B41FA5}">
                      <a16:colId xmlns:a16="http://schemas.microsoft.com/office/drawing/2014/main" val="3427104523"/>
                    </a:ext>
                  </a:extLst>
                </a:gridCol>
              </a:tblGrid>
              <a:tr h="370840">
                <a:tc>
                  <a:txBody>
                    <a:bodyPr/>
                    <a:lstStyle/>
                    <a:p>
                      <a:r>
                        <a:rPr lang="en-GB" dirty="0"/>
                        <a:t>No</a:t>
                      </a:r>
                      <a:endParaRPr lang="id-ID" dirty="0"/>
                    </a:p>
                  </a:txBody>
                  <a:tcPr/>
                </a:tc>
                <a:tc>
                  <a:txBody>
                    <a:bodyPr/>
                    <a:lstStyle/>
                    <a:p>
                      <a:r>
                        <a:rPr lang="id-ID" dirty="0"/>
                        <a:t>Nama Kompetisi</a:t>
                      </a:r>
                    </a:p>
                  </a:txBody>
                  <a:tcPr/>
                </a:tc>
                <a:extLst>
                  <a:ext uri="{0D108BD9-81ED-4DB2-BD59-A6C34878D82A}">
                    <a16:rowId xmlns:a16="http://schemas.microsoft.com/office/drawing/2014/main" val="966010415"/>
                  </a:ext>
                </a:extLst>
              </a:tr>
              <a:tr h="370840">
                <a:tc>
                  <a:txBody>
                    <a:bodyPr/>
                    <a:lstStyle/>
                    <a:p>
                      <a:r>
                        <a:rPr lang="en-GB" dirty="0"/>
                        <a:t>1</a:t>
                      </a:r>
                      <a:endParaRPr lang="id-ID" dirty="0"/>
                    </a:p>
                  </a:txBody>
                  <a:tcPr/>
                </a:tc>
                <a:tc>
                  <a:txBody>
                    <a:bodyPr/>
                    <a:lstStyle/>
                    <a:p>
                      <a:r>
                        <a:rPr lang="id-ID" dirty="0"/>
                        <a:t>FIFA World Cup</a:t>
                      </a:r>
                    </a:p>
                  </a:txBody>
                  <a:tcPr/>
                </a:tc>
                <a:extLst>
                  <a:ext uri="{0D108BD9-81ED-4DB2-BD59-A6C34878D82A}">
                    <a16:rowId xmlns:a16="http://schemas.microsoft.com/office/drawing/2014/main" val="3199784307"/>
                  </a:ext>
                </a:extLst>
              </a:tr>
              <a:tr h="370840">
                <a:tc>
                  <a:txBody>
                    <a:bodyPr/>
                    <a:lstStyle/>
                    <a:p>
                      <a:r>
                        <a:rPr lang="en-GB" dirty="0"/>
                        <a:t>2</a:t>
                      </a:r>
                      <a:endParaRPr lang="id-ID" dirty="0"/>
                    </a:p>
                  </a:txBody>
                  <a:tcPr/>
                </a:tc>
                <a:tc>
                  <a:txBody>
                    <a:bodyPr/>
                    <a:lstStyle/>
                    <a:p>
                      <a:r>
                        <a:rPr lang="id-ID" dirty="0" err="1"/>
                        <a:t>Premier</a:t>
                      </a:r>
                      <a:r>
                        <a:rPr lang="id-ID" dirty="0"/>
                        <a:t> </a:t>
                      </a:r>
                      <a:r>
                        <a:rPr lang="id-ID" dirty="0" err="1"/>
                        <a:t>League</a:t>
                      </a:r>
                      <a:endParaRPr lang="id-ID" dirty="0"/>
                    </a:p>
                  </a:txBody>
                  <a:tcPr/>
                </a:tc>
                <a:extLst>
                  <a:ext uri="{0D108BD9-81ED-4DB2-BD59-A6C34878D82A}">
                    <a16:rowId xmlns:a16="http://schemas.microsoft.com/office/drawing/2014/main" val="1065102400"/>
                  </a:ext>
                </a:extLst>
              </a:tr>
              <a:tr h="370840">
                <a:tc>
                  <a:txBody>
                    <a:bodyPr/>
                    <a:lstStyle/>
                    <a:p>
                      <a:r>
                        <a:rPr lang="en-GB" dirty="0"/>
                        <a:t>3</a:t>
                      </a:r>
                      <a:endParaRPr lang="id-ID" dirty="0"/>
                    </a:p>
                  </a:txBody>
                  <a:tcPr/>
                </a:tc>
                <a:tc>
                  <a:txBody>
                    <a:bodyPr/>
                    <a:lstStyle/>
                    <a:p>
                      <a:r>
                        <a:rPr lang="id-ID" dirty="0"/>
                        <a:t>La Liga</a:t>
                      </a:r>
                    </a:p>
                  </a:txBody>
                  <a:tcPr/>
                </a:tc>
                <a:extLst>
                  <a:ext uri="{0D108BD9-81ED-4DB2-BD59-A6C34878D82A}">
                    <a16:rowId xmlns:a16="http://schemas.microsoft.com/office/drawing/2014/main" val="3916139368"/>
                  </a:ext>
                </a:extLst>
              </a:tr>
              <a:tr h="370840">
                <a:tc>
                  <a:txBody>
                    <a:bodyPr/>
                    <a:lstStyle/>
                    <a:p>
                      <a:r>
                        <a:rPr lang="en-GB" dirty="0"/>
                        <a:t>4</a:t>
                      </a:r>
                      <a:endParaRPr lang="id-ID" dirty="0"/>
                    </a:p>
                  </a:txBody>
                  <a:tcPr/>
                </a:tc>
                <a:tc>
                  <a:txBody>
                    <a:bodyPr/>
                    <a:lstStyle/>
                    <a:p>
                      <a:r>
                        <a:rPr lang="id-ID" dirty="0"/>
                        <a:t>UEFA </a:t>
                      </a:r>
                      <a:r>
                        <a:rPr lang="id-ID" dirty="0" err="1"/>
                        <a:t>Champions</a:t>
                      </a:r>
                      <a:r>
                        <a:rPr lang="id-ID" dirty="0"/>
                        <a:t> </a:t>
                      </a:r>
                      <a:r>
                        <a:rPr lang="id-ID" dirty="0" err="1"/>
                        <a:t>League</a:t>
                      </a:r>
                      <a:endParaRPr lang="id-ID" dirty="0"/>
                    </a:p>
                  </a:txBody>
                  <a:tcPr/>
                </a:tc>
                <a:extLst>
                  <a:ext uri="{0D108BD9-81ED-4DB2-BD59-A6C34878D82A}">
                    <a16:rowId xmlns:a16="http://schemas.microsoft.com/office/drawing/2014/main" val="2964342902"/>
                  </a:ext>
                </a:extLst>
              </a:tr>
              <a:tr h="370840">
                <a:tc>
                  <a:txBody>
                    <a:bodyPr/>
                    <a:lstStyle/>
                    <a:p>
                      <a:r>
                        <a:rPr lang="en-GB" dirty="0"/>
                        <a:t>5</a:t>
                      </a:r>
                      <a:endParaRPr lang="id-ID" dirty="0"/>
                    </a:p>
                  </a:txBody>
                  <a:tcPr/>
                </a:tc>
                <a:tc>
                  <a:txBody>
                    <a:bodyPr/>
                    <a:lstStyle/>
                    <a:p>
                      <a:r>
                        <a:rPr lang="id-ID" dirty="0" err="1"/>
                        <a:t>Bundesliga</a:t>
                      </a:r>
                      <a:endParaRPr lang="id-ID" dirty="0"/>
                    </a:p>
                  </a:txBody>
                  <a:tcPr/>
                </a:tc>
                <a:extLst>
                  <a:ext uri="{0D108BD9-81ED-4DB2-BD59-A6C34878D82A}">
                    <a16:rowId xmlns:a16="http://schemas.microsoft.com/office/drawing/2014/main" val="3690457856"/>
                  </a:ext>
                </a:extLst>
              </a:tr>
              <a:tr h="370840">
                <a:tc>
                  <a:txBody>
                    <a:bodyPr/>
                    <a:lstStyle/>
                    <a:p>
                      <a:r>
                        <a:rPr lang="en-GB" dirty="0"/>
                        <a:t>6</a:t>
                      </a:r>
                      <a:endParaRPr lang="id-ID" dirty="0"/>
                    </a:p>
                  </a:txBody>
                  <a:tcPr/>
                </a:tc>
                <a:tc>
                  <a:txBody>
                    <a:bodyPr/>
                    <a:lstStyle/>
                    <a:p>
                      <a:r>
                        <a:rPr lang="id-ID" dirty="0"/>
                        <a:t>Serie A</a:t>
                      </a:r>
                    </a:p>
                  </a:txBody>
                  <a:tcPr/>
                </a:tc>
                <a:extLst>
                  <a:ext uri="{0D108BD9-81ED-4DB2-BD59-A6C34878D82A}">
                    <a16:rowId xmlns:a16="http://schemas.microsoft.com/office/drawing/2014/main" val="1534411607"/>
                  </a:ext>
                </a:extLst>
              </a:tr>
              <a:tr h="370840">
                <a:tc>
                  <a:txBody>
                    <a:bodyPr/>
                    <a:lstStyle/>
                    <a:p>
                      <a:r>
                        <a:rPr lang="en-GB" dirty="0"/>
                        <a:t>7</a:t>
                      </a:r>
                      <a:endParaRPr lang="id-ID" dirty="0"/>
                    </a:p>
                  </a:txBody>
                  <a:tcPr/>
                </a:tc>
                <a:tc>
                  <a:txBody>
                    <a:bodyPr/>
                    <a:lstStyle/>
                    <a:p>
                      <a:r>
                        <a:rPr lang="id-ID" dirty="0" err="1"/>
                        <a:t>Ligue</a:t>
                      </a:r>
                      <a:r>
                        <a:rPr lang="id-ID" dirty="0"/>
                        <a:t> 1</a:t>
                      </a:r>
                    </a:p>
                  </a:txBody>
                  <a:tcPr/>
                </a:tc>
                <a:extLst>
                  <a:ext uri="{0D108BD9-81ED-4DB2-BD59-A6C34878D82A}">
                    <a16:rowId xmlns:a16="http://schemas.microsoft.com/office/drawing/2014/main" val="3106376545"/>
                  </a:ext>
                </a:extLst>
              </a:tr>
              <a:tr h="370840">
                <a:tc>
                  <a:txBody>
                    <a:bodyPr/>
                    <a:lstStyle/>
                    <a:p>
                      <a:r>
                        <a:rPr lang="en-GB" dirty="0"/>
                        <a:t>8</a:t>
                      </a:r>
                      <a:endParaRPr lang="id-ID" dirty="0"/>
                    </a:p>
                  </a:txBody>
                  <a:tcPr/>
                </a:tc>
                <a:tc>
                  <a:txBody>
                    <a:bodyPr/>
                    <a:lstStyle/>
                    <a:p>
                      <a:r>
                        <a:rPr lang="id-ID" dirty="0" err="1"/>
                        <a:t>Copa</a:t>
                      </a:r>
                      <a:r>
                        <a:rPr lang="id-ID" dirty="0"/>
                        <a:t> America</a:t>
                      </a:r>
                    </a:p>
                  </a:txBody>
                  <a:tcPr/>
                </a:tc>
                <a:extLst>
                  <a:ext uri="{0D108BD9-81ED-4DB2-BD59-A6C34878D82A}">
                    <a16:rowId xmlns:a16="http://schemas.microsoft.com/office/drawing/2014/main" val="1565379847"/>
                  </a:ext>
                </a:extLst>
              </a:tr>
              <a:tr h="370840">
                <a:tc>
                  <a:txBody>
                    <a:bodyPr/>
                    <a:lstStyle/>
                    <a:p>
                      <a:r>
                        <a:rPr lang="en-GB" dirty="0"/>
                        <a:t>9</a:t>
                      </a:r>
                      <a:endParaRPr lang="id-ID" dirty="0"/>
                    </a:p>
                  </a:txBody>
                  <a:tcPr/>
                </a:tc>
                <a:tc>
                  <a:txBody>
                    <a:bodyPr/>
                    <a:lstStyle/>
                    <a:p>
                      <a:r>
                        <a:rPr lang="id-ID" dirty="0" err="1"/>
                        <a:t>African</a:t>
                      </a:r>
                      <a:r>
                        <a:rPr lang="id-ID" dirty="0"/>
                        <a:t> Cup </a:t>
                      </a:r>
                      <a:r>
                        <a:rPr lang="id-ID" dirty="0" err="1"/>
                        <a:t>of</a:t>
                      </a:r>
                      <a:r>
                        <a:rPr lang="id-ID" dirty="0"/>
                        <a:t> </a:t>
                      </a:r>
                      <a:r>
                        <a:rPr lang="id-ID" dirty="0" err="1"/>
                        <a:t>Nations</a:t>
                      </a:r>
                      <a:endParaRPr lang="id-ID" dirty="0"/>
                    </a:p>
                  </a:txBody>
                  <a:tcPr/>
                </a:tc>
                <a:extLst>
                  <a:ext uri="{0D108BD9-81ED-4DB2-BD59-A6C34878D82A}">
                    <a16:rowId xmlns:a16="http://schemas.microsoft.com/office/drawing/2014/main" val="696316261"/>
                  </a:ext>
                </a:extLst>
              </a:tr>
              <a:tr h="370840">
                <a:tc>
                  <a:txBody>
                    <a:bodyPr/>
                    <a:lstStyle/>
                    <a:p>
                      <a:r>
                        <a:rPr lang="en-GB" dirty="0"/>
                        <a:t>10</a:t>
                      </a:r>
                      <a:endParaRPr lang="id-ID" dirty="0"/>
                    </a:p>
                  </a:txBody>
                  <a:tcPr/>
                </a:tc>
                <a:tc>
                  <a:txBody>
                    <a:bodyPr/>
                    <a:lstStyle/>
                    <a:p>
                      <a:r>
                        <a:rPr lang="id-ID" dirty="0" err="1"/>
                        <a:t>Eredivisie</a:t>
                      </a:r>
                      <a:endParaRPr lang="id-ID" dirty="0"/>
                    </a:p>
                  </a:txBody>
                  <a:tcPr/>
                </a:tc>
                <a:extLst>
                  <a:ext uri="{0D108BD9-81ED-4DB2-BD59-A6C34878D82A}">
                    <a16:rowId xmlns:a16="http://schemas.microsoft.com/office/drawing/2014/main" val="4196947265"/>
                  </a:ext>
                </a:extLst>
              </a:tr>
            </a:tbl>
          </a:graphicData>
        </a:graphic>
      </p:graphicFrame>
    </p:spTree>
    <p:extLst>
      <p:ext uri="{BB962C8B-B14F-4D97-AF65-F5344CB8AC3E}">
        <p14:creationId xmlns:p14="http://schemas.microsoft.com/office/powerpoint/2010/main" val="402783854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FFC8E6-E7F8-8E99-5BB3-B9CC0C98E07A}"/>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28D70BF3-2614-961E-A590-425E806C793A}"/>
              </a:ext>
            </a:extLst>
          </p:cNvPr>
          <p:cNvSpPr>
            <a:spLocks noGrp="1"/>
          </p:cNvSpPr>
          <p:nvPr>
            <p:ph type="title"/>
          </p:nvPr>
        </p:nvSpPr>
        <p:spPr>
          <a:xfrm>
            <a:off x="1167492" y="381000"/>
            <a:ext cx="9779183" cy="1325563"/>
          </a:xfrm>
        </p:spPr>
        <p:txBody>
          <a:bodyPr rtlCol="0"/>
          <a:lstStyle/>
          <a:p>
            <a:r>
              <a:rPr lang="id-ID" dirty="0" err="1"/>
              <a:t>Preprocessing</a:t>
            </a:r>
            <a:endParaRPr lang="id-ID" dirty="0"/>
          </a:p>
        </p:txBody>
      </p:sp>
      <p:sp>
        <p:nvSpPr>
          <p:cNvPr id="4" name="Tampungan Konten 3">
            <a:extLst>
              <a:ext uri="{FF2B5EF4-FFF2-40B4-BE49-F238E27FC236}">
                <a16:creationId xmlns:a16="http://schemas.microsoft.com/office/drawing/2014/main" id="{E5003549-5B4D-956C-0B07-8551F9509789}"/>
              </a:ext>
            </a:extLst>
          </p:cNvPr>
          <p:cNvSpPr>
            <a:spLocks noGrp="1"/>
          </p:cNvSpPr>
          <p:nvPr>
            <p:ph idx="1"/>
          </p:nvPr>
        </p:nvSpPr>
        <p:spPr>
          <a:xfrm>
            <a:off x="1167493" y="2020529"/>
            <a:ext cx="5675760" cy="3657600"/>
          </a:xfrm>
        </p:spPr>
        <p:txBody>
          <a:bodyPr vert="horz" lIns="91440" tIns="45720" rIns="91440" bIns="45720" rtlCol="0" anchor="t">
            <a:normAutofit fontScale="85000" lnSpcReduction="10000"/>
          </a:bodyPr>
          <a:lstStyle/>
          <a:p>
            <a:pPr marL="342900" indent="-342900">
              <a:buFont typeface="Arial" panose="020B0604020202020204" pitchFamily="34" charset="0"/>
              <a:buChar char="•"/>
            </a:pPr>
            <a:r>
              <a:rPr lang="id-ID" sz="3200" dirty="0"/>
              <a:t>Data mentah kemudian melalui tahap </a:t>
            </a:r>
            <a:r>
              <a:rPr lang="id-ID" sz="3200" dirty="0" err="1"/>
              <a:t>preprocessing</a:t>
            </a:r>
            <a:r>
              <a:rPr lang="id-ID" sz="3200" dirty="0"/>
              <a:t>. Proses ini meliputi </a:t>
            </a:r>
            <a:r>
              <a:rPr lang="id-ID" sz="3200" dirty="0" err="1"/>
              <a:t>filtering</a:t>
            </a:r>
            <a:r>
              <a:rPr lang="id-ID" sz="3200" dirty="0"/>
              <a:t> untuk mengambil 73.844 data tembakan dari permainan terbuka. Analisis data eksploratif (EDA) yang dilakukan pada tahap ini mengonfirmasi adanya hubungan non-linear antara lokasi tembakan dan peluang gol.</a:t>
            </a:r>
          </a:p>
        </p:txBody>
      </p:sp>
      <p:sp>
        <p:nvSpPr>
          <p:cNvPr id="9" name="Tampungan Nomor Slide 8">
            <a:extLst>
              <a:ext uri="{FF2B5EF4-FFF2-40B4-BE49-F238E27FC236}">
                <a16:creationId xmlns:a16="http://schemas.microsoft.com/office/drawing/2014/main" id="{BBB34BB3-A2D5-BD47-AFB9-791F49CDF5D9}"/>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25</a:t>
            </a:fld>
            <a:endParaRPr lang="id-ID"/>
          </a:p>
        </p:txBody>
      </p:sp>
      <p:pic>
        <p:nvPicPr>
          <p:cNvPr id="3" name="Picture 2">
            <a:extLst>
              <a:ext uri="{FF2B5EF4-FFF2-40B4-BE49-F238E27FC236}">
                <a16:creationId xmlns:a16="http://schemas.microsoft.com/office/drawing/2014/main" id="{B2FF6142-6A41-6538-1C47-3776613D0C0F}"/>
              </a:ext>
            </a:extLst>
          </p:cNvPr>
          <p:cNvPicPr>
            <a:picLocks noChangeAspect="1"/>
          </p:cNvPicPr>
          <p:nvPr/>
        </p:nvPicPr>
        <p:blipFill>
          <a:blip r:embed="rId3"/>
          <a:stretch>
            <a:fillRect/>
          </a:stretch>
        </p:blipFill>
        <p:spPr>
          <a:xfrm>
            <a:off x="6970980" y="2816941"/>
            <a:ext cx="4840019" cy="914401"/>
          </a:xfrm>
          <a:prstGeom prst="rect">
            <a:avLst/>
          </a:prstGeom>
        </p:spPr>
      </p:pic>
    </p:spTree>
    <p:extLst>
      <p:ext uri="{BB962C8B-B14F-4D97-AF65-F5344CB8AC3E}">
        <p14:creationId xmlns:p14="http://schemas.microsoft.com/office/powerpoint/2010/main" val="40070397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83AB57-2353-6A5F-C7AE-F147CB3409A0}"/>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BB6CAC7A-D4A1-7DCF-7E2E-AC8E6F6140EB}"/>
              </a:ext>
            </a:extLst>
          </p:cNvPr>
          <p:cNvSpPr>
            <a:spLocks noGrp="1"/>
          </p:cNvSpPr>
          <p:nvPr>
            <p:ph type="title"/>
          </p:nvPr>
        </p:nvSpPr>
        <p:spPr>
          <a:xfrm>
            <a:off x="1167492" y="522807"/>
            <a:ext cx="9779183" cy="1325563"/>
          </a:xfrm>
        </p:spPr>
        <p:txBody>
          <a:bodyPr rtlCol="0"/>
          <a:lstStyle/>
          <a:p>
            <a:pPr rtl="0"/>
            <a:r>
              <a:rPr lang="en-GB" sz="5400" dirty="0"/>
              <a:t>Transformation</a:t>
            </a:r>
            <a:endParaRPr lang="id-ID" sz="5400" dirty="0"/>
          </a:p>
        </p:txBody>
      </p:sp>
      <p:sp>
        <p:nvSpPr>
          <p:cNvPr id="6" name="Tampungan Nomor Slide 5">
            <a:extLst>
              <a:ext uri="{FF2B5EF4-FFF2-40B4-BE49-F238E27FC236}">
                <a16:creationId xmlns:a16="http://schemas.microsoft.com/office/drawing/2014/main" id="{70AA5EB0-2DAA-0BA7-0BC6-9FC0722F51B1}"/>
              </a:ext>
            </a:extLst>
          </p:cNvPr>
          <p:cNvSpPr>
            <a:spLocks noGrp="1"/>
          </p:cNvSpPr>
          <p:nvPr>
            <p:ph type="sldNum" sz="quarter" idx="4"/>
          </p:nvPr>
        </p:nvSpPr>
        <p:spPr/>
        <p:txBody>
          <a:bodyPr rtlCol="0"/>
          <a:lstStyle/>
          <a:p>
            <a:pPr rtl="0"/>
            <a:fld id="{294A09A9-5501-47C1-A89A-A340965A2BE2}" type="slidenum">
              <a:rPr lang="id-ID" smtClean="0"/>
              <a:pPr rtl="0"/>
              <a:t>26</a:t>
            </a:fld>
            <a:endParaRPr lang="id-ID"/>
          </a:p>
        </p:txBody>
      </p:sp>
      <p:sp>
        <p:nvSpPr>
          <p:cNvPr id="8" name="Content Placeholder 7">
            <a:extLst>
              <a:ext uri="{FF2B5EF4-FFF2-40B4-BE49-F238E27FC236}">
                <a16:creationId xmlns:a16="http://schemas.microsoft.com/office/drawing/2014/main" id="{8E740096-F6E8-2107-DCB4-B5BFB5F07C4E}"/>
              </a:ext>
            </a:extLst>
          </p:cNvPr>
          <p:cNvSpPr>
            <a:spLocks noGrp="1"/>
          </p:cNvSpPr>
          <p:nvPr>
            <p:ph idx="1"/>
          </p:nvPr>
        </p:nvSpPr>
        <p:spPr>
          <a:xfrm>
            <a:off x="1202955" y="1780801"/>
            <a:ext cx="9779182" cy="2687637"/>
          </a:xfrm>
        </p:spPr>
        <p:txBody>
          <a:bodyPr/>
          <a:lstStyle/>
          <a:p>
            <a:r>
              <a:rPr lang="id-ID" dirty="0"/>
              <a:t>Pada tahap transformasi, dilakukan rekayasa fitur untuk menciptakan variabel baru yang lebih informatif, seperti jarak tembakan ke gawang (</a:t>
            </a:r>
            <a:r>
              <a:rPr lang="id-ID" dirty="0" err="1"/>
              <a:t>distance_to_goal</a:t>
            </a:r>
            <a:r>
              <a:rPr lang="id-ID" dirty="0"/>
              <a:t>), sudut tembak (</a:t>
            </a:r>
            <a:r>
              <a:rPr lang="id-ID" dirty="0" err="1"/>
              <a:t>angle_to_goal</a:t>
            </a:r>
            <a:r>
              <a:rPr lang="id-ID" dirty="0"/>
              <a:t>), dan jenis kejadian sebelum tembakan (</a:t>
            </a:r>
            <a:r>
              <a:rPr lang="id-ID" dirty="0" err="1"/>
              <a:t>type_before</a:t>
            </a:r>
            <a:r>
              <a:rPr lang="id-ID" dirty="0"/>
              <a:t>). </a:t>
            </a:r>
            <a:r>
              <a:rPr lang="id-ID" dirty="0" err="1"/>
              <a:t>Dataset</a:t>
            </a:r>
            <a:r>
              <a:rPr lang="id-ID" dirty="0"/>
              <a:t> akhir kemudian dibagi menjadi 90% data latih dan 10% data uji.</a:t>
            </a:r>
          </a:p>
        </p:txBody>
      </p:sp>
      <p:pic>
        <p:nvPicPr>
          <p:cNvPr id="10" name="Picture 9">
            <a:extLst>
              <a:ext uri="{FF2B5EF4-FFF2-40B4-BE49-F238E27FC236}">
                <a16:creationId xmlns:a16="http://schemas.microsoft.com/office/drawing/2014/main" id="{4C2A3E13-FFE9-2FBA-A537-9B008745847F}"/>
              </a:ext>
            </a:extLst>
          </p:cNvPr>
          <p:cNvPicPr>
            <a:picLocks noChangeAspect="1"/>
          </p:cNvPicPr>
          <p:nvPr/>
        </p:nvPicPr>
        <p:blipFill>
          <a:blip r:embed="rId3"/>
          <a:stretch>
            <a:fillRect/>
          </a:stretch>
        </p:blipFill>
        <p:spPr>
          <a:xfrm>
            <a:off x="1336316" y="4247487"/>
            <a:ext cx="1731349" cy="2410747"/>
          </a:xfrm>
          <a:prstGeom prst="rect">
            <a:avLst/>
          </a:prstGeom>
        </p:spPr>
      </p:pic>
      <p:pic>
        <p:nvPicPr>
          <p:cNvPr id="11" name="Picture 10">
            <a:extLst>
              <a:ext uri="{FF2B5EF4-FFF2-40B4-BE49-F238E27FC236}">
                <a16:creationId xmlns:a16="http://schemas.microsoft.com/office/drawing/2014/main" id="{EE9D0727-291D-E94D-85FA-6329863E3276}"/>
              </a:ext>
            </a:extLst>
          </p:cNvPr>
          <p:cNvPicPr>
            <a:picLocks noChangeAspect="1"/>
          </p:cNvPicPr>
          <p:nvPr/>
        </p:nvPicPr>
        <p:blipFill rotWithShape="1">
          <a:blip r:embed="rId4">
            <a:extLst>
              <a:ext uri="{28A0092B-C50C-407E-A947-70E740481C1C}">
                <a14:useLocalDpi xmlns:a14="http://schemas.microsoft.com/office/drawing/2010/main" val="0"/>
              </a:ext>
            </a:extLst>
          </a:blip>
          <a:srcRect l="43635" t="17786" r="24000" b="21018"/>
          <a:stretch>
            <a:fillRect/>
          </a:stretch>
        </p:blipFill>
        <p:spPr bwMode="auto">
          <a:xfrm>
            <a:off x="3499658" y="4247488"/>
            <a:ext cx="1657723" cy="2391444"/>
          </a:xfrm>
          <a:prstGeom prst="rect">
            <a:avLst/>
          </a:prstGeom>
          <a:noFill/>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234695597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79A8EC-DA5A-B5F7-AC4F-15566A9F9BA8}"/>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119A1BD0-04CF-893D-7999-9A26BDBDD997}"/>
              </a:ext>
            </a:extLst>
          </p:cNvPr>
          <p:cNvSpPr>
            <a:spLocks noGrp="1"/>
          </p:cNvSpPr>
          <p:nvPr>
            <p:ph type="title"/>
          </p:nvPr>
        </p:nvSpPr>
        <p:spPr>
          <a:xfrm>
            <a:off x="824174" y="376750"/>
            <a:ext cx="10678142" cy="1325563"/>
          </a:xfrm>
        </p:spPr>
        <p:txBody>
          <a:bodyPr rtlCol="0"/>
          <a:lstStyle/>
          <a:p>
            <a:r>
              <a:rPr lang="id-ID" dirty="0"/>
              <a:t>Data Mining</a:t>
            </a:r>
          </a:p>
        </p:txBody>
      </p:sp>
      <p:sp>
        <p:nvSpPr>
          <p:cNvPr id="3" name="Tampungan Tanggal 2">
            <a:extLst>
              <a:ext uri="{FF2B5EF4-FFF2-40B4-BE49-F238E27FC236}">
                <a16:creationId xmlns:a16="http://schemas.microsoft.com/office/drawing/2014/main" id="{7C210DFE-C317-47FB-9704-A3ED269F3C25}"/>
              </a:ext>
            </a:extLst>
          </p:cNvPr>
          <p:cNvSpPr>
            <a:spLocks noGrp="1"/>
          </p:cNvSpPr>
          <p:nvPr>
            <p:ph type="dt" sz="half" idx="25"/>
          </p:nvPr>
        </p:nvSpPr>
        <p:spPr>
          <a:xfrm>
            <a:off x="381000" y="6356350"/>
            <a:ext cx="2743200" cy="365125"/>
          </a:xfrm>
        </p:spPr>
        <p:txBody>
          <a:bodyPr rtlCol="0"/>
          <a:lstStyle/>
          <a:p>
            <a:pPr rtl="0"/>
            <a:fld id="{423EE75F-42B8-4E1A-83C6-1B72B3C0E408}" type="datetime1">
              <a:rPr lang="id-ID" smtClean="0"/>
              <a:t>14/10/2025</a:t>
            </a:fld>
            <a:endParaRPr lang="id-ID"/>
          </a:p>
        </p:txBody>
      </p:sp>
      <p:sp>
        <p:nvSpPr>
          <p:cNvPr id="5" name="Tampungan Nomor Slide 4">
            <a:extLst>
              <a:ext uri="{FF2B5EF4-FFF2-40B4-BE49-F238E27FC236}">
                <a16:creationId xmlns:a16="http://schemas.microsoft.com/office/drawing/2014/main" id="{7D3E9E9B-EA43-631A-89C3-7FCD821CC81E}"/>
              </a:ext>
            </a:extLst>
          </p:cNvPr>
          <p:cNvSpPr>
            <a:spLocks noGrp="1"/>
          </p:cNvSpPr>
          <p:nvPr>
            <p:ph type="sldNum" sz="quarter" idx="27"/>
          </p:nvPr>
        </p:nvSpPr>
        <p:spPr>
          <a:xfrm>
            <a:off x="9067800" y="6356350"/>
            <a:ext cx="2743200" cy="365125"/>
          </a:xfrm>
        </p:spPr>
        <p:txBody>
          <a:bodyPr rtlCol="0"/>
          <a:lstStyle/>
          <a:p>
            <a:pPr rtl="0"/>
            <a:fld id="{294A09A9-5501-47C1-A89A-A340965A2BE2}" type="slidenum">
              <a:rPr lang="id-ID" smtClean="0"/>
              <a:pPr rtl="0"/>
              <a:t>27</a:t>
            </a:fld>
            <a:endParaRPr lang="id-ID"/>
          </a:p>
        </p:txBody>
      </p:sp>
      <p:sp>
        <p:nvSpPr>
          <p:cNvPr id="78" name="Content Placeholder 7">
            <a:extLst>
              <a:ext uri="{FF2B5EF4-FFF2-40B4-BE49-F238E27FC236}">
                <a16:creationId xmlns:a16="http://schemas.microsoft.com/office/drawing/2014/main" id="{C699F3B8-B598-FB65-4137-EE669993D8CB}"/>
              </a:ext>
            </a:extLst>
          </p:cNvPr>
          <p:cNvSpPr txBox="1">
            <a:spLocks/>
          </p:cNvSpPr>
          <p:nvPr/>
        </p:nvSpPr>
        <p:spPr>
          <a:xfrm>
            <a:off x="750430" y="1706563"/>
            <a:ext cx="4485247" cy="3529114"/>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id-ID" sz="2400" dirty="0"/>
              <a:t>Tahap </a:t>
            </a:r>
            <a:r>
              <a:rPr lang="en-GB" sz="2400" dirty="0"/>
              <a:t>data mining</a:t>
            </a:r>
            <a:r>
              <a:rPr lang="id-ID" sz="2400" dirty="0"/>
              <a:t> </a:t>
            </a:r>
            <a:r>
              <a:rPr lang="en-GB" sz="2400" dirty="0" err="1"/>
              <a:t>yaitu</a:t>
            </a:r>
            <a:r>
              <a:rPr lang="id-ID" sz="2400" dirty="0"/>
              <a:t> pemodelan menggunakan </a:t>
            </a:r>
            <a:r>
              <a:rPr lang="id-ID" sz="2400" dirty="0" err="1"/>
              <a:t>LightGBM</a:t>
            </a:r>
            <a:r>
              <a:rPr lang="id-ID" sz="2400" dirty="0"/>
              <a:t>. Model dioptimalkan melalui proses </a:t>
            </a:r>
            <a:r>
              <a:rPr lang="id-ID" sz="2400" i="1" dirty="0" err="1"/>
              <a:t>hyperparameter</a:t>
            </a:r>
            <a:r>
              <a:rPr lang="id-ID" sz="2400" i="1" dirty="0"/>
              <a:t> </a:t>
            </a:r>
            <a:r>
              <a:rPr lang="id-ID" sz="2400" i="1" dirty="0" err="1"/>
              <a:t>tuning</a:t>
            </a:r>
            <a:r>
              <a:rPr lang="id-ID" sz="2400" dirty="0"/>
              <a:t> untuk menemukan konfigurasi terbaik. Selanjutnya, dilakukan kalibrasi probabilitas menggunakan regresi isotonik untuk memastikan nilai </a:t>
            </a:r>
            <a:r>
              <a:rPr lang="id-ID" sz="2400" dirty="0" err="1"/>
              <a:t>xG</a:t>
            </a:r>
            <a:r>
              <a:rPr lang="id-ID" sz="2400" dirty="0"/>
              <a:t> yang dihasilkan akurat dan sesuai dengan realitas.</a:t>
            </a:r>
          </a:p>
        </p:txBody>
      </p:sp>
      <p:graphicFrame>
        <p:nvGraphicFramePr>
          <p:cNvPr id="6" name="Table 5">
            <a:extLst>
              <a:ext uri="{FF2B5EF4-FFF2-40B4-BE49-F238E27FC236}">
                <a16:creationId xmlns:a16="http://schemas.microsoft.com/office/drawing/2014/main" id="{35C2F56B-3E95-7D59-7215-3B0A408FA127}"/>
              </a:ext>
            </a:extLst>
          </p:cNvPr>
          <p:cNvGraphicFramePr>
            <a:graphicFrameLocks noGrp="1"/>
          </p:cNvGraphicFramePr>
          <p:nvPr>
            <p:extLst>
              <p:ext uri="{D42A27DB-BD31-4B8C-83A1-F6EECF244321}">
                <p14:modId xmlns:p14="http://schemas.microsoft.com/office/powerpoint/2010/main" val="3959765133"/>
              </p:ext>
            </p:extLst>
          </p:nvPr>
        </p:nvGraphicFramePr>
        <p:xfrm>
          <a:off x="5787314" y="382252"/>
          <a:ext cx="5715001" cy="2440734"/>
        </p:xfrm>
        <a:graphic>
          <a:graphicData uri="http://schemas.openxmlformats.org/drawingml/2006/table">
            <a:tbl>
              <a:tblPr firstRow="1" firstCol="1" bandRow="1">
                <a:tableStyleId>{5C22544A-7EE6-4342-B048-85BDC9FD1C3A}</a:tableStyleId>
              </a:tblPr>
              <a:tblGrid>
                <a:gridCol w="2340078">
                  <a:extLst>
                    <a:ext uri="{9D8B030D-6E8A-4147-A177-3AD203B41FA5}">
                      <a16:colId xmlns:a16="http://schemas.microsoft.com/office/drawing/2014/main" val="2656392974"/>
                    </a:ext>
                  </a:extLst>
                </a:gridCol>
                <a:gridCol w="3374923">
                  <a:extLst>
                    <a:ext uri="{9D8B030D-6E8A-4147-A177-3AD203B41FA5}">
                      <a16:colId xmlns:a16="http://schemas.microsoft.com/office/drawing/2014/main" val="1213556386"/>
                    </a:ext>
                  </a:extLst>
                </a:gridCol>
              </a:tblGrid>
              <a:tr h="406789">
                <a:tc>
                  <a:txBody>
                    <a:bodyPr/>
                    <a:lstStyle/>
                    <a:p>
                      <a:pPr algn="l">
                        <a:lnSpc>
                          <a:spcPct val="115000"/>
                        </a:lnSpc>
                        <a:buNone/>
                      </a:pPr>
                      <a:r>
                        <a:rPr lang="id-ID" sz="1600" kern="0">
                          <a:effectLst/>
                        </a:rPr>
                        <a:t>Nama Hyperparameter</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15000"/>
                        </a:lnSpc>
                        <a:buNone/>
                      </a:pPr>
                      <a:r>
                        <a:rPr lang="id-ID" sz="1600" kern="0" dirty="0">
                          <a:effectLst/>
                        </a:rPr>
                        <a:t>Nilai yang Diuji</a:t>
                      </a:r>
                      <a:endParaRPr lang="id-ID" sz="24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3588265982"/>
                  </a:ext>
                </a:extLst>
              </a:tr>
              <a:tr h="406789">
                <a:tc>
                  <a:txBody>
                    <a:bodyPr/>
                    <a:lstStyle/>
                    <a:p>
                      <a:pPr algn="l">
                        <a:lnSpc>
                          <a:spcPct val="115000"/>
                        </a:lnSpc>
                        <a:buNone/>
                      </a:pPr>
                      <a:r>
                        <a:rPr lang="id-ID" sz="1600" kern="0" dirty="0" err="1">
                          <a:effectLst/>
                        </a:rPr>
                        <a:t>min_child_samples</a:t>
                      </a:r>
                      <a:endParaRPr lang="id-ID" sz="24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15000"/>
                        </a:lnSpc>
                        <a:buNone/>
                      </a:pPr>
                      <a:r>
                        <a:rPr lang="id-ID" sz="1600" kern="0">
                          <a:effectLst/>
                        </a:rPr>
                        <a:t>Distribusi integer acak dari 0-200</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116104125"/>
                  </a:ext>
                </a:extLst>
              </a:tr>
              <a:tr h="406789">
                <a:tc>
                  <a:txBody>
                    <a:bodyPr/>
                    <a:lstStyle/>
                    <a:p>
                      <a:pPr algn="l">
                        <a:lnSpc>
                          <a:spcPct val="115000"/>
                        </a:lnSpc>
                        <a:buNone/>
                      </a:pPr>
                      <a:r>
                        <a:rPr lang="id-ID" sz="1600" kern="0">
                          <a:effectLst/>
                        </a:rPr>
                        <a:t>num_leaves</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15000"/>
                        </a:lnSpc>
                        <a:buNone/>
                      </a:pPr>
                      <a:r>
                        <a:rPr lang="id-ID" sz="1600" kern="0" dirty="0">
                          <a:effectLst/>
                        </a:rPr>
                        <a:t>Distribusi integer acak dari 2-500</a:t>
                      </a:r>
                      <a:endParaRPr lang="id-ID" sz="24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3877251401"/>
                  </a:ext>
                </a:extLst>
              </a:tr>
              <a:tr h="406789">
                <a:tc>
                  <a:txBody>
                    <a:bodyPr/>
                    <a:lstStyle/>
                    <a:p>
                      <a:pPr algn="l">
                        <a:lnSpc>
                          <a:spcPct val="115000"/>
                        </a:lnSpc>
                        <a:buNone/>
                      </a:pPr>
                      <a:r>
                        <a:rPr lang="id-ID" sz="1600" kern="0">
                          <a:effectLst/>
                        </a:rPr>
                        <a:t>reg_lambda</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15000"/>
                        </a:lnSpc>
                        <a:buNone/>
                      </a:pPr>
                      <a:r>
                        <a:rPr lang="id-ID" sz="1600" kern="0">
                          <a:effectLst/>
                        </a:rPr>
                        <a:t>Distribusi uniform acak dari 0-1</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299080159"/>
                  </a:ext>
                </a:extLst>
              </a:tr>
              <a:tr h="406789">
                <a:tc>
                  <a:txBody>
                    <a:bodyPr/>
                    <a:lstStyle/>
                    <a:p>
                      <a:pPr algn="l">
                        <a:lnSpc>
                          <a:spcPct val="115000"/>
                        </a:lnSpc>
                        <a:buNone/>
                      </a:pPr>
                      <a:r>
                        <a:rPr lang="id-ID" sz="1600" kern="0">
                          <a:effectLst/>
                        </a:rPr>
                        <a:t>reg_alpha</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15000"/>
                        </a:lnSpc>
                        <a:buNone/>
                      </a:pPr>
                      <a:r>
                        <a:rPr lang="id-ID" sz="1600" kern="0" dirty="0">
                          <a:effectLst/>
                        </a:rPr>
                        <a:t>Distribusi uniform acak dari 0-1</a:t>
                      </a:r>
                      <a:endParaRPr lang="id-ID" sz="24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4164721062"/>
                  </a:ext>
                </a:extLst>
              </a:tr>
              <a:tr h="406789">
                <a:tc>
                  <a:txBody>
                    <a:bodyPr/>
                    <a:lstStyle/>
                    <a:p>
                      <a:pPr algn="l">
                        <a:lnSpc>
                          <a:spcPct val="115000"/>
                        </a:lnSpc>
                        <a:buNone/>
                      </a:pPr>
                      <a:r>
                        <a:rPr lang="id-ID" sz="1600" kern="0">
                          <a:effectLst/>
                        </a:rPr>
                        <a:t>max_depth</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15000"/>
                        </a:lnSpc>
                        <a:buNone/>
                      </a:pPr>
                      <a:r>
                        <a:rPr lang="id-ID" sz="1600" kern="0" dirty="0">
                          <a:effectLst/>
                        </a:rPr>
                        <a:t>Distribusi integer acak dari 0-500</a:t>
                      </a:r>
                      <a:endParaRPr lang="id-ID" sz="24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905021421"/>
                  </a:ext>
                </a:extLst>
              </a:tr>
            </a:tbl>
          </a:graphicData>
        </a:graphic>
      </p:graphicFrame>
      <p:pic>
        <p:nvPicPr>
          <p:cNvPr id="7" name="Picture 6">
            <a:extLst>
              <a:ext uri="{FF2B5EF4-FFF2-40B4-BE49-F238E27FC236}">
                <a16:creationId xmlns:a16="http://schemas.microsoft.com/office/drawing/2014/main" id="{B7DC3513-E309-271B-9840-59BF7798EE91}"/>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87314" y="2822986"/>
            <a:ext cx="5715001" cy="3991326"/>
          </a:xfrm>
          <a:prstGeom prst="rect">
            <a:avLst/>
          </a:prstGeom>
          <a:noFill/>
          <a:ln>
            <a:noFill/>
          </a:ln>
        </p:spPr>
      </p:pic>
    </p:spTree>
    <p:extLst>
      <p:ext uri="{BB962C8B-B14F-4D97-AF65-F5344CB8AC3E}">
        <p14:creationId xmlns:p14="http://schemas.microsoft.com/office/powerpoint/2010/main" val="245265487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2B674F-E559-4B4C-98BC-3B6E95AEB56E}"/>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8F08466F-8D58-2F31-5852-1F14F0A6731B}"/>
              </a:ext>
            </a:extLst>
          </p:cNvPr>
          <p:cNvSpPr>
            <a:spLocks noGrp="1"/>
          </p:cNvSpPr>
          <p:nvPr>
            <p:ph type="title"/>
          </p:nvPr>
        </p:nvSpPr>
        <p:spPr>
          <a:xfrm>
            <a:off x="1167492" y="381000"/>
            <a:ext cx="9779183" cy="1325563"/>
          </a:xfrm>
        </p:spPr>
        <p:txBody>
          <a:bodyPr rtlCol="0"/>
          <a:lstStyle/>
          <a:p>
            <a:r>
              <a:rPr lang="id-ID" dirty="0" err="1"/>
              <a:t>Evaluation</a:t>
            </a:r>
            <a:endParaRPr lang="id-ID" dirty="0"/>
          </a:p>
        </p:txBody>
      </p:sp>
      <p:sp>
        <p:nvSpPr>
          <p:cNvPr id="4" name="Tampungan Konten 3">
            <a:extLst>
              <a:ext uri="{FF2B5EF4-FFF2-40B4-BE49-F238E27FC236}">
                <a16:creationId xmlns:a16="http://schemas.microsoft.com/office/drawing/2014/main" id="{84F674F8-2A83-F0DB-1F2B-006305251561}"/>
              </a:ext>
            </a:extLst>
          </p:cNvPr>
          <p:cNvSpPr>
            <a:spLocks noGrp="1"/>
          </p:cNvSpPr>
          <p:nvPr>
            <p:ph idx="1"/>
          </p:nvPr>
        </p:nvSpPr>
        <p:spPr>
          <a:xfrm>
            <a:off x="1167493" y="2020527"/>
            <a:ext cx="4928507" cy="4456473"/>
          </a:xfrm>
        </p:spPr>
        <p:txBody>
          <a:bodyPr vert="horz" lIns="91440" tIns="45720" rIns="91440" bIns="45720" rtlCol="0" anchor="t">
            <a:normAutofit fontScale="92500" lnSpcReduction="10000"/>
          </a:bodyPr>
          <a:lstStyle/>
          <a:p>
            <a:pPr algn="just"/>
            <a:r>
              <a:rPr lang="id-ID" sz="3200" dirty="0"/>
              <a:t>Evaluasi pada data uji menunjukkan kinerja model yang sangat unggul, dengan skor ROC AUC sebesar 0.9209 dan </a:t>
            </a:r>
            <a:r>
              <a:rPr lang="id-ID" sz="3200" dirty="0" err="1"/>
              <a:t>Brier</a:t>
            </a:r>
            <a:r>
              <a:rPr lang="id-ID" sz="3200" dirty="0"/>
              <a:t> </a:t>
            </a:r>
            <a:r>
              <a:rPr lang="id-ID" sz="3200" dirty="0" err="1"/>
              <a:t>Score</a:t>
            </a:r>
            <a:r>
              <a:rPr lang="id-ID" sz="3200" dirty="0"/>
              <a:t> 0.0621. Dari segi efisiensi, </a:t>
            </a:r>
            <a:r>
              <a:rPr lang="id-ID" sz="3200" dirty="0" err="1"/>
              <a:t>LightGBM</a:t>
            </a:r>
            <a:r>
              <a:rPr lang="id-ID" sz="3200" dirty="0"/>
              <a:t> juga terbukti 2 hingga 3 kali lebih cepat dibandingkan algoritma pembanding populer lainnya.</a:t>
            </a:r>
          </a:p>
        </p:txBody>
      </p:sp>
      <p:sp>
        <p:nvSpPr>
          <p:cNvPr id="9" name="Tampungan Nomor Slide 8">
            <a:extLst>
              <a:ext uri="{FF2B5EF4-FFF2-40B4-BE49-F238E27FC236}">
                <a16:creationId xmlns:a16="http://schemas.microsoft.com/office/drawing/2014/main" id="{D9CC619F-BBE9-633C-1B6D-CB85F9D40021}"/>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28</a:t>
            </a:fld>
            <a:endParaRPr lang="id-ID"/>
          </a:p>
        </p:txBody>
      </p:sp>
      <p:graphicFrame>
        <p:nvGraphicFramePr>
          <p:cNvPr id="5" name="Table 4">
            <a:extLst>
              <a:ext uri="{FF2B5EF4-FFF2-40B4-BE49-F238E27FC236}">
                <a16:creationId xmlns:a16="http://schemas.microsoft.com/office/drawing/2014/main" id="{9E2D2BE7-6C69-FD81-FDC5-DE365C667D9F}"/>
              </a:ext>
            </a:extLst>
          </p:cNvPr>
          <p:cNvGraphicFramePr>
            <a:graphicFrameLocks noGrp="1"/>
          </p:cNvGraphicFramePr>
          <p:nvPr>
            <p:extLst>
              <p:ext uri="{D42A27DB-BD31-4B8C-83A1-F6EECF244321}">
                <p14:modId xmlns:p14="http://schemas.microsoft.com/office/powerpoint/2010/main" val="1414107244"/>
              </p:ext>
            </p:extLst>
          </p:nvPr>
        </p:nvGraphicFramePr>
        <p:xfrm>
          <a:off x="6266299" y="2020527"/>
          <a:ext cx="2035362" cy="3799840"/>
        </p:xfrm>
        <a:graphic>
          <a:graphicData uri="http://schemas.openxmlformats.org/drawingml/2006/table">
            <a:tbl>
              <a:tblPr firstRow="1" bandRow="1">
                <a:tableStyleId>{5C22544A-7EE6-4342-B048-85BDC9FD1C3A}</a:tableStyleId>
              </a:tblPr>
              <a:tblGrid>
                <a:gridCol w="930914">
                  <a:extLst>
                    <a:ext uri="{9D8B030D-6E8A-4147-A177-3AD203B41FA5}">
                      <a16:colId xmlns:a16="http://schemas.microsoft.com/office/drawing/2014/main" val="1357595272"/>
                    </a:ext>
                  </a:extLst>
                </a:gridCol>
                <a:gridCol w="1104448">
                  <a:extLst>
                    <a:ext uri="{9D8B030D-6E8A-4147-A177-3AD203B41FA5}">
                      <a16:colId xmlns:a16="http://schemas.microsoft.com/office/drawing/2014/main" val="97465550"/>
                    </a:ext>
                  </a:extLst>
                </a:gridCol>
              </a:tblGrid>
              <a:tr h="370840">
                <a:tc>
                  <a:txBody>
                    <a:bodyPr/>
                    <a:lstStyle/>
                    <a:p>
                      <a:r>
                        <a:rPr lang="en-GB" sz="1600" dirty="0" err="1"/>
                        <a:t>Metrik</a:t>
                      </a:r>
                      <a:endParaRPr lang="id-ID" sz="1600" dirty="0"/>
                    </a:p>
                  </a:txBody>
                  <a:tcPr/>
                </a:tc>
                <a:tc>
                  <a:txBody>
                    <a:bodyPr/>
                    <a:lstStyle/>
                    <a:p>
                      <a:r>
                        <a:rPr lang="en-GB" sz="1600" dirty="0"/>
                        <a:t>Nilai</a:t>
                      </a:r>
                      <a:endParaRPr lang="id-ID" sz="1600" dirty="0"/>
                    </a:p>
                  </a:txBody>
                  <a:tcPr/>
                </a:tc>
                <a:extLst>
                  <a:ext uri="{0D108BD9-81ED-4DB2-BD59-A6C34878D82A}">
                    <a16:rowId xmlns:a16="http://schemas.microsoft.com/office/drawing/2014/main" val="3220878361"/>
                  </a:ext>
                </a:extLst>
              </a:tr>
              <a:tr h="370840">
                <a:tc>
                  <a:txBody>
                    <a:bodyPr/>
                    <a:lstStyle/>
                    <a:p>
                      <a:r>
                        <a:rPr lang="id-ID" sz="1600" dirty="0" err="1"/>
                        <a:t>Brier</a:t>
                      </a:r>
                      <a:r>
                        <a:rPr lang="id-ID" sz="1600" dirty="0"/>
                        <a:t> </a:t>
                      </a:r>
                      <a:r>
                        <a:rPr lang="id-ID" sz="1600" dirty="0" err="1"/>
                        <a:t>Score</a:t>
                      </a:r>
                      <a:endParaRPr lang="id-ID" sz="1600" dirty="0"/>
                    </a:p>
                  </a:txBody>
                  <a:tcPr/>
                </a:tc>
                <a:tc>
                  <a:txBody>
                    <a:bodyPr/>
                    <a:lstStyle/>
                    <a:p>
                      <a:r>
                        <a:rPr lang="id-ID" sz="1600" dirty="0"/>
                        <a:t>0,0621</a:t>
                      </a:r>
                    </a:p>
                  </a:txBody>
                  <a:tcPr/>
                </a:tc>
                <a:extLst>
                  <a:ext uri="{0D108BD9-81ED-4DB2-BD59-A6C34878D82A}">
                    <a16:rowId xmlns:a16="http://schemas.microsoft.com/office/drawing/2014/main" val="1895779075"/>
                  </a:ext>
                </a:extLst>
              </a:tr>
              <a:tr h="370840">
                <a:tc>
                  <a:txBody>
                    <a:bodyPr/>
                    <a:lstStyle/>
                    <a:p>
                      <a:r>
                        <a:rPr lang="id-ID" sz="1600" dirty="0"/>
                        <a:t>ROC AUC</a:t>
                      </a:r>
                    </a:p>
                  </a:txBody>
                  <a:tcPr/>
                </a:tc>
                <a:tc>
                  <a:txBody>
                    <a:bodyPr/>
                    <a:lstStyle/>
                    <a:p>
                      <a:r>
                        <a:rPr lang="id-ID" sz="1600" dirty="0"/>
                        <a:t>0,9209</a:t>
                      </a:r>
                    </a:p>
                  </a:txBody>
                  <a:tcPr/>
                </a:tc>
                <a:extLst>
                  <a:ext uri="{0D108BD9-81ED-4DB2-BD59-A6C34878D82A}">
                    <a16:rowId xmlns:a16="http://schemas.microsoft.com/office/drawing/2014/main" val="2668786645"/>
                  </a:ext>
                </a:extLst>
              </a:tr>
              <a:tr h="370840">
                <a:tc>
                  <a:txBody>
                    <a:bodyPr/>
                    <a:lstStyle/>
                    <a:p>
                      <a:r>
                        <a:rPr lang="id-ID" sz="1600" dirty="0"/>
                        <a:t>Akurasi</a:t>
                      </a:r>
                    </a:p>
                  </a:txBody>
                  <a:tcPr/>
                </a:tc>
                <a:tc>
                  <a:txBody>
                    <a:bodyPr/>
                    <a:lstStyle/>
                    <a:p>
                      <a:r>
                        <a:rPr lang="id-ID" sz="1600" dirty="0"/>
                        <a:t>0,9113</a:t>
                      </a:r>
                    </a:p>
                  </a:txBody>
                  <a:tcPr/>
                </a:tc>
                <a:extLst>
                  <a:ext uri="{0D108BD9-81ED-4DB2-BD59-A6C34878D82A}">
                    <a16:rowId xmlns:a16="http://schemas.microsoft.com/office/drawing/2014/main" val="3232365319"/>
                  </a:ext>
                </a:extLst>
              </a:tr>
              <a:tr h="370840">
                <a:tc>
                  <a:txBody>
                    <a:bodyPr/>
                    <a:lstStyle/>
                    <a:p>
                      <a:r>
                        <a:rPr lang="id-ID" sz="1600" dirty="0"/>
                        <a:t>Presisi</a:t>
                      </a:r>
                    </a:p>
                  </a:txBody>
                  <a:tcPr/>
                </a:tc>
                <a:tc>
                  <a:txBody>
                    <a:bodyPr/>
                    <a:lstStyle/>
                    <a:p>
                      <a:r>
                        <a:rPr lang="id-ID" sz="1600" dirty="0"/>
                        <a:t>0,8996</a:t>
                      </a:r>
                    </a:p>
                  </a:txBody>
                  <a:tcPr/>
                </a:tc>
                <a:extLst>
                  <a:ext uri="{0D108BD9-81ED-4DB2-BD59-A6C34878D82A}">
                    <a16:rowId xmlns:a16="http://schemas.microsoft.com/office/drawing/2014/main" val="351837608"/>
                  </a:ext>
                </a:extLst>
              </a:tr>
              <a:tr h="370840">
                <a:tc>
                  <a:txBody>
                    <a:bodyPr/>
                    <a:lstStyle/>
                    <a:p>
                      <a:r>
                        <a:rPr lang="id-ID" sz="1600" dirty="0" err="1"/>
                        <a:t>Recall</a:t>
                      </a:r>
                      <a:endParaRPr lang="id-ID" sz="1600" dirty="0"/>
                    </a:p>
                  </a:txBody>
                  <a:tcPr/>
                </a:tc>
                <a:tc>
                  <a:txBody>
                    <a:bodyPr/>
                    <a:lstStyle/>
                    <a:p>
                      <a:r>
                        <a:rPr lang="id-ID" sz="1600" dirty="0"/>
                        <a:t>0,9113</a:t>
                      </a:r>
                    </a:p>
                  </a:txBody>
                  <a:tcPr/>
                </a:tc>
                <a:extLst>
                  <a:ext uri="{0D108BD9-81ED-4DB2-BD59-A6C34878D82A}">
                    <a16:rowId xmlns:a16="http://schemas.microsoft.com/office/drawing/2014/main" val="723408899"/>
                  </a:ext>
                </a:extLst>
              </a:tr>
              <a:tr h="370840">
                <a:tc>
                  <a:txBody>
                    <a:bodyPr/>
                    <a:lstStyle/>
                    <a:p>
                      <a:r>
                        <a:rPr lang="id-ID" sz="1600" dirty="0"/>
                        <a:t>F1-Score</a:t>
                      </a:r>
                    </a:p>
                  </a:txBody>
                  <a:tcPr/>
                </a:tc>
                <a:tc>
                  <a:txBody>
                    <a:bodyPr/>
                    <a:lstStyle/>
                    <a:p>
                      <a:r>
                        <a:rPr lang="id-ID" sz="1600" dirty="0"/>
                        <a:t>0,9010</a:t>
                      </a:r>
                    </a:p>
                  </a:txBody>
                  <a:tcPr/>
                </a:tc>
                <a:extLst>
                  <a:ext uri="{0D108BD9-81ED-4DB2-BD59-A6C34878D82A}">
                    <a16:rowId xmlns:a16="http://schemas.microsoft.com/office/drawing/2014/main" val="1264322915"/>
                  </a:ext>
                </a:extLst>
              </a:tr>
              <a:tr h="370840">
                <a:tc>
                  <a:txBody>
                    <a:bodyPr/>
                    <a:lstStyle/>
                    <a:p>
                      <a:r>
                        <a:rPr lang="id-ID" sz="1600" dirty="0"/>
                        <a:t>Log-</a:t>
                      </a:r>
                      <a:r>
                        <a:rPr lang="id-ID" sz="1600" dirty="0" err="1"/>
                        <a:t>Loss</a:t>
                      </a:r>
                      <a:endParaRPr lang="id-ID" sz="1600" dirty="0"/>
                    </a:p>
                  </a:txBody>
                  <a:tcPr/>
                </a:tc>
                <a:tc>
                  <a:txBody>
                    <a:bodyPr/>
                    <a:lstStyle/>
                    <a:p>
                      <a:r>
                        <a:rPr lang="id-ID" sz="1600" dirty="0"/>
                        <a:t>0,21</a:t>
                      </a:r>
                    </a:p>
                  </a:txBody>
                  <a:tcPr/>
                </a:tc>
                <a:extLst>
                  <a:ext uri="{0D108BD9-81ED-4DB2-BD59-A6C34878D82A}">
                    <a16:rowId xmlns:a16="http://schemas.microsoft.com/office/drawing/2014/main" val="2649130862"/>
                  </a:ext>
                </a:extLst>
              </a:tr>
            </a:tbl>
          </a:graphicData>
        </a:graphic>
      </p:graphicFrame>
      <p:graphicFrame>
        <p:nvGraphicFramePr>
          <p:cNvPr id="6" name="Table 5">
            <a:extLst>
              <a:ext uri="{FF2B5EF4-FFF2-40B4-BE49-F238E27FC236}">
                <a16:creationId xmlns:a16="http://schemas.microsoft.com/office/drawing/2014/main" id="{E1005DE8-465D-4690-D622-90BCF120B5D9}"/>
              </a:ext>
            </a:extLst>
          </p:cNvPr>
          <p:cNvGraphicFramePr>
            <a:graphicFrameLocks noGrp="1"/>
          </p:cNvGraphicFramePr>
          <p:nvPr>
            <p:extLst>
              <p:ext uri="{D42A27DB-BD31-4B8C-83A1-F6EECF244321}">
                <p14:modId xmlns:p14="http://schemas.microsoft.com/office/powerpoint/2010/main" val="1487418178"/>
              </p:ext>
            </p:extLst>
          </p:nvPr>
        </p:nvGraphicFramePr>
        <p:xfrm>
          <a:off x="8422244" y="2020527"/>
          <a:ext cx="2771782" cy="2645410"/>
        </p:xfrm>
        <a:graphic>
          <a:graphicData uri="http://schemas.openxmlformats.org/drawingml/2006/table">
            <a:tbl>
              <a:tblPr firstRow="1" firstCol="1" bandRow="1">
                <a:tableStyleId>{5C22544A-7EE6-4342-B048-85BDC9FD1C3A}</a:tableStyleId>
              </a:tblPr>
              <a:tblGrid>
                <a:gridCol w="1197314">
                  <a:extLst>
                    <a:ext uri="{9D8B030D-6E8A-4147-A177-3AD203B41FA5}">
                      <a16:colId xmlns:a16="http://schemas.microsoft.com/office/drawing/2014/main" val="171884498"/>
                    </a:ext>
                  </a:extLst>
                </a:gridCol>
                <a:gridCol w="1574468">
                  <a:extLst>
                    <a:ext uri="{9D8B030D-6E8A-4147-A177-3AD203B41FA5}">
                      <a16:colId xmlns:a16="http://schemas.microsoft.com/office/drawing/2014/main" val="2689771526"/>
                    </a:ext>
                  </a:extLst>
                </a:gridCol>
              </a:tblGrid>
              <a:tr h="344110">
                <a:tc>
                  <a:txBody>
                    <a:bodyPr/>
                    <a:lstStyle/>
                    <a:p>
                      <a:pPr algn="ctr">
                        <a:lnSpc>
                          <a:spcPct val="150000"/>
                        </a:lnSpc>
                        <a:buNone/>
                      </a:pPr>
                      <a:r>
                        <a:rPr lang="id-ID" sz="1800" kern="0">
                          <a:effectLst/>
                        </a:rPr>
                        <a:t>Model</a:t>
                      </a:r>
                      <a:endParaRPr lang="id-ID" sz="1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ctr">
                        <a:lnSpc>
                          <a:spcPct val="150000"/>
                        </a:lnSpc>
                        <a:buNone/>
                      </a:pPr>
                      <a:r>
                        <a:rPr lang="id-ID" sz="1800" kern="0">
                          <a:effectLst/>
                        </a:rPr>
                        <a:t>Total Waktu (detik)</a:t>
                      </a:r>
                      <a:endParaRPr lang="id-ID" sz="1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977888000"/>
                  </a:ext>
                </a:extLst>
              </a:tr>
              <a:tr h="344110">
                <a:tc>
                  <a:txBody>
                    <a:bodyPr/>
                    <a:lstStyle/>
                    <a:p>
                      <a:pPr algn="ctr">
                        <a:lnSpc>
                          <a:spcPct val="150000"/>
                        </a:lnSpc>
                        <a:buNone/>
                      </a:pPr>
                      <a:r>
                        <a:rPr lang="id-ID" sz="1800" kern="0">
                          <a:effectLst/>
                        </a:rPr>
                        <a:t>LightGBM</a:t>
                      </a:r>
                      <a:endParaRPr lang="id-ID" sz="1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ctr">
                        <a:lnSpc>
                          <a:spcPct val="150000"/>
                        </a:lnSpc>
                        <a:buNone/>
                      </a:pPr>
                      <a:r>
                        <a:rPr lang="id-ID" sz="1800" kern="0" dirty="0">
                          <a:effectLst/>
                        </a:rPr>
                        <a:t>49,751553</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3043306476"/>
                  </a:ext>
                </a:extLst>
              </a:tr>
              <a:tr h="344110">
                <a:tc>
                  <a:txBody>
                    <a:bodyPr/>
                    <a:lstStyle/>
                    <a:p>
                      <a:pPr algn="ctr">
                        <a:lnSpc>
                          <a:spcPct val="150000"/>
                        </a:lnSpc>
                        <a:buNone/>
                      </a:pPr>
                      <a:r>
                        <a:rPr lang="id-ID" sz="1800" kern="0" dirty="0" err="1">
                          <a:effectLst/>
                        </a:rPr>
                        <a:t>AdaBoost</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ctr">
                        <a:lnSpc>
                          <a:spcPct val="150000"/>
                        </a:lnSpc>
                        <a:buNone/>
                      </a:pPr>
                      <a:r>
                        <a:rPr lang="id-ID" sz="1800" kern="0" dirty="0">
                          <a:effectLst/>
                        </a:rPr>
                        <a:t>106,569891</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730430014"/>
                  </a:ext>
                </a:extLst>
              </a:tr>
              <a:tr h="344110">
                <a:tc>
                  <a:txBody>
                    <a:bodyPr/>
                    <a:lstStyle/>
                    <a:p>
                      <a:pPr algn="ctr">
                        <a:lnSpc>
                          <a:spcPct val="150000"/>
                        </a:lnSpc>
                        <a:buNone/>
                      </a:pPr>
                      <a:r>
                        <a:rPr lang="id-ID" sz="1800" kern="0">
                          <a:effectLst/>
                        </a:rPr>
                        <a:t>XGBoost</a:t>
                      </a:r>
                      <a:endParaRPr lang="id-ID" sz="1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ctr">
                        <a:lnSpc>
                          <a:spcPct val="150000"/>
                        </a:lnSpc>
                        <a:buNone/>
                      </a:pPr>
                      <a:r>
                        <a:rPr lang="id-ID" sz="1800" kern="0">
                          <a:effectLst/>
                        </a:rPr>
                        <a:t>119,356985</a:t>
                      </a:r>
                      <a:endParaRPr lang="id-ID" sz="1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434102894"/>
                  </a:ext>
                </a:extLst>
              </a:tr>
              <a:tr h="732582">
                <a:tc>
                  <a:txBody>
                    <a:bodyPr/>
                    <a:lstStyle/>
                    <a:p>
                      <a:pPr algn="ctr">
                        <a:lnSpc>
                          <a:spcPct val="150000"/>
                        </a:lnSpc>
                        <a:buNone/>
                      </a:pPr>
                      <a:r>
                        <a:rPr lang="id-ID" sz="1800" kern="0" dirty="0" err="1">
                          <a:effectLst/>
                        </a:rPr>
                        <a:t>Random</a:t>
                      </a:r>
                      <a:r>
                        <a:rPr lang="id-ID" sz="1800" kern="0" dirty="0">
                          <a:effectLst/>
                        </a:rPr>
                        <a:t> </a:t>
                      </a:r>
                      <a:r>
                        <a:rPr lang="id-ID" sz="1800" kern="0" dirty="0" err="1">
                          <a:effectLst/>
                        </a:rPr>
                        <a:t>Forest</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ctr">
                        <a:lnSpc>
                          <a:spcPct val="150000"/>
                        </a:lnSpc>
                        <a:buNone/>
                      </a:pPr>
                      <a:r>
                        <a:rPr lang="id-ID" sz="1800" kern="0" dirty="0">
                          <a:effectLst/>
                        </a:rPr>
                        <a:t>136,376029</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744202180"/>
                  </a:ext>
                </a:extLst>
              </a:tr>
            </a:tbl>
          </a:graphicData>
        </a:graphic>
      </p:graphicFrame>
    </p:spTree>
    <p:extLst>
      <p:ext uri="{BB962C8B-B14F-4D97-AF65-F5344CB8AC3E}">
        <p14:creationId xmlns:p14="http://schemas.microsoft.com/office/powerpoint/2010/main" val="68659058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71379A-E791-D42E-5A75-43FF040711BF}"/>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A482DFB0-1A62-3C42-CF4D-A7A9ABF9DD74}"/>
              </a:ext>
            </a:extLst>
          </p:cNvPr>
          <p:cNvSpPr>
            <a:spLocks noGrp="1"/>
          </p:cNvSpPr>
          <p:nvPr>
            <p:ph type="title"/>
          </p:nvPr>
        </p:nvSpPr>
        <p:spPr>
          <a:xfrm>
            <a:off x="3661083" y="1832803"/>
            <a:ext cx="4265150" cy="2810460"/>
          </a:xfrm>
        </p:spPr>
        <p:txBody>
          <a:bodyPr rtlCol="0">
            <a:normAutofit/>
          </a:bodyPr>
          <a:lstStyle/>
          <a:p>
            <a:pPr rtl="0"/>
            <a:r>
              <a:rPr lang="en-GB" sz="4800" dirty="0"/>
              <a:t>INTERPRETASI HASIL</a:t>
            </a:r>
            <a:endParaRPr lang="id-ID" sz="4800" dirty="0"/>
          </a:p>
        </p:txBody>
      </p:sp>
      <p:sp>
        <p:nvSpPr>
          <p:cNvPr id="3" name="Tampungan Tanggal 2">
            <a:extLst>
              <a:ext uri="{FF2B5EF4-FFF2-40B4-BE49-F238E27FC236}">
                <a16:creationId xmlns:a16="http://schemas.microsoft.com/office/drawing/2014/main" id="{A1D3405C-120A-03F9-8F6F-DE1746765F64}"/>
              </a:ext>
            </a:extLst>
          </p:cNvPr>
          <p:cNvSpPr>
            <a:spLocks noGrp="1"/>
          </p:cNvSpPr>
          <p:nvPr>
            <p:ph type="dt" sz="half" idx="10"/>
          </p:nvPr>
        </p:nvSpPr>
        <p:spPr/>
        <p:txBody>
          <a:bodyPr rtlCol="0"/>
          <a:lstStyle/>
          <a:p>
            <a:pPr rtl="0"/>
            <a:fld id="{A808DD98-197B-46F5-A6AA-BDA332D7E685}" type="datetime1">
              <a:rPr lang="id-ID" smtClean="0"/>
              <a:t>14/10/2025</a:t>
            </a:fld>
            <a:endParaRPr lang="id-ID"/>
          </a:p>
        </p:txBody>
      </p:sp>
      <p:sp>
        <p:nvSpPr>
          <p:cNvPr id="5" name="Tampungan Nomor Slide 4">
            <a:extLst>
              <a:ext uri="{FF2B5EF4-FFF2-40B4-BE49-F238E27FC236}">
                <a16:creationId xmlns:a16="http://schemas.microsoft.com/office/drawing/2014/main" id="{36B818EF-7BDD-99AA-D8D9-DD08A43D5723}"/>
              </a:ext>
            </a:extLst>
          </p:cNvPr>
          <p:cNvSpPr>
            <a:spLocks noGrp="1"/>
          </p:cNvSpPr>
          <p:nvPr>
            <p:ph type="sldNum" sz="quarter" idx="12"/>
          </p:nvPr>
        </p:nvSpPr>
        <p:spPr/>
        <p:txBody>
          <a:bodyPr rtlCol="0"/>
          <a:lstStyle/>
          <a:p>
            <a:pPr rtl="0"/>
            <a:fld id="{294A09A9-5501-47C1-A89A-A340965A2BE2}" type="slidenum">
              <a:rPr lang="id-ID" smtClean="0"/>
              <a:pPr rtl="0"/>
              <a:t>29</a:t>
            </a:fld>
            <a:endParaRPr lang="id-ID"/>
          </a:p>
        </p:txBody>
      </p:sp>
    </p:spTree>
    <p:extLst>
      <p:ext uri="{BB962C8B-B14F-4D97-AF65-F5344CB8AC3E}">
        <p14:creationId xmlns:p14="http://schemas.microsoft.com/office/powerpoint/2010/main" val="155692532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0BE9B2-BD9E-3829-CDA3-16F34DE214A4}"/>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5B1EA537-9169-02A6-EDB0-1B7D5020398D}"/>
              </a:ext>
            </a:extLst>
          </p:cNvPr>
          <p:cNvSpPr>
            <a:spLocks noGrp="1"/>
          </p:cNvSpPr>
          <p:nvPr>
            <p:ph type="title"/>
          </p:nvPr>
        </p:nvSpPr>
        <p:spPr>
          <a:xfrm>
            <a:off x="1167492" y="381000"/>
            <a:ext cx="9779183" cy="1325563"/>
          </a:xfrm>
        </p:spPr>
        <p:txBody>
          <a:bodyPr rtlCol="0"/>
          <a:lstStyle/>
          <a:p>
            <a:r>
              <a:rPr lang="id-ID" dirty="0" err="1"/>
              <a:t>Practical</a:t>
            </a:r>
            <a:r>
              <a:rPr lang="id-ID" dirty="0"/>
              <a:t> </a:t>
            </a:r>
            <a:r>
              <a:rPr lang="id-ID" dirty="0" err="1"/>
              <a:t>Application</a:t>
            </a:r>
            <a:endParaRPr lang="id-ID" dirty="0"/>
          </a:p>
        </p:txBody>
      </p:sp>
      <p:sp>
        <p:nvSpPr>
          <p:cNvPr id="4" name="Tampungan Konten 3">
            <a:extLst>
              <a:ext uri="{FF2B5EF4-FFF2-40B4-BE49-F238E27FC236}">
                <a16:creationId xmlns:a16="http://schemas.microsoft.com/office/drawing/2014/main" id="{B51669DD-E4ED-825D-E3EF-0D050271A08B}"/>
              </a:ext>
            </a:extLst>
          </p:cNvPr>
          <p:cNvSpPr>
            <a:spLocks noGrp="1"/>
          </p:cNvSpPr>
          <p:nvPr>
            <p:ph idx="1"/>
          </p:nvPr>
        </p:nvSpPr>
        <p:spPr>
          <a:xfrm>
            <a:off x="1167492" y="2020529"/>
            <a:ext cx="7888017" cy="3657600"/>
          </a:xfrm>
        </p:spPr>
        <p:txBody>
          <a:bodyPr vert="horz" lIns="91440" tIns="45720" rIns="91440" bIns="45720" rtlCol="0" anchor="t">
            <a:normAutofit/>
          </a:bodyPr>
          <a:lstStyle/>
          <a:p>
            <a:r>
              <a:rPr lang="id-ID" sz="3200" dirty="0"/>
              <a:t>Model diaplikasikan pada studi kasus pertandingan Piala Dunia 2022, dan juga diimplementasikan dalam sebuah antarmuka web interaktif menggunakan </a:t>
            </a:r>
            <a:r>
              <a:rPr lang="id-ID" sz="3200" dirty="0" err="1"/>
              <a:t>Streamlit</a:t>
            </a:r>
            <a:r>
              <a:rPr lang="id-ID" sz="3200" dirty="0"/>
              <a:t> untuk mempermudah analisis dan simulasi tembakan secara langsung.</a:t>
            </a:r>
          </a:p>
        </p:txBody>
      </p:sp>
      <p:sp>
        <p:nvSpPr>
          <p:cNvPr id="9" name="Tampungan Nomor Slide 8">
            <a:extLst>
              <a:ext uri="{FF2B5EF4-FFF2-40B4-BE49-F238E27FC236}">
                <a16:creationId xmlns:a16="http://schemas.microsoft.com/office/drawing/2014/main" id="{79D63349-4937-48E4-4810-C10138729F34}"/>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30</a:t>
            </a:fld>
            <a:endParaRPr lang="id-ID"/>
          </a:p>
        </p:txBody>
      </p:sp>
    </p:spTree>
    <p:extLst>
      <p:ext uri="{BB962C8B-B14F-4D97-AF65-F5344CB8AC3E}">
        <p14:creationId xmlns:p14="http://schemas.microsoft.com/office/powerpoint/2010/main" val="42358732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C5BE3-C8BB-E402-B9A3-164F98C093BA}"/>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62F9B084-B0B4-042B-4EFB-190DB6FE22FD}"/>
              </a:ext>
            </a:extLst>
          </p:cNvPr>
          <p:cNvSpPr>
            <a:spLocks noGrp="1"/>
          </p:cNvSpPr>
          <p:nvPr>
            <p:ph type="title"/>
          </p:nvPr>
        </p:nvSpPr>
        <p:spPr>
          <a:xfrm>
            <a:off x="1167492" y="381000"/>
            <a:ext cx="9779183" cy="1325563"/>
          </a:xfrm>
        </p:spPr>
        <p:txBody>
          <a:bodyPr rtlCol="0"/>
          <a:lstStyle/>
          <a:p>
            <a:r>
              <a:rPr lang="id-ID" dirty="0" err="1"/>
              <a:t>Practical</a:t>
            </a:r>
            <a:r>
              <a:rPr lang="id-ID" dirty="0"/>
              <a:t> </a:t>
            </a:r>
            <a:r>
              <a:rPr lang="id-ID" dirty="0" err="1"/>
              <a:t>Application</a:t>
            </a:r>
            <a:endParaRPr lang="id-ID" dirty="0"/>
          </a:p>
        </p:txBody>
      </p:sp>
      <p:sp>
        <p:nvSpPr>
          <p:cNvPr id="9" name="Tampungan Nomor Slide 8">
            <a:extLst>
              <a:ext uri="{FF2B5EF4-FFF2-40B4-BE49-F238E27FC236}">
                <a16:creationId xmlns:a16="http://schemas.microsoft.com/office/drawing/2014/main" id="{6FCCE5CA-D53D-6772-B345-F8667B18925A}"/>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31</a:t>
            </a:fld>
            <a:endParaRPr lang="id-ID"/>
          </a:p>
        </p:txBody>
      </p:sp>
      <p:graphicFrame>
        <p:nvGraphicFramePr>
          <p:cNvPr id="6" name="Content Placeholder 5">
            <a:extLst>
              <a:ext uri="{FF2B5EF4-FFF2-40B4-BE49-F238E27FC236}">
                <a16:creationId xmlns:a16="http://schemas.microsoft.com/office/drawing/2014/main" id="{CED8D616-69E6-DD3A-DE50-D705E8F7F0CE}"/>
              </a:ext>
            </a:extLst>
          </p:cNvPr>
          <p:cNvGraphicFramePr>
            <a:graphicFrameLocks noGrp="1"/>
          </p:cNvGraphicFramePr>
          <p:nvPr>
            <p:ph idx="1"/>
            <p:extLst>
              <p:ext uri="{D42A27DB-BD31-4B8C-83A1-F6EECF244321}">
                <p14:modId xmlns:p14="http://schemas.microsoft.com/office/powerpoint/2010/main" val="587483653"/>
              </p:ext>
            </p:extLst>
          </p:nvPr>
        </p:nvGraphicFramePr>
        <p:xfrm>
          <a:off x="1259373" y="2005333"/>
          <a:ext cx="9673254" cy="2094719"/>
        </p:xfrm>
        <a:graphic>
          <a:graphicData uri="http://schemas.openxmlformats.org/drawingml/2006/table">
            <a:tbl>
              <a:tblPr firstRow="1" firstCol="1" bandRow="1">
                <a:tableStyleId>{5C22544A-7EE6-4342-B048-85BDC9FD1C3A}</a:tableStyleId>
              </a:tblPr>
              <a:tblGrid>
                <a:gridCol w="1612209">
                  <a:extLst>
                    <a:ext uri="{9D8B030D-6E8A-4147-A177-3AD203B41FA5}">
                      <a16:colId xmlns:a16="http://schemas.microsoft.com/office/drawing/2014/main" val="3821786371"/>
                    </a:ext>
                  </a:extLst>
                </a:gridCol>
                <a:gridCol w="1612209">
                  <a:extLst>
                    <a:ext uri="{9D8B030D-6E8A-4147-A177-3AD203B41FA5}">
                      <a16:colId xmlns:a16="http://schemas.microsoft.com/office/drawing/2014/main" val="3764614516"/>
                    </a:ext>
                  </a:extLst>
                </a:gridCol>
                <a:gridCol w="1612209">
                  <a:extLst>
                    <a:ext uri="{9D8B030D-6E8A-4147-A177-3AD203B41FA5}">
                      <a16:colId xmlns:a16="http://schemas.microsoft.com/office/drawing/2014/main" val="2557148676"/>
                    </a:ext>
                  </a:extLst>
                </a:gridCol>
                <a:gridCol w="1612209">
                  <a:extLst>
                    <a:ext uri="{9D8B030D-6E8A-4147-A177-3AD203B41FA5}">
                      <a16:colId xmlns:a16="http://schemas.microsoft.com/office/drawing/2014/main" val="2175512852"/>
                    </a:ext>
                  </a:extLst>
                </a:gridCol>
                <a:gridCol w="1612209">
                  <a:extLst>
                    <a:ext uri="{9D8B030D-6E8A-4147-A177-3AD203B41FA5}">
                      <a16:colId xmlns:a16="http://schemas.microsoft.com/office/drawing/2014/main" val="1394321509"/>
                    </a:ext>
                  </a:extLst>
                </a:gridCol>
                <a:gridCol w="1612209">
                  <a:extLst>
                    <a:ext uri="{9D8B030D-6E8A-4147-A177-3AD203B41FA5}">
                      <a16:colId xmlns:a16="http://schemas.microsoft.com/office/drawing/2014/main" val="956338680"/>
                    </a:ext>
                  </a:extLst>
                </a:gridCol>
              </a:tblGrid>
              <a:tr h="619581">
                <a:tc>
                  <a:txBody>
                    <a:bodyPr/>
                    <a:lstStyle/>
                    <a:p>
                      <a:pPr algn="ctr">
                        <a:lnSpc>
                          <a:spcPct val="150000"/>
                        </a:lnSpc>
                        <a:buNone/>
                      </a:pPr>
                      <a:r>
                        <a:rPr lang="id-ID" sz="1800" kern="0">
                          <a:effectLst/>
                        </a:rPr>
                        <a:t>Tim Nasional</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Total xG</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Jumlah Tembakan</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Jumlah Gol Aktual</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Rata-rata xG per Tembakan</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Diferensial Gol (Gol − xG)</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extLst>
                  <a:ext uri="{0D108BD9-81ED-4DB2-BD59-A6C34878D82A}">
                    <a16:rowId xmlns:a16="http://schemas.microsoft.com/office/drawing/2014/main" val="2425102042"/>
                  </a:ext>
                </a:extLst>
              </a:tr>
              <a:tr h="619581">
                <a:tc>
                  <a:txBody>
                    <a:bodyPr/>
                    <a:lstStyle/>
                    <a:p>
                      <a:pPr algn="ctr">
                        <a:lnSpc>
                          <a:spcPct val="150000"/>
                        </a:lnSpc>
                        <a:buNone/>
                      </a:pPr>
                      <a:r>
                        <a:rPr lang="id-ID" sz="1800" kern="0">
                          <a:effectLst/>
                        </a:rPr>
                        <a:t>Inggris</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3,09</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13</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6</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0,238</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+2,91</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extLst>
                  <a:ext uri="{0D108BD9-81ED-4DB2-BD59-A6C34878D82A}">
                    <a16:rowId xmlns:a16="http://schemas.microsoft.com/office/drawing/2014/main" val="2698043689"/>
                  </a:ext>
                </a:extLst>
              </a:tr>
              <a:tr h="699168">
                <a:tc>
                  <a:txBody>
                    <a:bodyPr/>
                    <a:lstStyle/>
                    <a:p>
                      <a:pPr algn="ctr">
                        <a:lnSpc>
                          <a:spcPct val="150000"/>
                        </a:lnSpc>
                        <a:buNone/>
                      </a:pPr>
                      <a:r>
                        <a:rPr lang="id-ID" sz="1800" kern="0">
                          <a:effectLst/>
                        </a:rPr>
                        <a:t>Iran</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0,87</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7</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1</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0,125</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dirty="0">
                          <a:effectLst/>
                        </a:rPr>
                        <a:t>+0,13</a:t>
                      </a:r>
                      <a:endParaRPr lang="id-ID" sz="20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extLst>
                  <a:ext uri="{0D108BD9-81ED-4DB2-BD59-A6C34878D82A}">
                    <a16:rowId xmlns:a16="http://schemas.microsoft.com/office/drawing/2014/main" val="1852774766"/>
                  </a:ext>
                </a:extLst>
              </a:tr>
            </a:tbl>
          </a:graphicData>
        </a:graphic>
      </p:graphicFrame>
    </p:spTree>
    <p:extLst>
      <p:ext uri="{BB962C8B-B14F-4D97-AF65-F5344CB8AC3E}">
        <p14:creationId xmlns:p14="http://schemas.microsoft.com/office/powerpoint/2010/main" val="319073121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C6830-272B-93D7-BBE6-714BEF7E03E9}"/>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83CD3B3E-08C9-38BA-3437-26D33BE19B01}"/>
              </a:ext>
            </a:extLst>
          </p:cNvPr>
          <p:cNvSpPr>
            <a:spLocks noGrp="1"/>
          </p:cNvSpPr>
          <p:nvPr>
            <p:ph type="title"/>
          </p:nvPr>
        </p:nvSpPr>
        <p:spPr>
          <a:xfrm>
            <a:off x="1167492" y="381000"/>
            <a:ext cx="9779183" cy="725129"/>
          </a:xfrm>
        </p:spPr>
        <p:txBody>
          <a:bodyPr rtlCol="0"/>
          <a:lstStyle/>
          <a:p>
            <a:r>
              <a:rPr lang="id-ID" dirty="0" err="1"/>
              <a:t>Practical</a:t>
            </a:r>
            <a:r>
              <a:rPr lang="id-ID" dirty="0"/>
              <a:t> </a:t>
            </a:r>
            <a:r>
              <a:rPr lang="id-ID" dirty="0" err="1"/>
              <a:t>Application</a:t>
            </a:r>
            <a:endParaRPr lang="id-ID" dirty="0"/>
          </a:p>
        </p:txBody>
      </p:sp>
      <p:sp>
        <p:nvSpPr>
          <p:cNvPr id="9" name="Tampungan Nomor Slide 8">
            <a:extLst>
              <a:ext uri="{FF2B5EF4-FFF2-40B4-BE49-F238E27FC236}">
                <a16:creationId xmlns:a16="http://schemas.microsoft.com/office/drawing/2014/main" id="{CA5B6A55-5C7A-0DCF-004C-AF319B25AD50}"/>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32</a:t>
            </a:fld>
            <a:endParaRPr lang="id-ID"/>
          </a:p>
        </p:txBody>
      </p:sp>
      <p:sp>
        <p:nvSpPr>
          <p:cNvPr id="4" name="Content Placeholder 3">
            <a:extLst>
              <a:ext uri="{FF2B5EF4-FFF2-40B4-BE49-F238E27FC236}">
                <a16:creationId xmlns:a16="http://schemas.microsoft.com/office/drawing/2014/main" id="{C58F759E-2193-18F2-5A01-E50B7759075E}"/>
              </a:ext>
            </a:extLst>
          </p:cNvPr>
          <p:cNvSpPr>
            <a:spLocks noGrp="1"/>
          </p:cNvSpPr>
          <p:nvPr>
            <p:ph idx="1"/>
          </p:nvPr>
        </p:nvSpPr>
        <p:spPr/>
        <p:txBody>
          <a:bodyPr/>
          <a:lstStyle/>
          <a:p>
            <a:endParaRPr lang="id-ID"/>
          </a:p>
        </p:txBody>
      </p:sp>
      <p:pic>
        <p:nvPicPr>
          <p:cNvPr id="5" name="Picture 4">
            <a:extLst>
              <a:ext uri="{FF2B5EF4-FFF2-40B4-BE49-F238E27FC236}">
                <a16:creationId xmlns:a16="http://schemas.microsoft.com/office/drawing/2014/main" id="{D177385D-24F8-1321-49A8-8D0E101C99FE}"/>
              </a:ext>
            </a:extLst>
          </p:cNvPr>
          <p:cNvPicPr>
            <a:picLocks noChangeAspect="1"/>
          </p:cNvPicPr>
          <p:nvPr/>
        </p:nvPicPr>
        <p:blipFill>
          <a:blip r:embed="rId3"/>
          <a:stretch>
            <a:fillRect/>
          </a:stretch>
        </p:blipFill>
        <p:spPr>
          <a:xfrm>
            <a:off x="1084322" y="1125220"/>
            <a:ext cx="5039995" cy="2303780"/>
          </a:xfrm>
          <a:prstGeom prst="rect">
            <a:avLst/>
          </a:prstGeom>
        </p:spPr>
      </p:pic>
      <p:pic>
        <p:nvPicPr>
          <p:cNvPr id="7" name="Picture 6">
            <a:extLst>
              <a:ext uri="{FF2B5EF4-FFF2-40B4-BE49-F238E27FC236}">
                <a16:creationId xmlns:a16="http://schemas.microsoft.com/office/drawing/2014/main" id="{F0FE145E-EB07-70F1-E97A-19648CC0DC48}"/>
              </a:ext>
            </a:extLst>
          </p:cNvPr>
          <p:cNvPicPr>
            <a:picLocks noChangeAspect="1"/>
          </p:cNvPicPr>
          <p:nvPr/>
        </p:nvPicPr>
        <p:blipFill>
          <a:blip r:embed="rId4"/>
          <a:stretch>
            <a:fillRect/>
          </a:stretch>
        </p:blipFill>
        <p:spPr>
          <a:xfrm>
            <a:off x="1084322" y="3517130"/>
            <a:ext cx="5039995" cy="2271395"/>
          </a:xfrm>
          <a:prstGeom prst="rect">
            <a:avLst/>
          </a:prstGeom>
        </p:spPr>
      </p:pic>
      <p:pic>
        <p:nvPicPr>
          <p:cNvPr id="8" name="Picture 7">
            <a:extLst>
              <a:ext uri="{FF2B5EF4-FFF2-40B4-BE49-F238E27FC236}">
                <a16:creationId xmlns:a16="http://schemas.microsoft.com/office/drawing/2014/main" id="{70E33C43-7703-FA1A-9547-68D7AEF8ACF5}"/>
              </a:ext>
            </a:extLst>
          </p:cNvPr>
          <p:cNvPicPr>
            <a:picLocks noChangeAspect="1"/>
          </p:cNvPicPr>
          <p:nvPr/>
        </p:nvPicPr>
        <p:blipFill>
          <a:blip r:embed="rId5"/>
          <a:stretch>
            <a:fillRect/>
          </a:stretch>
        </p:blipFill>
        <p:spPr>
          <a:xfrm>
            <a:off x="6207488" y="1099185"/>
            <a:ext cx="5039995" cy="2329815"/>
          </a:xfrm>
          <a:prstGeom prst="rect">
            <a:avLst/>
          </a:prstGeom>
        </p:spPr>
      </p:pic>
      <p:pic>
        <p:nvPicPr>
          <p:cNvPr id="10" name="Picture 9">
            <a:extLst>
              <a:ext uri="{FF2B5EF4-FFF2-40B4-BE49-F238E27FC236}">
                <a16:creationId xmlns:a16="http://schemas.microsoft.com/office/drawing/2014/main" id="{F07C19E9-A3A5-71A0-113B-8D456179A8FD}"/>
              </a:ext>
            </a:extLst>
          </p:cNvPr>
          <p:cNvPicPr>
            <a:picLocks noChangeAspect="1"/>
          </p:cNvPicPr>
          <p:nvPr/>
        </p:nvPicPr>
        <p:blipFill>
          <a:blip r:embed="rId6"/>
          <a:stretch>
            <a:fillRect/>
          </a:stretch>
        </p:blipFill>
        <p:spPr>
          <a:xfrm>
            <a:off x="6207488" y="3461385"/>
            <a:ext cx="5039995" cy="2319020"/>
          </a:xfrm>
          <a:prstGeom prst="rect">
            <a:avLst/>
          </a:prstGeom>
        </p:spPr>
      </p:pic>
      <p:sp>
        <p:nvSpPr>
          <p:cNvPr id="12" name="TextBox 11">
            <a:extLst>
              <a:ext uri="{FF2B5EF4-FFF2-40B4-BE49-F238E27FC236}">
                <a16:creationId xmlns:a16="http://schemas.microsoft.com/office/drawing/2014/main" id="{7B730CDA-309F-FF82-0E27-AF6ABD1C16EB}"/>
              </a:ext>
            </a:extLst>
          </p:cNvPr>
          <p:cNvSpPr txBox="1"/>
          <p:nvPr/>
        </p:nvSpPr>
        <p:spPr>
          <a:xfrm>
            <a:off x="1084322" y="5890091"/>
            <a:ext cx="6096000" cy="369332"/>
          </a:xfrm>
          <a:prstGeom prst="rect">
            <a:avLst/>
          </a:prstGeom>
          <a:noFill/>
        </p:spPr>
        <p:txBody>
          <a:bodyPr wrap="square">
            <a:spAutoFit/>
          </a:bodyPr>
          <a:lstStyle/>
          <a:p>
            <a:r>
              <a:rPr lang="id-ID" dirty="0"/>
              <a:t>https://xginterface.streamlit.app/</a:t>
            </a:r>
          </a:p>
        </p:txBody>
      </p:sp>
    </p:spTree>
    <p:extLst>
      <p:ext uri="{BB962C8B-B14F-4D97-AF65-F5344CB8AC3E}">
        <p14:creationId xmlns:p14="http://schemas.microsoft.com/office/powerpoint/2010/main" val="162744151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83FD7F-F786-2DFB-2CC6-21A2C45AEB6B}"/>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DA446420-2530-A332-F1D7-4FB1F238C32A}"/>
              </a:ext>
            </a:extLst>
          </p:cNvPr>
          <p:cNvSpPr>
            <a:spLocks noGrp="1"/>
          </p:cNvSpPr>
          <p:nvPr>
            <p:ph type="title"/>
          </p:nvPr>
        </p:nvSpPr>
        <p:spPr>
          <a:xfrm>
            <a:off x="824174" y="376750"/>
            <a:ext cx="10678142" cy="1325563"/>
          </a:xfrm>
        </p:spPr>
        <p:txBody>
          <a:bodyPr rtlCol="0"/>
          <a:lstStyle/>
          <a:p>
            <a:r>
              <a:rPr lang="id-ID" dirty="0" err="1"/>
              <a:t>Academic</a:t>
            </a:r>
            <a:r>
              <a:rPr lang="id-ID" dirty="0"/>
              <a:t> </a:t>
            </a:r>
            <a:r>
              <a:rPr lang="id-ID" dirty="0" err="1"/>
              <a:t>Benchmark</a:t>
            </a:r>
            <a:endParaRPr lang="id-ID" dirty="0"/>
          </a:p>
        </p:txBody>
      </p:sp>
      <p:sp>
        <p:nvSpPr>
          <p:cNvPr id="3" name="Tampungan Tanggal 2">
            <a:extLst>
              <a:ext uri="{FF2B5EF4-FFF2-40B4-BE49-F238E27FC236}">
                <a16:creationId xmlns:a16="http://schemas.microsoft.com/office/drawing/2014/main" id="{12C6E2B7-056C-6FDE-CAB3-4A109709E125}"/>
              </a:ext>
            </a:extLst>
          </p:cNvPr>
          <p:cNvSpPr>
            <a:spLocks noGrp="1"/>
          </p:cNvSpPr>
          <p:nvPr>
            <p:ph type="dt" sz="half" idx="25"/>
          </p:nvPr>
        </p:nvSpPr>
        <p:spPr>
          <a:xfrm>
            <a:off x="381000" y="6356350"/>
            <a:ext cx="2743200" cy="365125"/>
          </a:xfrm>
        </p:spPr>
        <p:txBody>
          <a:bodyPr rtlCol="0"/>
          <a:lstStyle/>
          <a:p>
            <a:pPr rtl="0"/>
            <a:fld id="{423EE75F-42B8-4E1A-83C6-1B72B3C0E408}" type="datetime1">
              <a:rPr lang="id-ID" smtClean="0"/>
              <a:t>14/10/2025</a:t>
            </a:fld>
            <a:endParaRPr lang="id-ID"/>
          </a:p>
        </p:txBody>
      </p:sp>
      <p:sp>
        <p:nvSpPr>
          <p:cNvPr id="5" name="Tampungan Nomor Slide 4">
            <a:extLst>
              <a:ext uri="{FF2B5EF4-FFF2-40B4-BE49-F238E27FC236}">
                <a16:creationId xmlns:a16="http://schemas.microsoft.com/office/drawing/2014/main" id="{77432782-9A26-7604-4853-61B456409978}"/>
              </a:ext>
            </a:extLst>
          </p:cNvPr>
          <p:cNvSpPr>
            <a:spLocks noGrp="1"/>
          </p:cNvSpPr>
          <p:nvPr>
            <p:ph type="sldNum" sz="quarter" idx="27"/>
          </p:nvPr>
        </p:nvSpPr>
        <p:spPr>
          <a:xfrm>
            <a:off x="9067800" y="6356350"/>
            <a:ext cx="2743200" cy="365125"/>
          </a:xfrm>
        </p:spPr>
        <p:txBody>
          <a:bodyPr rtlCol="0"/>
          <a:lstStyle/>
          <a:p>
            <a:pPr rtl="0"/>
            <a:fld id="{294A09A9-5501-47C1-A89A-A340965A2BE2}" type="slidenum">
              <a:rPr lang="id-ID" smtClean="0"/>
              <a:pPr rtl="0"/>
              <a:t>33</a:t>
            </a:fld>
            <a:endParaRPr lang="id-ID"/>
          </a:p>
        </p:txBody>
      </p:sp>
      <p:sp>
        <p:nvSpPr>
          <p:cNvPr id="78" name="Content Placeholder 7">
            <a:extLst>
              <a:ext uri="{FF2B5EF4-FFF2-40B4-BE49-F238E27FC236}">
                <a16:creationId xmlns:a16="http://schemas.microsoft.com/office/drawing/2014/main" id="{9FF1EF68-B504-2808-3C10-CD23B4468FD6}"/>
              </a:ext>
            </a:extLst>
          </p:cNvPr>
          <p:cNvSpPr txBox="1">
            <a:spLocks/>
          </p:cNvSpPr>
          <p:nvPr/>
        </p:nvSpPr>
        <p:spPr>
          <a:xfrm>
            <a:off x="750430" y="1706563"/>
            <a:ext cx="10382027" cy="3097666"/>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id-ID" sz="3200" dirty="0"/>
              <a:t>Kinerja model kemudian dibandingkan dengan hasil penelitian sejenis yang menggunakan algoritma </a:t>
            </a:r>
            <a:r>
              <a:rPr lang="id-ID" sz="3200" i="1" dirty="0" err="1"/>
              <a:t>boosting</a:t>
            </a:r>
            <a:r>
              <a:rPr lang="id-ID" sz="3200" dirty="0"/>
              <a:t>. Hasil perbandingan menunjukkan bahwa model ini terbukti unggul secara signifikan di semua metrik evaluasi yang digunakan.</a:t>
            </a:r>
          </a:p>
        </p:txBody>
      </p:sp>
    </p:spTree>
    <p:extLst>
      <p:ext uri="{BB962C8B-B14F-4D97-AF65-F5344CB8AC3E}">
        <p14:creationId xmlns:p14="http://schemas.microsoft.com/office/powerpoint/2010/main" val="107879313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7C70CC-55A6-2783-607D-C15C6AF67202}"/>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8B99C968-BEB0-0BBC-3C66-B9884C69699F}"/>
              </a:ext>
            </a:extLst>
          </p:cNvPr>
          <p:cNvSpPr>
            <a:spLocks noGrp="1"/>
          </p:cNvSpPr>
          <p:nvPr>
            <p:ph type="title"/>
          </p:nvPr>
        </p:nvSpPr>
        <p:spPr>
          <a:xfrm>
            <a:off x="824174" y="376751"/>
            <a:ext cx="10678142" cy="639250"/>
          </a:xfrm>
        </p:spPr>
        <p:txBody>
          <a:bodyPr rtlCol="0"/>
          <a:lstStyle/>
          <a:p>
            <a:r>
              <a:rPr lang="id-ID" dirty="0" err="1"/>
              <a:t>Academic</a:t>
            </a:r>
            <a:r>
              <a:rPr lang="id-ID" dirty="0"/>
              <a:t> </a:t>
            </a:r>
            <a:r>
              <a:rPr lang="id-ID" dirty="0" err="1"/>
              <a:t>Benchmark</a:t>
            </a:r>
            <a:endParaRPr lang="id-ID" dirty="0"/>
          </a:p>
        </p:txBody>
      </p:sp>
      <p:sp>
        <p:nvSpPr>
          <p:cNvPr id="3" name="Tampungan Tanggal 2">
            <a:extLst>
              <a:ext uri="{FF2B5EF4-FFF2-40B4-BE49-F238E27FC236}">
                <a16:creationId xmlns:a16="http://schemas.microsoft.com/office/drawing/2014/main" id="{33F8BD61-F2C0-F0BD-EB3B-3DC7CE275CF2}"/>
              </a:ext>
            </a:extLst>
          </p:cNvPr>
          <p:cNvSpPr>
            <a:spLocks noGrp="1"/>
          </p:cNvSpPr>
          <p:nvPr>
            <p:ph type="dt" sz="half" idx="25"/>
          </p:nvPr>
        </p:nvSpPr>
        <p:spPr>
          <a:xfrm>
            <a:off x="381000" y="6356350"/>
            <a:ext cx="2743200" cy="365125"/>
          </a:xfrm>
        </p:spPr>
        <p:txBody>
          <a:bodyPr rtlCol="0"/>
          <a:lstStyle/>
          <a:p>
            <a:pPr rtl="0"/>
            <a:fld id="{423EE75F-42B8-4E1A-83C6-1B72B3C0E408}" type="datetime1">
              <a:rPr lang="id-ID" smtClean="0"/>
              <a:t>14/10/2025</a:t>
            </a:fld>
            <a:endParaRPr lang="id-ID"/>
          </a:p>
        </p:txBody>
      </p:sp>
      <p:sp>
        <p:nvSpPr>
          <p:cNvPr id="5" name="Tampungan Nomor Slide 4">
            <a:extLst>
              <a:ext uri="{FF2B5EF4-FFF2-40B4-BE49-F238E27FC236}">
                <a16:creationId xmlns:a16="http://schemas.microsoft.com/office/drawing/2014/main" id="{FE8C7E2E-3FDF-9217-AF6E-2527C6987711}"/>
              </a:ext>
            </a:extLst>
          </p:cNvPr>
          <p:cNvSpPr>
            <a:spLocks noGrp="1"/>
          </p:cNvSpPr>
          <p:nvPr>
            <p:ph type="sldNum" sz="quarter" idx="27"/>
          </p:nvPr>
        </p:nvSpPr>
        <p:spPr>
          <a:xfrm>
            <a:off x="9067800" y="6356350"/>
            <a:ext cx="2743200" cy="365125"/>
          </a:xfrm>
        </p:spPr>
        <p:txBody>
          <a:bodyPr rtlCol="0"/>
          <a:lstStyle/>
          <a:p>
            <a:pPr rtl="0"/>
            <a:fld id="{294A09A9-5501-47C1-A89A-A340965A2BE2}" type="slidenum">
              <a:rPr lang="id-ID" smtClean="0"/>
              <a:pPr rtl="0"/>
              <a:t>34</a:t>
            </a:fld>
            <a:endParaRPr lang="id-ID"/>
          </a:p>
        </p:txBody>
      </p:sp>
      <p:graphicFrame>
        <p:nvGraphicFramePr>
          <p:cNvPr id="4" name="Table 3">
            <a:extLst>
              <a:ext uri="{FF2B5EF4-FFF2-40B4-BE49-F238E27FC236}">
                <a16:creationId xmlns:a16="http://schemas.microsoft.com/office/drawing/2014/main" id="{E9C7C6CE-39A5-AAF8-6178-D0808D1BF693}"/>
              </a:ext>
            </a:extLst>
          </p:cNvPr>
          <p:cNvGraphicFramePr>
            <a:graphicFrameLocks noGrp="1"/>
          </p:cNvGraphicFramePr>
          <p:nvPr>
            <p:extLst>
              <p:ext uri="{D42A27DB-BD31-4B8C-83A1-F6EECF244321}">
                <p14:modId xmlns:p14="http://schemas.microsoft.com/office/powerpoint/2010/main" val="1672205069"/>
              </p:ext>
            </p:extLst>
          </p:nvPr>
        </p:nvGraphicFramePr>
        <p:xfrm>
          <a:off x="381000" y="1016001"/>
          <a:ext cx="11429999" cy="5391825"/>
        </p:xfrm>
        <a:graphic>
          <a:graphicData uri="http://schemas.openxmlformats.org/drawingml/2006/table">
            <a:tbl>
              <a:tblPr firstRow="1" firstCol="1" bandRow="1">
                <a:tableStyleId>{5C22544A-7EE6-4342-B048-85BDC9FD1C3A}</a:tableStyleId>
              </a:tblPr>
              <a:tblGrid>
                <a:gridCol w="1554791">
                  <a:extLst>
                    <a:ext uri="{9D8B030D-6E8A-4147-A177-3AD203B41FA5}">
                      <a16:colId xmlns:a16="http://schemas.microsoft.com/office/drawing/2014/main" val="1014150734"/>
                    </a:ext>
                  </a:extLst>
                </a:gridCol>
                <a:gridCol w="1765145">
                  <a:extLst>
                    <a:ext uri="{9D8B030D-6E8A-4147-A177-3AD203B41FA5}">
                      <a16:colId xmlns:a16="http://schemas.microsoft.com/office/drawing/2014/main" val="1286428624"/>
                    </a:ext>
                  </a:extLst>
                </a:gridCol>
                <a:gridCol w="1106645">
                  <a:extLst>
                    <a:ext uri="{9D8B030D-6E8A-4147-A177-3AD203B41FA5}">
                      <a16:colId xmlns:a16="http://schemas.microsoft.com/office/drawing/2014/main" val="3741914131"/>
                    </a:ext>
                  </a:extLst>
                </a:gridCol>
                <a:gridCol w="1106645">
                  <a:extLst>
                    <a:ext uri="{9D8B030D-6E8A-4147-A177-3AD203B41FA5}">
                      <a16:colId xmlns:a16="http://schemas.microsoft.com/office/drawing/2014/main" val="288675918"/>
                    </a:ext>
                  </a:extLst>
                </a:gridCol>
                <a:gridCol w="1305567">
                  <a:extLst>
                    <a:ext uri="{9D8B030D-6E8A-4147-A177-3AD203B41FA5}">
                      <a16:colId xmlns:a16="http://schemas.microsoft.com/office/drawing/2014/main" val="1389628"/>
                    </a:ext>
                  </a:extLst>
                </a:gridCol>
                <a:gridCol w="1129510">
                  <a:extLst>
                    <a:ext uri="{9D8B030D-6E8A-4147-A177-3AD203B41FA5}">
                      <a16:colId xmlns:a16="http://schemas.microsoft.com/office/drawing/2014/main" val="3600078989"/>
                    </a:ext>
                  </a:extLst>
                </a:gridCol>
                <a:gridCol w="1104359">
                  <a:extLst>
                    <a:ext uri="{9D8B030D-6E8A-4147-A177-3AD203B41FA5}">
                      <a16:colId xmlns:a16="http://schemas.microsoft.com/office/drawing/2014/main" val="4251484340"/>
                    </a:ext>
                  </a:extLst>
                </a:gridCol>
                <a:gridCol w="1106645">
                  <a:extLst>
                    <a:ext uri="{9D8B030D-6E8A-4147-A177-3AD203B41FA5}">
                      <a16:colId xmlns:a16="http://schemas.microsoft.com/office/drawing/2014/main" val="2134524212"/>
                    </a:ext>
                  </a:extLst>
                </a:gridCol>
                <a:gridCol w="1250692">
                  <a:extLst>
                    <a:ext uri="{9D8B030D-6E8A-4147-A177-3AD203B41FA5}">
                      <a16:colId xmlns:a16="http://schemas.microsoft.com/office/drawing/2014/main" val="1412326828"/>
                    </a:ext>
                  </a:extLst>
                </a:gridCol>
              </a:tblGrid>
              <a:tr h="517115">
                <a:tc>
                  <a:txBody>
                    <a:bodyPr/>
                    <a:lstStyle/>
                    <a:p>
                      <a:pPr algn="l">
                        <a:lnSpc>
                          <a:spcPct val="200000"/>
                        </a:lnSpc>
                        <a:buNone/>
                      </a:pPr>
                      <a:r>
                        <a:rPr lang="id-ID" sz="1700" kern="100" spc="-150" baseline="0" dirty="0"/>
                        <a:t>Penulis &amp; Tahun</a:t>
                      </a:r>
                    </a:p>
                  </a:txBody>
                  <a:tcPr marL="68580" marR="68580" marT="0" marB="0" anchor="ctr"/>
                </a:tc>
                <a:tc>
                  <a:txBody>
                    <a:bodyPr/>
                    <a:lstStyle/>
                    <a:p>
                      <a:pPr algn="l">
                        <a:lnSpc>
                          <a:spcPct val="200000"/>
                        </a:lnSpc>
                        <a:buNone/>
                      </a:pPr>
                      <a:r>
                        <a:rPr lang="id-ID" sz="1700" kern="100" spc="-150" baseline="0"/>
                        <a:t>Model</a:t>
                      </a:r>
                    </a:p>
                  </a:txBody>
                  <a:tcPr marL="68580" marR="68580" marT="0" marB="0" anchor="ctr"/>
                </a:tc>
                <a:tc>
                  <a:txBody>
                    <a:bodyPr/>
                    <a:lstStyle/>
                    <a:p>
                      <a:pPr algn="l">
                        <a:lnSpc>
                          <a:spcPct val="200000"/>
                        </a:lnSpc>
                        <a:buNone/>
                      </a:pPr>
                      <a:r>
                        <a:rPr lang="id-ID" sz="1700" kern="100" spc="-150" baseline="0"/>
                        <a:t>Brier Score</a:t>
                      </a:r>
                    </a:p>
                  </a:txBody>
                  <a:tcPr marL="68580" marR="68580" marT="0" marB="0" anchor="ctr"/>
                </a:tc>
                <a:tc>
                  <a:txBody>
                    <a:bodyPr/>
                    <a:lstStyle/>
                    <a:p>
                      <a:pPr algn="l">
                        <a:lnSpc>
                          <a:spcPct val="200000"/>
                        </a:lnSpc>
                        <a:buNone/>
                      </a:pPr>
                      <a:r>
                        <a:rPr lang="id-ID" sz="1700" kern="100" spc="-150" baseline="0"/>
                        <a:t>ROC AUC</a:t>
                      </a:r>
                    </a:p>
                  </a:txBody>
                  <a:tcPr marL="68580" marR="68580" marT="0" marB="0" anchor="ctr"/>
                </a:tc>
                <a:tc>
                  <a:txBody>
                    <a:bodyPr/>
                    <a:lstStyle/>
                    <a:p>
                      <a:pPr algn="l">
                        <a:lnSpc>
                          <a:spcPct val="200000"/>
                        </a:lnSpc>
                        <a:buNone/>
                      </a:pPr>
                      <a:r>
                        <a:rPr lang="id-ID" sz="1700" kern="100" spc="-150" baseline="0"/>
                        <a:t>Akurasi</a:t>
                      </a:r>
                    </a:p>
                  </a:txBody>
                  <a:tcPr marL="68580" marR="68580" marT="0" marB="0" anchor="ctr"/>
                </a:tc>
                <a:tc>
                  <a:txBody>
                    <a:bodyPr/>
                    <a:lstStyle/>
                    <a:p>
                      <a:pPr algn="l">
                        <a:lnSpc>
                          <a:spcPct val="200000"/>
                        </a:lnSpc>
                        <a:buNone/>
                      </a:pPr>
                      <a:r>
                        <a:rPr lang="id-ID" sz="1700" kern="100" spc="-150" baseline="0"/>
                        <a:t>Presisi</a:t>
                      </a:r>
                    </a:p>
                  </a:txBody>
                  <a:tcPr marL="68580" marR="68580" marT="0" marB="0" anchor="ctr"/>
                </a:tc>
                <a:tc>
                  <a:txBody>
                    <a:bodyPr/>
                    <a:lstStyle/>
                    <a:p>
                      <a:pPr algn="l">
                        <a:lnSpc>
                          <a:spcPct val="200000"/>
                        </a:lnSpc>
                        <a:buNone/>
                      </a:pPr>
                      <a:r>
                        <a:rPr lang="id-ID" sz="1700" kern="100" spc="-150" baseline="0"/>
                        <a:t>Recall</a:t>
                      </a:r>
                    </a:p>
                  </a:txBody>
                  <a:tcPr marL="68580" marR="68580" marT="0" marB="0" anchor="ctr"/>
                </a:tc>
                <a:tc>
                  <a:txBody>
                    <a:bodyPr/>
                    <a:lstStyle/>
                    <a:p>
                      <a:pPr algn="l">
                        <a:lnSpc>
                          <a:spcPct val="200000"/>
                        </a:lnSpc>
                        <a:buNone/>
                      </a:pPr>
                      <a:r>
                        <a:rPr lang="id-ID" sz="1700" kern="100" spc="-150" baseline="0"/>
                        <a:t>F1-Score</a:t>
                      </a:r>
                    </a:p>
                  </a:txBody>
                  <a:tcPr marL="68580" marR="68580" marT="0" marB="0" anchor="ctr"/>
                </a:tc>
                <a:tc>
                  <a:txBody>
                    <a:bodyPr/>
                    <a:lstStyle/>
                    <a:p>
                      <a:pPr algn="l">
                        <a:lnSpc>
                          <a:spcPct val="200000"/>
                        </a:lnSpc>
                        <a:buNone/>
                      </a:pPr>
                      <a:r>
                        <a:rPr lang="id-ID" sz="1700" kern="100" spc="-150" baseline="0"/>
                        <a:t>Log-Loss</a:t>
                      </a:r>
                    </a:p>
                  </a:txBody>
                  <a:tcPr marL="68580" marR="68580" marT="0" marB="0" anchor="ctr"/>
                </a:tc>
                <a:extLst>
                  <a:ext uri="{0D108BD9-81ED-4DB2-BD59-A6C34878D82A}">
                    <a16:rowId xmlns:a16="http://schemas.microsoft.com/office/drawing/2014/main" val="1452682662"/>
                  </a:ext>
                </a:extLst>
              </a:tr>
              <a:tr h="517115">
                <a:tc>
                  <a:txBody>
                    <a:bodyPr/>
                    <a:lstStyle/>
                    <a:p>
                      <a:pPr algn="l">
                        <a:lnSpc>
                          <a:spcPct val="200000"/>
                        </a:lnSpc>
                        <a:buNone/>
                      </a:pPr>
                      <a:r>
                        <a:rPr lang="id-ID" sz="1700" kern="100" spc="-150" baseline="0"/>
                        <a:t>Eggels et al. (2016)</a:t>
                      </a:r>
                    </a:p>
                  </a:txBody>
                  <a:tcPr marL="68580" marR="68580" marT="0" marB="0" anchor="ctr"/>
                </a:tc>
                <a:tc>
                  <a:txBody>
                    <a:bodyPr/>
                    <a:lstStyle/>
                    <a:p>
                      <a:pPr algn="l">
                        <a:lnSpc>
                          <a:spcPct val="200000"/>
                        </a:lnSpc>
                        <a:buNone/>
                      </a:pPr>
                      <a:r>
                        <a:rPr lang="id-ID" sz="1700" kern="100" spc="-150" baseline="0"/>
                        <a:t>Ada-Boost</a:t>
                      </a:r>
                    </a:p>
                  </a:txBody>
                  <a:tcPr marL="68580" marR="68580" marT="0" marB="0" anchor="ctr"/>
                </a:tc>
                <a:tc>
                  <a:txBody>
                    <a:bodyPr/>
                    <a:lstStyle/>
                    <a:p>
                      <a:pPr algn="l">
                        <a:lnSpc>
                          <a:spcPct val="200000"/>
                        </a:lnSpc>
                        <a:buNone/>
                      </a:pPr>
                      <a:r>
                        <a:rPr lang="id-ID" sz="1700" kern="100" spc="-150" baseline="0"/>
                        <a:t>–</a:t>
                      </a:r>
                    </a:p>
                  </a:txBody>
                  <a:tcPr marL="68580" marR="68580" marT="0" marB="0" anchor="ctr"/>
                </a:tc>
                <a:tc>
                  <a:txBody>
                    <a:bodyPr/>
                    <a:lstStyle/>
                    <a:p>
                      <a:pPr algn="l">
                        <a:lnSpc>
                          <a:spcPct val="200000"/>
                        </a:lnSpc>
                        <a:buNone/>
                      </a:pPr>
                      <a:r>
                        <a:rPr lang="id-ID" sz="1700" kern="100" spc="-150" baseline="0"/>
                        <a:t>0,670</a:t>
                      </a:r>
                    </a:p>
                  </a:txBody>
                  <a:tcPr marL="68580" marR="68580" marT="0" marB="0" anchor="ctr"/>
                </a:tc>
                <a:tc>
                  <a:txBody>
                    <a:bodyPr/>
                    <a:lstStyle/>
                    <a:p>
                      <a:pPr algn="l">
                        <a:lnSpc>
                          <a:spcPct val="200000"/>
                        </a:lnSpc>
                        <a:buNone/>
                      </a:pPr>
                      <a:r>
                        <a:rPr lang="id-ID" sz="1700" kern="100" spc="-150" baseline="0"/>
                        <a:t>–</a:t>
                      </a:r>
                    </a:p>
                  </a:txBody>
                  <a:tcPr marL="68580" marR="68580" marT="0" marB="0" anchor="ctr"/>
                </a:tc>
                <a:tc>
                  <a:txBody>
                    <a:bodyPr/>
                    <a:lstStyle/>
                    <a:p>
                      <a:pPr algn="l">
                        <a:lnSpc>
                          <a:spcPct val="200000"/>
                        </a:lnSpc>
                        <a:buNone/>
                      </a:pPr>
                      <a:r>
                        <a:rPr lang="id-ID" sz="1700" kern="100" spc="-150" baseline="0"/>
                        <a:t>0,624</a:t>
                      </a:r>
                    </a:p>
                  </a:txBody>
                  <a:tcPr marL="68580" marR="68580" marT="0" marB="0" anchor="ctr"/>
                </a:tc>
                <a:tc>
                  <a:txBody>
                    <a:bodyPr/>
                    <a:lstStyle/>
                    <a:p>
                      <a:pPr algn="l">
                        <a:lnSpc>
                          <a:spcPct val="200000"/>
                        </a:lnSpc>
                        <a:buNone/>
                      </a:pPr>
                      <a:r>
                        <a:rPr lang="id-ID" sz="1700" kern="100" spc="-150" baseline="0"/>
                        <a:t>0,773</a:t>
                      </a:r>
                    </a:p>
                  </a:txBody>
                  <a:tcPr marL="68580" marR="68580" marT="0" marB="0" anchor="ctr"/>
                </a:tc>
                <a:tc>
                  <a:txBody>
                    <a:bodyPr/>
                    <a:lstStyle/>
                    <a:p>
                      <a:pPr algn="l">
                        <a:lnSpc>
                          <a:spcPct val="200000"/>
                        </a:lnSpc>
                        <a:buNone/>
                      </a:pPr>
                      <a:r>
                        <a:rPr lang="id-ID" sz="1700" kern="100" spc="-150" baseline="0"/>
                        <a:t>0,688</a:t>
                      </a:r>
                    </a:p>
                  </a:txBody>
                  <a:tcPr marL="68580" marR="68580" marT="0" marB="0" anchor="ctr"/>
                </a:tc>
                <a:tc>
                  <a:txBody>
                    <a:bodyPr/>
                    <a:lstStyle/>
                    <a:p>
                      <a:pPr algn="l">
                        <a:lnSpc>
                          <a:spcPct val="200000"/>
                        </a:lnSpc>
                        <a:buNone/>
                      </a:pPr>
                      <a:r>
                        <a:rPr lang="id-ID" sz="1700" kern="100" spc="-150" baseline="0"/>
                        <a:t>–</a:t>
                      </a:r>
                    </a:p>
                  </a:txBody>
                  <a:tcPr marL="68580" marR="68580" marT="0" marB="0" anchor="ctr"/>
                </a:tc>
                <a:extLst>
                  <a:ext uri="{0D108BD9-81ED-4DB2-BD59-A6C34878D82A}">
                    <a16:rowId xmlns:a16="http://schemas.microsoft.com/office/drawing/2014/main" val="734325648"/>
                  </a:ext>
                </a:extLst>
              </a:tr>
              <a:tr h="517115">
                <a:tc>
                  <a:txBody>
                    <a:bodyPr/>
                    <a:lstStyle/>
                    <a:p>
                      <a:pPr algn="l">
                        <a:lnSpc>
                          <a:spcPct val="200000"/>
                        </a:lnSpc>
                        <a:buNone/>
                      </a:pPr>
                      <a:r>
                        <a:rPr lang="id-ID" sz="1700" kern="100" spc="-150" baseline="0"/>
                        <a:t>Anzer &amp; Bauer (2021)</a:t>
                      </a:r>
                    </a:p>
                  </a:txBody>
                  <a:tcPr marL="68580" marR="68580" marT="0" marB="0" anchor="ctr"/>
                </a:tc>
                <a:tc>
                  <a:txBody>
                    <a:bodyPr/>
                    <a:lstStyle/>
                    <a:p>
                      <a:pPr algn="l">
                        <a:lnSpc>
                          <a:spcPct val="200000"/>
                        </a:lnSpc>
                        <a:buNone/>
                      </a:pPr>
                      <a:r>
                        <a:rPr lang="id-ID" sz="1700" kern="100" spc="-150" baseline="0"/>
                        <a:t>Gradient Boosting Machine</a:t>
                      </a:r>
                    </a:p>
                  </a:txBody>
                  <a:tcPr marL="68580" marR="68580" marT="0" marB="0" anchor="ctr"/>
                </a:tc>
                <a:tc>
                  <a:txBody>
                    <a:bodyPr/>
                    <a:lstStyle/>
                    <a:p>
                      <a:pPr algn="l">
                        <a:lnSpc>
                          <a:spcPct val="200000"/>
                        </a:lnSpc>
                        <a:buNone/>
                      </a:pPr>
                      <a:r>
                        <a:rPr lang="id-ID" sz="1700" kern="100" spc="-150" baseline="0"/>
                        <a:t>–</a:t>
                      </a:r>
                    </a:p>
                  </a:txBody>
                  <a:tcPr marL="68580" marR="68580" marT="0" marB="0" anchor="ctr"/>
                </a:tc>
                <a:tc>
                  <a:txBody>
                    <a:bodyPr/>
                    <a:lstStyle/>
                    <a:p>
                      <a:pPr algn="l">
                        <a:lnSpc>
                          <a:spcPct val="200000"/>
                        </a:lnSpc>
                        <a:buNone/>
                      </a:pPr>
                      <a:r>
                        <a:rPr lang="id-ID" sz="1700" kern="100" spc="-150" baseline="0"/>
                        <a:t>0,822</a:t>
                      </a:r>
                    </a:p>
                  </a:txBody>
                  <a:tcPr marL="68580" marR="68580" marT="0" marB="0" anchor="ctr"/>
                </a:tc>
                <a:tc>
                  <a:txBody>
                    <a:bodyPr/>
                    <a:lstStyle/>
                    <a:p>
                      <a:pPr algn="l">
                        <a:lnSpc>
                          <a:spcPct val="200000"/>
                        </a:lnSpc>
                        <a:buNone/>
                      </a:pPr>
                      <a:r>
                        <a:rPr lang="id-ID" sz="1700" kern="100" spc="-150" baseline="0"/>
                        <a:t>–</a:t>
                      </a:r>
                    </a:p>
                  </a:txBody>
                  <a:tcPr marL="68580" marR="68580" marT="0" marB="0" anchor="ctr"/>
                </a:tc>
                <a:tc>
                  <a:txBody>
                    <a:bodyPr/>
                    <a:lstStyle/>
                    <a:p>
                      <a:pPr algn="l">
                        <a:lnSpc>
                          <a:spcPct val="200000"/>
                        </a:lnSpc>
                        <a:buNone/>
                      </a:pPr>
                      <a:r>
                        <a:rPr lang="id-ID" sz="1700" kern="100" spc="-150" baseline="0"/>
                        <a:t>0,646</a:t>
                      </a:r>
                    </a:p>
                  </a:txBody>
                  <a:tcPr marL="68580" marR="68580" marT="0" marB="0" anchor="ctr"/>
                </a:tc>
                <a:tc>
                  <a:txBody>
                    <a:bodyPr/>
                    <a:lstStyle/>
                    <a:p>
                      <a:pPr algn="l">
                        <a:lnSpc>
                          <a:spcPct val="200000"/>
                        </a:lnSpc>
                        <a:buNone/>
                      </a:pPr>
                      <a:r>
                        <a:rPr lang="id-ID" sz="1700" kern="100" spc="-150" baseline="0"/>
                        <a:t>0,181</a:t>
                      </a:r>
                    </a:p>
                  </a:txBody>
                  <a:tcPr marL="68580" marR="68580" marT="0" marB="0" anchor="ctr"/>
                </a:tc>
                <a:tc>
                  <a:txBody>
                    <a:bodyPr/>
                    <a:lstStyle/>
                    <a:p>
                      <a:pPr algn="l">
                        <a:lnSpc>
                          <a:spcPct val="200000"/>
                        </a:lnSpc>
                        <a:buNone/>
                      </a:pPr>
                      <a:r>
                        <a:rPr lang="id-ID" sz="1700" kern="100" spc="-150" baseline="0"/>
                        <a:t>–</a:t>
                      </a:r>
                    </a:p>
                  </a:txBody>
                  <a:tcPr marL="68580" marR="68580" marT="0" marB="0" anchor="ctr"/>
                </a:tc>
                <a:tc>
                  <a:txBody>
                    <a:bodyPr/>
                    <a:lstStyle/>
                    <a:p>
                      <a:pPr algn="l">
                        <a:lnSpc>
                          <a:spcPct val="200000"/>
                        </a:lnSpc>
                        <a:buNone/>
                      </a:pPr>
                      <a:r>
                        <a:rPr lang="id-ID" sz="1700" kern="100" spc="-150" baseline="0"/>
                        <a:t>–</a:t>
                      </a:r>
                    </a:p>
                  </a:txBody>
                  <a:tcPr marL="68580" marR="68580" marT="0" marB="0" anchor="ctr"/>
                </a:tc>
                <a:extLst>
                  <a:ext uri="{0D108BD9-81ED-4DB2-BD59-A6C34878D82A}">
                    <a16:rowId xmlns:a16="http://schemas.microsoft.com/office/drawing/2014/main" val="33056034"/>
                  </a:ext>
                </a:extLst>
              </a:tr>
              <a:tr h="517115">
                <a:tc>
                  <a:txBody>
                    <a:bodyPr/>
                    <a:lstStyle/>
                    <a:p>
                      <a:pPr algn="l">
                        <a:lnSpc>
                          <a:spcPct val="200000"/>
                        </a:lnSpc>
                        <a:buNone/>
                      </a:pPr>
                      <a:r>
                        <a:rPr lang="id-ID" sz="1700" kern="100" spc="-150" baseline="0" dirty="0" err="1"/>
                        <a:t>Cavus</a:t>
                      </a:r>
                      <a:r>
                        <a:rPr lang="id-ID" sz="1700" kern="100" spc="-150" baseline="0" dirty="0"/>
                        <a:t> &amp; </a:t>
                      </a:r>
                      <a:r>
                        <a:rPr lang="id-ID" sz="1700" kern="100" spc="-150" baseline="0" dirty="0" err="1"/>
                        <a:t>Biecek</a:t>
                      </a:r>
                      <a:r>
                        <a:rPr lang="id-ID" sz="1700" kern="100" spc="-150" baseline="0" dirty="0"/>
                        <a:t> (2022)</a:t>
                      </a:r>
                    </a:p>
                  </a:txBody>
                  <a:tcPr marL="68580" marR="68580" marT="0" marB="0" anchor="ctr"/>
                </a:tc>
                <a:tc>
                  <a:txBody>
                    <a:bodyPr/>
                    <a:lstStyle/>
                    <a:p>
                      <a:pPr algn="l">
                        <a:lnSpc>
                          <a:spcPct val="200000"/>
                        </a:lnSpc>
                        <a:buNone/>
                      </a:pPr>
                      <a:r>
                        <a:rPr lang="id-ID" sz="1700" kern="100" spc="-150" baseline="0"/>
                        <a:t>LightGBM</a:t>
                      </a:r>
                    </a:p>
                  </a:txBody>
                  <a:tcPr marL="68580" marR="68580" marT="0" marB="0" anchor="ctr"/>
                </a:tc>
                <a:tc>
                  <a:txBody>
                    <a:bodyPr/>
                    <a:lstStyle/>
                    <a:p>
                      <a:pPr algn="l">
                        <a:lnSpc>
                          <a:spcPct val="200000"/>
                        </a:lnSpc>
                        <a:buNone/>
                      </a:pPr>
                      <a:r>
                        <a:rPr lang="id-ID" sz="1700" kern="100" spc="-150" baseline="0"/>
                        <a:t>0,173</a:t>
                      </a:r>
                    </a:p>
                  </a:txBody>
                  <a:tcPr marL="68580" marR="68580" marT="0" marB="0" anchor="ctr"/>
                </a:tc>
                <a:tc>
                  <a:txBody>
                    <a:bodyPr/>
                    <a:lstStyle/>
                    <a:p>
                      <a:pPr algn="l">
                        <a:lnSpc>
                          <a:spcPct val="200000"/>
                        </a:lnSpc>
                        <a:buNone/>
                      </a:pPr>
                      <a:r>
                        <a:rPr lang="id-ID" sz="1700" kern="100" spc="-150" baseline="0"/>
                        <a:t>0,818</a:t>
                      </a:r>
                    </a:p>
                  </a:txBody>
                  <a:tcPr marL="68580" marR="68580" marT="0" marB="0" anchor="ctr"/>
                </a:tc>
                <a:tc>
                  <a:txBody>
                    <a:bodyPr/>
                    <a:lstStyle/>
                    <a:p>
                      <a:pPr algn="l">
                        <a:lnSpc>
                          <a:spcPct val="200000"/>
                        </a:lnSpc>
                        <a:buNone/>
                      </a:pPr>
                      <a:r>
                        <a:rPr lang="id-ID" sz="1700" kern="100" spc="-150" baseline="0"/>
                        <a:t>0,904</a:t>
                      </a:r>
                    </a:p>
                  </a:txBody>
                  <a:tcPr marL="68580" marR="68580" marT="0" marB="0" anchor="ctr"/>
                </a:tc>
                <a:tc>
                  <a:txBody>
                    <a:bodyPr/>
                    <a:lstStyle/>
                    <a:p>
                      <a:pPr algn="l">
                        <a:lnSpc>
                          <a:spcPct val="200000"/>
                        </a:lnSpc>
                        <a:buNone/>
                      </a:pPr>
                      <a:r>
                        <a:rPr lang="id-ID" sz="1700" kern="100" spc="-150" baseline="0"/>
                        <a:t>0,748</a:t>
                      </a:r>
                    </a:p>
                  </a:txBody>
                  <a:tcPr marL="68580" marR="68580" marT="0" marB="0" anchor="ctr"/>
                </a:tc>
                <a:tc>
                  <a:txBody>
                    <a:bodyPr/>
                    <a:lstStyle/>
                    <a:p>
                      <a:pPr algn="l">
                        <a:lnSpc>
                          <a:spcPct val="200000"/>
                        </a:lnSpc>
                        <a:buNone/>
                      </a:pPr>
                      <a:r>
                        <a:rPr lang="id-ID" sz="1700" kern="100" spc="-150" baseline="0"/>
                        <a:t>0,721</a:t>
                      </a:r>
                    </a:p>
                  </a:txBody>
                  <a:tcPr marL="68580" marR="68580" marT="0" marB="0" anchor="ctr"/>
                </a:tc>
                <a:tc>
                  <a:txBody>
                    <a:bodyPr/>
                    <a:lstStyle/>
                    <a:p>
                      <a:pPr algn="l">
                        <a:lnSpc>
                          <a:spcPct val="200000"/>
                        </a:lnSpc>
                        <a:buNone/>
                      </a:pPr>
                      <a:r>
                        <a:rPr lang="id-ID" sz="1700" kern="100" spc="-150" baseline="0"/>
                        <a:t>0,734</a:t>
                      </a:r>
                    </a:p>
                  </a:txBody>
                  <a:tcPr marL="68580" marR="68580" marT="0" marB="0" anchor="ctr"/>
                </a:tc>
                <a:tc>
                  <a:txBody>
                    <a:bodyPr/>
                    <a:lstStyle/>
                    <a:p>
                      <a:pPr algn="l">
                        <a:lnSpc>
                          <a:spcPct val="200000"/>
                        </a:lnSpc>
                        <a:buNone/>
                      </a:pPr>
                      <a:r>
                        <a:rPr lang="id-ID" sz="1700" kern="100" spc="-150" baseline="0" dirty="0"/>
                        <a:t>0,520</a:t>
                      </a:r>
                    </a:p>
                  </a:txBody>
                  <a:tcPr marL="68580" marR="68580" marT="0" marB="0" anchor="ctr"/>
                </a:tc>
                <a:extLst>
                  <a:ext uri="{0D108BD9-81ED-4DB2-BD59-A6C34878D82A}">
                    <a16:rowId xmlns:a16="http://schemas.microsoft.com/office/drawing/2014/main" val="4279734819"/>
                  </a:ext>
                </a:extLst>
              </a:tr>
              <a:tr h="517115">
                <a:tc>
                  <a:txBody>
                    <a:bodyPr/>
                    <a:lstStyle/>
                    <a:p>
                      <a:pPr algn="l">
                        <a:lnSpc>
                          <a:spcPct val="200000"/>
                        </a:lnSpc>
                        <a:buNone/>
                      </a:pPr>
                      <a:r>
                        <a:rPr lang="id-ID" sz="1700" kern="100" spc="-150" baseline="0"/>
                        <a:t>Mead et al. (2023)</a:t>
                      </a:r>
                    </a:p>
                  </a:txBody>
                  <a:tcPr marL="68580" marR="68580" marT="0" marB="0" anchor="ctr"/>
                </a:tc>
                <a:tc>
                  <a:txBody>
                    <a:bodyPr/>
                    <a:lstStyle/>
                    <a:p>
                      <a:pPr algn="l">
                        <a:lnSpc>
                          <a:spcPct val="200000"/>
                        </a:lnSpc>
                        <a:buNone/>
                      </a:pPr>
                      <a:r>
                        <a:rPr lang="id-ID" sz="1700" kern="100" spc="-150" baseline="0" dirty="0" err="1"/>
                        <a:t>XGBoost</a:t>
                      </a:r>
                      <a:endParaRPr lang="id-ID" sz="1700" kern="100" spc="-150" baseline="0" dirty="0"/>
                    </a:p>
                  </a:txBody>
                  <a:tcPr marL="68580" marR="68580" marT="0" marB="0" anchor="ctr"/>
                </a:tc>
                <a:tc>
                  <a:txBody>
                    <a:bodyPr/>
                    <a:lstStyle/>
                    <a:p>
                      <a:pPr algn="l">
                        <a:lnSpc>
                          <a:spcPct val="200000"/>
                        </a:lnSpc>
                        <a:buNone/>
                      </a:pPr>
                      <a:r>
                        <a:rPr lang="id-ID" sz="1700" kern="100" spc="-150" baseline="0"/>
                        <a:t>0,0799</a:t>
                      </a:r>
                    </a:p>
                  </a:txBody>
                  <a:tcPr marL="68580" marR="68580" marT="0" marB="0" anchor="ctr"/>
                </a:tc>
                <a:tc>
                  <a:txBody>
                    <a:bodyPr/>
                    <a:lstStyle/>
                    <a:p>
                      <a:pPr algn="l">
                        <a:lnSpc>
                          <a:spcPct val="200000"/>
                        </a:lnSpc>
                        <a:buNone/>
                      </a:pPr>
                      <a:r>
                        <a:rPr lang="id-ID" sz="1700" kern="100" spc="-150" baseline="0"/>
                        <a:t>0,8</a:t>
                      </a:r>
                    </a:p>
                  </a:txBody>
                  <a:tcPr marL="68580" marR="68580" marT="0" marB="0" anchor="ctr"/>
                </a:tc>
                <a:tc>
                  <a:txBody>
                    <a:bodyPr/>
                    <a:lstStyle/>
                    <a:p>
                      <a:pPr algn="l">
                        <a:lnSpc>
                          <a:spcPct val="200000"/>
                        </a:lnSpc>
                        <a:buNone/>
                      </a:pPr>
                      <a:r>
                        <a:rPr lang="id-ID" sz="1700" kern="100" spc="-150" baseline="0"/>
                        <a:t>–</a:t>
                      </a:r>
                    </a:p>
                  </a:txBody>
                  <a:tcPr marL="68580" marR="68580" marT="0" marB="0" anchor="ctr"/>
                </a:tc>
                <a:tc>
                  <a:txBody>
                    <a:bodyPr/>
                    <a:lstStyle/>
                    <a:p>
                      <a:pPr algn="l">
                        <a:lnSpc>
                          <a:spcPct val="200000"/>
                        </a:lnSpc>
                        <a:buNone/>
                      </a:pPr>
                      <a:r>
                        <a:rPr lang="id-ID" sz="1700" kern="100" spc="-150" baseline="0"/>
                        <a:t>–</a:t>
                      </a:r>
                    </a:p>
                  </a:txBody>
                  <a:tcPr marL="68580" marR="68580" marT="0" marB="0" anchor="ctr"/>
                </a:tc>
                <a:tc>
                  <a:txBody>
                    <a:bodyPr/>
                    <a:lstStyle/>
                    <a:p>
                      <a:pPr algn="l">
                        <a:lnSpc>
                          <a:spcPct val="200000"/>
                        </a:lnSpc>
                        <a:buNone/>
                      </a:pPr>
                      <a:r>
                        <a:rPr lang="id-ID" sz="1700" kern="100" spc="-150" baseline="0"/>
                        <a:t>–</a:t>
                      </a:r>
                    </a:p>
                  </a:txBody>
                  <a:tcPr marL="68580" marR="68580" marT="0" marB="0" anchor="ctr"/>
                </a:tc>
                <a:tc>
                  <a:txBody>
                    <a:bodyPr/>
                    <a:lstStyle/>
                    <a:p>
                      <a:pPr algn="l">
                        <a:lnSpc>
                          <a:spcPct val="200000"/>
                        </a:lnSpc>
                        <a:buNone/>
                      </a:pPr>
                      <a:r>
                        <a:rPr lang="id-ID" sz="1700" kern="100" spc="-150" baseline="0"/>
                        <a:t>–</a:t>
                      </a:r>
                    </a:p>
                  </a:txBody>
                  <a:tcPr marL="68580" marR="68580" marT="0" marB="0" anchor="ctr"/>
                </a:tc>
                <a:tc>
                  <a:txBody>
                    <a:bodyPr/>
                    <a:lstStyle/>
                    <a:p>
                      <a:pPr algn="l">
                        <a:lnSpc>
                          <a:spcPct val="200000"/>
                        </a:lnSpc>
                        <a:buNone/>
                      </a:pPr>
                      <a:r>
                        <a:rPr lang="id-ID" sz="1700" kern="100" spc="-150" baseline="0" dirty="0"/>
                        <a:t>0,28184</a:t>
                      </a:r>
                    </a:p>
                  </a:txBody>
                  <a:tcPr marL="68580" marR="68580" marT="0" marB="0" anchor="ctr"/>
                </a:tc>
                <a:extLst>
                  <a:ext uri="{0D108BD9-81ED-4DB2-BD59-A6C34878D82A}">
                    <a16:rowId xmlns:a16="http://schemas.microsoft.com/office/drawing/2014/main" val="1692878202"/>
                  </a:ext>
                </a:extLst>
              </a:tr>
              <a:tr h="517115">
                <a:tc>
                  <a:txBody>
                    <a:bodyPr/>
                    <a:lstStyle/>
                    <a:p>
                      <a:pPr algn="l">
                        <a:lnSpc>
                          <a:spcPct val="200000"/>
                        </a:lnSpc>
                        <a:buNone/>
                      </a:pPr>
                      <a:r>
                        <a:rPr lang="id-ID" sz="1700" kern="100" spc="-150" baseline="0"/>
                        <a:t>Senn (2024)</a:t>
                      </a:r>
                    </a:p>
                  </a:txBody>
                  <a:tcPr marL="68580" marR="68580" marT="0" marB="0" anchor="ctr"/>
                </a:tc>
                <a:tc>
                  <a:txBody>
                    <a:bodyPr/>
                    <a:lstStyle/>
                    <a:p>
                      <a:pPr algn="l">
                        <a:lnSpc>
                          <a:spcPct val="200000"/>
                        </a:lnSpc>
                        <a:buNone/>
                      </a:pPr>
                      <a:r>
                        <a:rPr lang="id-ID" sz="1700" kern="100" spc="-150" baseline="0" dirty="0" err="1"/>
                        <a:t>XGBoost</a:t>
                      </a:r>
                      <a:endParaRPr lang="id-ID" sz="1700" kern="100" spc="-150" baseline="0" dirty="0"/>
                    </a:p>
                  </a:txBody>
                  <a:tcPr marL="68580" marR="68580" marT="0" marB="0" anchor="ctr"/>
                </a:tc>
                <a:tc>
                  <a:txBody>
                    <a:bodyPr/>
                    <a:lstStyle/>
                    <a:p>
                      <a:pPr algn="l">
                        <a:lnSpc>
                          <a:spcPct val="200000"/>
                        </a:lnSpc>
                        <a:buNone/>
                      </a:pPr>
                      <a:r>
                        <a:rPr lang="id-ID" sz="1700" kern="100" spc="-150" baseline="0"/>
                        <a:t>–</a:t>
                      </a:r>
                    </a:p>
                  </a:txBody>
                  <a:tcPr marL="68580" marR="68580" marT="0" marB="0" anchor="ctr"/>
                </a:tc>
                <a:tc>
                  <a:txBody>
                    <a:bodyPr/>
                    <a:lstStyle/>
                    <a:p>
                      <a:pPr algn="l">
                        <a:lnSpc>
                          <a:spcPct val="200000"/>
                        </a:lnSpc>
                        <a:buNone/>
                      </a:pPr>
                      <a:r>
                        <a:rPr lang="id-ID" sz="1700" kern="100" spc="-150" baseline="0"/>
                        <a:t>0,718</a:t>
                      </a:r>
                    </a:p>
                  </a:txBody>
                  <a:tcPr marL="68580" marR="68580" marT="0" marB="0" anchor="ctr"/>
                </a:tc>
                <a:tc>
                  <a:txBody>
                    <a:bodyPr/>
                    <a:lstStyle/>
                    <a:p>
                      <a:pPr algn="l">
                        <a:lnSpc>
                          <a:spcPct val="200000"/>
                        </a:lnSpc>
                        <a:buNone/>
                      </a:pPr>
                      <a:r>
                        <a:rPr lang="id-ID" sz="1700" kern="100" spc="-150" baseline="0"/>
                        <a:t>0,891</a:t>
                      </a:r>
                    </a:p>
                  </a:txBody>
                  <a:tcPr marL="68580" marR="68580" marT="0" marB="0" anchor="ctr"/>
                </a:tc>
                <a:tc>
                  <a:txBody>
                    <a:bodyPr/>
                    <a:lstStyle/>
                    <a:p>
                      <a:pPr algn="l">
                        <a:lnSpc>
                          <a:spcPct val="200000"/>
                        </a:lnSpc>
                        <a:buNone/>
                      </a:pPr>
                      <a:r>
                        <a:rPr lang="id-ID" sz="1700" kern="100" spc="-150" baseline="0"/>
                        <a:t>0,536</a:t>
                      </a:r>
                    </a:p>
                  </a:txBody>
                  <a:tcPr marL="68580" marR="68580" marT="0" marB="0" anchor="ctr"/>
                </a:tc>
                <a:tc>
                  <a:txBody>
                    <a:bodyPr/>
                    <a:lstStyle/>
                    <a:p>
                      <a:pPr algn="l">
                        <a:lnSpc>
                          <a:spcPct val="200000"/>
                        </a:lnSpc>
                        <a:buNone/>
                      </a:pPr>
                      <a:r>
                        <a:rPr lang="id-ID" sz="1700" kern="100" spc="-150" baseline="0"/>
                        <a:t>0,071</a:t>
                      </a:r>
                    </a:p>
                  </a:txBody>
                  <a:tcPr marL="68580" marR="68580" marT="0" marB="0" anchor="ctr"/>
                </a:tc>
                <a:tc>
                  <a:txBody>
                    <a:bodyPr/>
                    <a:lstStyle/>
                    <a:p>
                      <a:pPr algn="l">
                        <a:lnSpc>
                          <a:spcPct val="200000"/>
                        </a:lnSpc>
                        <a:buNone/>
                      </a:pPr>
                      <a:r>
                        <a:rPr lang="id-ID" sz="1700" kern="100" spc="-150" baseline="0"/>
                        <a:t>0,125</a:t>
                      </a:r>
                    </a:p>
                  </a:txBody>
                  <a:tcPr marL="68580" marR="68580" marT="0" marB="0" anchor="ctr"/>
                </a:tc>
                <a:tc>
                  <a:txBody>
                    <a:bodyPr/>
                    <a:lstStyle/>
                    <a:p>
                      <a:pPr algn="l">
                        <a:lnSpc>
                          <a:spcPct val="200000"/>
                        </a:lnSpc>
                        <a:buNone/>
                      </a:pPr>
                      <a:r>
                        <a:rPr lang="id-ID" sz="1700" kern="100" spc="-150" baseline="0"/>
                        <a:t>–</a:t>
                      </a:r>
                    </a:p>
                  </a:txBody>
                  <a:tcPr marL="68580" marR="68580" marT="0" marB="0" anchor="ctr"/>
                </a:tc>
                <a:extLst>
                  <a:ext uri="{0D108BD9-81ED-4DB2-BD59-A6C34878D82A}">
                    <a16:rowId xmlns:a16="http://schemas.microsoft.com/office/drawing/2014/main" val="3016004165"/>
                  </a:ext>
                </a:extLst>
              </a:tr>
              <a:tr h="517115">
                <a:tc>
                  <a:txBody>
                    <a:bodyPr/>
                    <a:lstStyle/>
                    <a:p>
                      <a:pPr algn="l">
                        <a:lnSpc>
                          <a:spcPct val="200000"/>
                        </a:lnSpc>
                        <a:buNone/>
                      </a:pPr>
                      <a:r>
                        <a:rPr lang="id-ID" sz="1700" b="1" kern="100" spc="-150" baseline="0" dirty="0"/>
                        <a:t>Model Penelitian</a:t>
                      </a:r>
                    </a:p>
                  </a:txBody>
                  <a:tcPr marL="68580" marR="68580" marT="0" marB="0" anchor="ctr"/>
                </a:tc>
                <a:tc>
                  <a:txBody>
                    <a:bodyPr/>
                    <a:lstStyle/>
                    <a:p>
                      <a:pPr algn="l">
                        <a:lnSpc>
                          <a:spcPct val="200000"/>
                        </a:lnSpc>
                        <a:buNone/>
                      </a:pPr>
                      <a:r>
                        <a:rPr lang="id-ID" sz="1700" b="1" kern="100" spc="-150" baseline="0" dirty="0" err="1"/>
                        <a:t>LightGBM</a:t>
                      </a:r>
                      <a:r>
                        <a:rPr lang="id-ID" sz="1700" b="1" kern="100" spc="-150" baseline="0" dirty="0"/>
                        <a:t> (</a:t>
                      </a:r>
                      <a:r>
                        <a:rPr lang="id-ID" sz="1700" b="1" kern="100" spc="-150" baseline="0" dirty="0" err="1"/>
                        <a:t>with</a:t>
                      </a:r>
                      <a:r>
                        <a:rPr lang="id-ID" sz="1700" b="1" kern="100" spc="-150" baseline="0" dirty="0"/>
                        <a:t> </a:t>
                      </a:r>
                      <a:r>
                        <a:rPr lang="id-ID" sz="1700" b="1" kern="100" spc="-150" baseline="0" dirty="0" err="1"/>
                        <a:t>Calibration</a:t>
                      </a:r>
                      <a:r>
                        <a:rPr lang="id-ID" sz="1700" b="1" kern="100" spc="-150" baseline="0" dirty="0"/>
                        <a:t>)</a:t>
                      </a:r>
                    </a:p>
                  </a:txBody>
                  <a:tcPr marL="68580" marR="68580" marT="0" marB="0" anchor="ctr"/>
                </a:tc>
                <a:tc>
                  <a:txBody>
                    <a:bodyPr/>
                    <a:lstStyle/>
                    <a:p>
                      <a:pPr algn="l">
                        <a:lnSpc>
                          <a:spcPct val="200000"/>
                        </a:lnSpc>
                        <a:buNone/>
                      </a:pPr>
                      <a:r>
                        <a:rPr lang="id-ID" sz="1700" b="1" kern="100" spc="-150" baseline="0" dirty="0"/>
                        <a:t>0,0621</a:t>
                      </a:r>
                    </a:p>
                  </a:txBody>
                  <a:tcPr marL="68580" marR="68580" marT="0" marB="0" anchor="ctr"/>
                </a:tc>
                <a:tc>
                  <a:txBody>
                    <a:bodyPr/>
                    <a:lstStyle/>
                    <a:p>
                      <a:pPr algn="l">
                        <a:lnSpc>
                          <a:spcPct val="200000"/>
                        </a:lnSpc>
                        <a:buNone/>
                      </a:pPr>
                      <a:r>
                        <a:rPr lang="id-ID" sz="1700" b="1" kern="100" spc="-150" baseline="0" dirty="0"/>
                        <a:t>0,9209</a:t>
                      </a:r>
                    </a:p>
                  </a:txBody>
                  <a:tcPr marL="68580" marR="68580" marT="0" marB="0" anchor="ctr"/>
                </a:tc>
                <a:tc>
                  <a:txBody>
                    <a:bodyPr/>
                    <a:lstStyle/>
                    <a:p>
                      <a:pPr algn="l">
                        <a:lnSpc>
                          <a:spcPct val="200000"/>
                        </a:lnSpc>
                        <a:buNone/>
                      </a:pPr>
                      <a:r>
                        <a:rPr lang="id-ID" sz="1700" b="1" kern="100" spc="-150" baseline="0" dirty="0"/>
                        <a:t>0,9113</a:t>
                      </a:r>
                    </a:p>
                  </a:txBody>
                  <a:tcPr marL="68580" marR="68580" marT="0" marB="0" anchor="ctr"/>
                </a:tc>
                <a:tc>
                  <a:txBody>
                    <a:bodyPr/>
                    <a:lstStyle/>
                    <a:p>
                      <a:pPr algn="l">
                        <a:lnSpc>
                          <a:spcPct val="200000"/>
                        </a:lnSpc>
                        <a:buNone/>
                      </a:pPr>
                      <a:r>
                        <a:rPr lang="id-ID" sz="1700" b="1" kern="100" spc="-150" baseline="0" dirty="0"/>
                        <a:t>0,8996</a:t>
                      </a:r>
                    </a:p>
                  </a:txBody>
                  <a:tcPr marL="68580" marR="68580" marT="0" marB="0" anchor="ctr"/>
                </a:tc>
                <a:tc>
                  <a:txBody>
                    <a:bodyPr/>
                    <a:lstStyle/>
                    <a:p>
                      <a:pPr algn="l">
                        <a:lnSpc>
                          <a:spcPct val="200000"/>
                        </a:lnSpc>
                        <a:buNone/>
                      </a:pPr>
                      <a:r>
                        <a:rPr lang="id-ID" sz="1700" b="1" kern="100" spc="-150" baseline="0" dirty="0"/>
                        <a:t>0,9113</a:t>
                      </a:r>
                    </a:p>
                  </a:txBody>
                  <a:tcPr marL="68580" marR="68580" marT="0" marB="0" anchor="ctr"/>
                </a:tc>
                <a:tc>
                  <a:txBody>
                    <a:bodyPr/>
                    <a:lstStyle/>
                    <a:p>
                      <a:pPr algn="l">
                        <a:lnSpc>
                          <a:spcPct val="200000"/>
                        </a:lnSpc>
                        <a:buNone/>
                      </a:pPr>
                      <a:r>
                        <a:rPr lang="id-ID" sz="1700" b="1" kern="100" spc="-150" baseline="0" dirty="0"/>
                        <a:t>0,9010</a:t>
                      </a:r>
                    </a:p>
                  </a:txBody>
                  <a:tcPr marL="68580" marR="68580" marT="0" marB="0" anchor="ctr"/>
                </a:tc>
                <a:tc>
                  <a:txBody>
                    <a:bodyPr/>
                    <a:lstStyle/>
                    <a:p>
                      <a:pPr algn="l">
                        <a:lnSpc>
                          <a:spcPct val="200000"/>
                        </a:lnSpc>
                        <a:buNone/>
                      </a:pPr>
                      <a:r>
                        <a:rPr lang="id-ID" sz="1700" b="1" kern="100" spc="-150" baseline="0" dirty="0"/>
                        <a:t>0,21</a:t>
                      </a:r>
                    </a:p>
                  </a:txBody>
                  <a:tcPr marL="68580" marR="68580" marT="0" marB="0" anchor="ctr"/>
                </a:tc>
                <a:extLst>
                  <a:ext uri="{0D108BD9-81ED-4DB2-BD59-A6C34878D82A}">
                    <a16:rowId xmlns:a16="http://schemas.microsoft.com/office/drawing/2014/main" val="1316689934"/>
                  </a:ext>
                </a:extLst>
              </a:tr>
            </a:tbl>
          </a:graphicData>
        </a:graphic>
      </p:graphicFrame>
    </p:spTree>
    <p:extLst>
      <p:ext uri="{BB962C8B-B14F-4D97-AF65-F5344CB8AC3E}">
        <p14:creationId xmlns:p14="http://schemas.microsoft.com/office/powerpoint/2010/main" val="82127766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74539F-2EE6-BCD1-E582-8EC235B0E862}"/>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D861B14D-981B-8178-788F-7EFDDB6117B6}"/>
              </a:ext>
            </a:extLst>
          </p:cNvPr>
          <p:cNvSpPr>
            <a:spLocks noGrp="1"/>
          </p:cNvSpPr>
          <p:nvPr>
            <p:ph type="title"/>
          </p:nvPr>
        </p:nvSpPr>
        <p:spPr>
          <a:xfrm>
            <a:off x="824174" y="376750"/>
            <a:ext cx="10678142" cy="1325563"/>
          </a:xfrm>
        </p:spPr>
        <p:txBody>
          <a:bodyPr rtlCol="0"/>
          <a:lstStyle/>
          <a:p>
            <a:r>
              <a:rPr lang="id-ID" dirty="0"/>
              <a:t>Industrial </a:t>
            </a:r>
            <a:r>
              <a:rPr lang="id-ID" dirty="0" err="1"/>
              <a:t>Benchmark</a:t>
            </a:r>
            <a:endParaRPr lang="id-ID" dirty="0"/>
          </a:p>
        </p:txBody>
      </p:sp>
      <p:sp>
        <p:nvSpPr>
          <p:cNvPr id="3" name="Tampungan Tanggal 2">
            <a:extLst>
              <a:ext uri="{FF2B5EF4-FFF2-40B4-BE49-F238E27FC236}">
                <a16:creationId xmlns:a16="http://schemas.microsoft.com/office/drawing/2014/main" id="{EFF90549-8A38-7A49-3D1D-B38AD6E837C6}"/>
              </a:ext>
            </a:extLst>
          </p:cNvPr>
          <p:cNvSpPr>
            <a:spLocks noGrp="1"/>
          </p:cNvSpPr>
          <p:nvPr>
            <p:ph type="dt" sz="half" idx="25"/>
          </p:nvPr>
        </p:nvSpPr>
        <p:spPr>
          <a:xfrm>
            <a:off x="381000" y="6356350"/>
            <a:ext cx="2743200" cy="365125"/>
          </a:xfrm>
        </p:spPr>
        <p:txBody>
          <a:bodyPr rtlCol="0"/>
          <a:lstStyle/>
          <a:p>
            <a:pPr rtl="0"/>
            <a:fld id="{423EE75F-42B8-4E1A-83C6-1B72B3C0E408}" type="datetime1">
              <a:rPr lang="id-ID" smtClean="0"/>
              <a:t>14/10/2025</a:t>
            </a:fld>
            <a:endParaRPr lang="id-ID"/>
          </a:p>
        </p:txBody>
      </p:sp>
      <p:sp>
        <p:nvSpPr>
          <p:cNvPr id="5" name="Tampungan Nomor Slide 4">
            <a:extLst>
              <a:ext uri="{FF2B5EF4-FFF2-40B4-BE49-F238E27FC236}">
                <a16:creationId xmlns:a16="http://schemas.microsoft.com/office/drawing/2014/main" id="{171CEDA0-4882-6B49-5C8E-92BF13434300}"/>
              </a:ext>
            </a:extLst>
          </p:cNvPr>
          <p:cNvSpPr>
            <a:spLocks noGrp="1"/>
          </p:cNvSpPr>
          <p:nvPr>
            <p:ph type="sldNum" sz="quarter" idx="27"/>
          </p:nvPr>
        </p:nvSpPr>
        <p:spPr>
          <a:xfrm>
            <a:off x="9067800" y="6356350"/>
            <a:ext cx="2743200" cy="365125"/>
          </a:xfrm>
        </p:spPr>
        <p:txBody>
          <a:bodyPr rtlCol="0"/>
          <a:lstStyle/>
          <a:p>
            <a:pPr rtl="0"/>
            <a:fld id="{294A09A9-5501-47C1-A89A-A340965A2BE2}" type="slidenum">
              <a:rPr lang="id-ID" smtClean="0"/>
              <a:pPr rtl="0"/>
              <a:t>35</a:t>
            </a:fld>
            <a:endParaRPr lang="id-ID"/>
          </a:p>
        </p:txBody>
      </p:sp>
      <p:sp>
        <p:nvSpPr>
          <p:cNvPr id="78" name="Content Placeholder 7">
            <a:extLst>
              <a:ext uri="{FF2B5EF4-FFF2-40B4-BE49-F238E27FC236}">
                <a16:creationId xmlns:a16="http://schemas.microsoft.com/office/drawing/2014/main" id="{619A95F2-E2C9-BC70-6473-77E1B12C9096}"/>
              </a:ext>
            </a:extLst>
          </p:cNvPr>
          <p:cNvSpPr txBox="1">
            <a:spLocks/>
          </p:cNvSpPr>
          <p:nvPr/>
        </p:nvSpPr>
        <p:spPr>
          <a:xfrm>
            <a:off x="750430" y="1706563"/>
            <a:ext cx="10382027" cy="3097666"/>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id-ID" sz="3200" dirty="0"/>
              <a:t>Untuk memvalidasi konsistensi, prediksi </a:t>
            </a:r>
            <a:r>
              <a:rPr lang="id-ID" sz="3200" dirty="0" err="1"/>
              <a:t>xG</a:t>
            </a:r>
            <a:r>
              <a:rPr lang="id-ID" sz="3200" dirty="0"/>
              <a:t> dari model ini dibandingkan dengan data dari penyedia statistik industri seperti </a:t>
            </a:r>
            <a:r>
              <a:rPr lang="id-ID" sz="3200" dirty="0" err="1"/>
              <a:t>Opta</a:t>
            </a:r>
            <a:r>
              <a:rPr lang="id-ID" sz="3200" dirty="0"/>
              <a:t> dan </a:t>
            </a:r>
            <a:r>
              <a:rPr lang="id-ID" sz="3200" dirty="0" err="1"/>
              <a:t>FBref</a:t>
            </a:r>
            <a:r>
              <a:rPr lang="id-ID" sz="3200" dirty="0"/>
              <a:t>. Hasilnya menunjukkan bahwa estimasi model ini sejalan dan kompetitif dengan standar industri.</a:t>
            </a:r>
          </a:p>
        </p:txBody>
      </p:sp>
    </p:spTree>
    <p:extLst>
      <p:ext uri="{BB962C8B-B14F-4D97-AF65-F5344CB8AC3E}">
        <p14:creationId xmlns:p14="http://schemas.microsoft.com/office/powerpoint/2010/main" val="298397020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D69B50-136A-6B98-1890-CDD9D3A29AE5}"/>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E330F4F9-F96F-CB34-5C87-70B25C78F7C7}"/>
              </a:ext>
            </a:extLst>
          </p:cNvPr>
          <p:cNvSpPr>
            <a:spLocks noGrp="1"/>
          </p:cNvSpPr>
          <p:nvPr>
            <p:ph type="title"/>
          </p:nvPr>
        </p:nvSpPr>
        <p:spPr>
          <a:xfrm>
            <a:off x="824174" y="376751"/>
            <a:ext cx="10678142" cy="639250"/>
          </a:xfrm>
        </p:spPr>
        <p:txBody>
          <a:bodyPr rtlCol="0"/>
          <a:lstStyle/>
          <a:p>
            <a:r>
              <a:rPr lang="id-ID" dirty="0"/>
              <a:t>Industrial </a:t>
            </a:r>
            <a:r>
              <a:rPr lang="id-ID" dirty="0" err="1"/>
              <a:t>Benchmark</a:t>
            </a:r>
            <a:endParaRPr lang="id-ID" dirty="0"/>
          </a:p>
        </p:txBody>
      </p:sp>
      <p:sp>
        <p:nvSpPr>
          <p:cNvPr id="3" name="Tampungan Tanggal 2">
            <a:extLst>
              <a:ext uri="{FF2B5EF4-FFF2-40B4-BE49-F238E27FC236}">
                <a16:creationId xmlns:a16="http://schemas.microsoft.com/office/drawing/2014/main" id="{CF16898C-90AB-F3AB-7F32-DDC1CDB2FED7}"/>
              </a:ext>
            </a:extLst>
          </p:cNvPr>
          <p:cNvSpPr>
            <a:spLocks noGrp="1"/>
          </p:cNvSpPr>
          <p:nvPr>
            <p:ph type="dt" sz="half" idx="25"/>
          </p:nvPr>
        </p:nvSpPr>
        <p:spPr>
          <a:xfrm>
            <a:off x="381000" y="6356350"/>
            <a:ext cx="2743200" cy="365125"/>
          </a:xfrm>
        </p:spPr>
        <p:txBody>
          <a:bodyPr rtlCol="0"/>
          <a:lstStyle/>
          <a:p>
            <a:pPr rtl="0"/>
            <a:fld id="{423EE75F-42B8-4E1A-83C6-1B72B3C0E408}" type="datetime1">
              <a:rPr lang="id-ID" smtClean="0"/>
              <a:t>14/10/2025</a:t>
            </a:fld>
            <a:endParaRPr lang="id-ID"/>
          </a:p>
        </p:txBody>
      </p:sp>
      <p:sp>
        <p:nvSpPr>
          <p:cNvPr id="5" name="Tampungan Nomor Slide 4">
            <a:extLst>
              <a:ext uri="{FF2B5EF4-FFF2-40B4-BE49-F238E27FC236}">
                <a16:creationId xmlns:a16="http://schemas.microsoft.com/office/drawing/2014/main" id="{762C4400-C546-28EE-F29F-CABA16ACD898}"/>
              </a:ext>
            </a:extLst>
          </p:cNvPr>
          <p:cNvSpPr>
            <a:spLocks noGrp="1"/>
          </p:cNvSpPr>
          <p:nvPr>
            <p:ph type="sldNum" sz="quarter" idx="27"/>
          </p:nvPr>
        </p:nvSpPr>
        <p:spPr>
          <a:xfrm>
            <a:off x="9067800" y="6356350"/>
            <a:ext cx="2743200" cy="365125"/>
          </a:xfrm>
        </p:spPr>
        <p:txBody>
          <a:bodyPr rtlCol="0"/>
          <a:lstStyle/>
          <a:p>
            <a:pPr rtl="0"/>
            <a:fld id="{294A09A9-5501-47C1-A89A-A340965A2BE2}" type="slidenum">
              <a:rPr lang="id-ID" smtClean="0"/>
              <a:pPr rtl="0"/>
              <a:t>36</a:t>
            </a:fld>
            <a:endParaRPr lang="id-ID"/>
          </a:p>
        </p:txBody>
      </p:sp>
      <p:graphicFrame>
        <p:nvGraphicFramePr>
          <p:cNvPr id="6" name="Table 5">
            <a:extLst>
              <a:ext uri="{FF2B5EF4-FFF2-40B4-BE49-F238E27FC236}">
                <a16:creationId xmlns:a16="http://schemas.microsoft.com/office/drawing/2014/main" id="{1CC99FB0-92A1-D0F0-6686-1C6674D7F659}"/>
              </a:ext>
            </a:extLst>
          </p:cNvPr>
          <p:cNvGraphicFramePr>
            <a:graphicFrameLocks noGrp="1"/>
          </p:cNvGraphicFramePr>
          <p:nvPr>
            <p:extLst>
              <p:ext uri="{D42A27DB-BD31-4B8C-83A1-F6EECF244321}">
                <p14:modId xmlns:p14="http://schemas.microsoft.com/office/powerpoint/2010/main" val="3575303727"/>
              </p:ext>
            </p:extLst>
          </p:nvPr>
        </p:nvGraphicFramePr>
        <p:xfrm>
          <a:off x="824174" y="1016001"/>
          <a:ext cx="10874339" cy="5196114"/>
        </p:xfrm>
        <a:graphic>
          <a:graphicData uri="http://schemas.openxmlformats.org/drawingml/2006/table">
            <a:tbl>
              <a:tblPr firstRow="1" firstCol="1" bandRow="1">
                <a:tableStyleId>{5C22544A-7EE6-4342-B048-85BDC9FD1C3A}</a:tableStyleId>
              </a:tblPr>
              <a:tblGrid>
                <a:gridCol w="3626127">
                  <a:extLst>
                    <a:ext uri="{9D8B030D-6E8A-4147-A177-3AD203B41FA5}">
                      <a16:colId xmlns:a16="http://schemas.microsoft.com/office/drawing/2014/main" val="956892253"/>
                    </a:ext>
                  </a:extLst>
                </a:gridCol>
                <a:gridCol w="953677">
                  <a:extLst>
                    <a:ext uri="{9D8B030D-6E8A-4147-A177-3AD203B41FA5}">
                      <a16:colId xmlns:a16="http://schemas.microsoft.com/office/drawing/2014/main" val="709715410"/>
                    </a:ext>
                  </a:extLst>
                </a:gridCol>
                <a:gridCol w="2098627">
                  <a:extLst>
                    <a:ext uri="{9D8B030D-6E8A-4147-A177-3AD203B41FA5}">
                      <a16:colId xmlns:a16="http://schemas.microsoft.com/office/drawing/2014/main" val="1365408414"/>
                    </a:ext>
                  </a:extLst>
                </a:gridCol>
                <a:gridCol w="2098627">
                  <a:extLst>
                    <a:ext uri="{9D8B030D-6E8A-4147-A177-3AD203B41FA5}">
                      <a16:colId xmlns:a16="http://schemas.microsoft.com/office/drawing/2014/main" val="3863355486"/>
                    </a:ext>
                  </a:extLst>
                </a:gridCol>
                <a:gridCol w="2097281">
                  <a:extLst>
                    <a:ext uri="{9D8B030D-6E8A-4147-A177-3AD203B41FA5}">
                      <a16:colId xmlns:a16="http://schemas.microsoft.com/office/drawing/2014/main" val="1636534166"/>
                    </a:ext>
                  </a:extLst>
                </a:gridCol>
              </a:tblGrid>
              <a:tr h="472374">
                <a:tc>
                  <a:txBody>
                    <a:bodyPr/>
                    <a:lstStyle/>
                    <a:p>
                      <a:pPr algn="just">
                        <a:lnSpc>
                          <a:spcPct val="200000"/>
                        </a:lnSpc>
                        <a:buNone/>
                      </a:pPr>
                      <a:r>
                        <a:rPr lang="id-ID" sz="1800" kern="0">
                          <a:effectLst/>
                        </a:rPr>
                        <a:t>Pertandingan</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Skor</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Sumber</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xG Tim A</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xG Tim B</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695493772"/>
                  </a:ext>
                </a:extLst>
              </a:tr>
              <a:tr h="472374">
                <a:tc rowSpan="5">
                  <a:txBody>
                    <a:bodyPr/>
                    <a:lstStyle/>
                    <a:p>
                      <a:pPr algn="just">
                        <a:lnSpc>
                          <a:spcPct val="200000"/>
                        </a:lnSpc>
                        <a:buNone/>
                      </a:pPr>
                      <a:r>
                        <a:rPr lang="id-ID" sz="1800" kern="0">
                          <a:effectLst/>
                        </a:rPr>
                        <a:t>England vs Iran – WC 2022</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rowSpan="5">
                  <a:txBody>
                    <a:bodyPr/>
                    <a:lstStyle/>
                    <a:p>
                      <a:pPr algn="just">
                        <a:lnSpc>
                          <a:spcPct val="200000"/>
                        </a:lnSpc>
                        <a:buNone/>
                      </a:pPr>
                      <a:r>
                        <a:rPr lang="id-ID" sz="1800" kern="0">
                          <a:effectLst/>
                        </a:rPr>
                        <a:t>6 – 2</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Penelitian ini</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dirty="0" err="1">
                          <a:effectLst/>
                        </a:rPr>
                        <a:t>England</a:t>
                      </a:r>
                      <a:r>
                        <a:rPr lang="id-ID" sz="1800" kern="0" dirty="0">
                          <a:effectLst/>
                        </a:rPr>
                        <a:t>: 3,09</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Iran: 0,87</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4187558195"/>
                  </a:ext>
                </a:extLst>
              </a:tr>
              <a:tr h="472374">
                <a:tc vMerge="1">
                  <a:txBody>
                    <a:bodyPr/>
                    <a:lstStyle/>
                    <a:p>
                      <a:endParaRPr lang="id-ID"/>
                    </a:p>
                  </a:txBody>
                  <a:tcPr/>
                </a:tc>
                <a:tc vMerge="1">
                  <a:txBody>
                    <a:bodyPr/>
                    <a:lstStyle/>
                    <a:p>
                      <a:endParaRPr lang="id-ID"/>
                    </a:p>
                  </a:txBody>
                  <a:tcPr/>
                </a:tc>
                <a:tc>
                  <a:txBody>
                    <a:bodyPr/>
                    <a:lstStyle/>
                    <a:p>
                      <a:pPr algn="just">
                        <a:lnSpc>
                          <a:spcPct val="200000"/>
                        </a:lnSpc>
                        <a:buNone/>
                      </a:pPr>
                      <a:r>
                        <a:rPr lang="id-ID" sz="1800" kern="0" dirty="0" err="1">
                          <a:effectLst/>
                        </a:rPr>
                        <a:t>Opta</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dirty="0" err="1">
                          <a:effectLst/>
                        </a:rPr>
                        <a:t>England</a:t>
                      </a:r>
                      <a:r>
                        <a:rPr lang="id-ID" sz="1800" kern="0" dirty="0">
                          <a:effectLst/>
                        </a:rPr>
                        <a:t>: 2,1</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Iran: 1,751</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3578095649"/>
                  </a:ext>
                </a:extLst>
              </a:tr>
              <a:tr h="472374">
                <a:tc vMerge="1">
                  <a:txBody>
                    <a:bodyPr/>
                    <a:lstStyle/>
                    <a:p>
                      <a:endParaRPr lang="id-ID"/>
                    </a:p>
                  </a:txBody>
                  <a:tcPr/>
                </a:tc>
                <a:tc vMerge="1">
                  <a:txBody>
                    <a:bodyPr/>
                    <a:lstStyle/>
                    <a:p>
                      <a:endParaRPr lang="id-ID"/>
                    </a:p>
                  </a:txBody>
                  <a:tcPr/>
                </a:tc>
                <a:tc>
                  <a:txBody>
                    <a:bodyPr/>
                    <a:lstStyle/>
                    <a:p>
                      <a:pPr algn="just">
                        <a:lnSpc>
                          <a:spcPct val="200000"/>
                        </a:lnSpc>
                        <a:buNone/>
                      </a:pPr>
                      <a:r>
                        <a:rPr lang="id-ID" sz="1800" kern="0" dirty="0">
                          <a:effectLst/>
                        </a:rPr>
                        <a:t>xGScore.io</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dirty="0" err="1">
                          <a:effectLst/>
                        </a:rPr>
                        <a:t>England</a:t>
                      </a:r>
                      <a:r>
                        <a:rPr lang="id-ID" sz="1800" kern="0" dirty="0">
                          <a:effectLst/>
                        </a:rPr>
                        <a:t>: 2,14</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Iran: 1,42</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493416815"/>
                  </a:ext>
                </a:extLst>
              </a:tr>
              <a:tr h="472374">
                <a:tc vMerge="1">
                  <a:txBody>
                    <a:bodyPr/>
                    <a:lstStyle/>
                    <a:p>
                      <a:endParaRPr lang="id-ID"/>
                    </a:p>
                  </a:txBody>
                  <a:tcPr/>
                </a:tc>
                <a:tc vMerge="1">
                  <a:txBody>
                    <a:bodyPr/>
                    <a:lstStyle/>
                    <a:p>
                      <a:endParaRPr lang="id-ID"/>
                    </a:p>
                  </a:txBody>
                  <a:tcPr/>
                </a:tc>
                <a:tc>
                  <a:txBody>
                    <a:bodyPr/>
                    <a:lstStyle/>
                    <a:p>
                      <a:pPr algn="just">
                        <a:lnSpc>
                          <a:spcPct val="200000"/>
                        </a:lnSpc>
                        <a:buNone/>
                      </a:pPr>
                      <a:r>
                        <a:rPr lang="id-ID" sz="1800" kern="0">
                          <a:effectLst/>
                        </a:rPr>
                        <a:t>FBref</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England: 2,1</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Iran: 1,4</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767491231"/>
                  </a:ext>
                </a:extLst>
              </a:tr>
              <a:tr h="472374">
                <a:tc vMerge="1">
                  <a:txBody>
                    <a:bodyPr/>
                    <a:lstStyle/>
                    <a:p>
                      <a:endParaRPr lang="id-ID"/>
                    </a:p>
                  </a:txBody>
                  <a:tcPr/>
                </a:tc>
                <a:tc vMerge="1">
                  <a:txBody>
                    <a:bodyPr/>
                    <a:lstStyle/>
                    <a:p>
                      <a:endParaRPr lang="id-ID"/>
                    </a:p>
                  </a:txBody>
                  <a:tcPr/>
                </a:tc>
                <a:tc>
                  <a:txBody>
                    <a:bodyPr/>
                    <a:lstStyle/>
                    <a:p>
                      <a:pPr algn="just">
                        <a:lnSpc>
                          <a:spcPct val="200000"/>
                        </a:lnSpc>
                        <a:buNone/>
                      </a:pPr>
                      <a:r>
                        <a:rPr lang="id-ID" sz="1800" kern="0">
                          <a:effectLst/>
                        </a:rPr>
                        <a:t>PFF</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dirty="0" err="1">
                          <a:effectLst/>
                        </a:rPr>
                        <a:t>England</a:t>
                      </a:r>
                      <a:r>
                        <a:rPr lang="id-ID" sz="1800" kern="0" dirty="0">
                          <a:effectLst/>
                        </a:rPr>
                        <a:t>: 2,14</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Iran: 1,62</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943277366"/>
                  </a:ext>
                </a:extLst>
              </a:tr>
              <a:tr h="472374">
                <a:tc rowSpan="5">
                  <a:txBody>
                    <a:bodyPr/>
                    <a:lstStyle/>
                    <a:p>
                      <a:pPr algn="just">
                        <a:lnSpc>
                          <a:spcPct val="200000"/>
                        </a:lnSpc>
                        <a:buNone/>
                      </a:pPr>
                      <a:r>
                        <a:rPr lang="id-ID" sz="1800" kern="0">
                          <a:effectLst/>
                        </a:rPr>
                        <a:t>England vs France – WC 2022</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rowSpan="5">
                  <a:txBody>
                    <a:bodyPr/>
                    <a:lstStyle/>
                    <a:p>
                      <a:pPr algn="just">
                        <a:lnSpc>
                          <a:spcPct val="200000"/>
                        </a:lnSpc>
                        <a:buNone/>
                      </a:pPr>
                      <a:r>
                        <a:rPr lang="id-ID" sz="1800" kern="0">
                          <a:effectLst/>
                        </a:rPr>
                        <a:t>1 – 2</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Penelitian ini</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dirty="0" err="1">
                          <a:effectLst/>
                        </a:rPr>
                        <a:t>England</a:t>
                      </a:r>
                      <a:r>
                        <a:rPr lang="id-ID" sz="1800" kern="0" dirty="0">
                          <a:effectLst/>
                        </a:rPr>
                        <a:t>: 1,98</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dirty="0" err="1">
                          <a:effectLst/>
                        </a:rPr>
                        <a:t>France</a:t>
                      </a:r>
                      <a:r>
                        <a:rPr lang="id-ID" sz="1800" kern="0" dirty="0">
                          <a:effectLst/>
                        </a:rPr>
                        <a:t>: 0,64</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173714510"/>
                  </a:ext>
                </a:extLst>
              </a:tr>
              <a:tr h="472374">
                <a:tc vMerge="1">
                  <a:txBody>
                    <a:bodyPr/>
                    <a:lstStyle/>
                    <a:p>
                      <a:endParaRPr lang="id-ID"/>
                    </a:p>
                  </a:txBody>
                  <a:tcPr/>
                </a:tc>
                <a:tc vMerge="1">
                  <a:txBody>
                    <a:bodyPr/>
                    <a:lstStyle/>
                    <a:p>
                      <a:endParaRPr lang="id-ID"/>
                    </a:p>
                  </a:txBody>
                  <a:tcPr/>
                </a:tc>
                <a:tc>
                  <a:txBody>
                    <a:bodyPr/>
                    <a:lstStyle/>
                    <a:p>
                      <a:pPr algn="just">
                        <a:lnSpc>
                          <a:spcPct val="200000"/>
                        </a:lnSpc>
                        <a:buNone/>
                      </a:pPr>
                      <a:r>
                        <a:rPr lang="id-ID" sz="1800" kern="0">
                          <a:effectLst/>
                        </a:rPr>
                        <a:t>PFF</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dirty="0" err="1">
                          <a:effectLst/>
                        </a:rPr>
                        <a:t>England</a:t>
                      </a:r>
                      <a:r>
                        <a:rPr lang="id-ID" sz="1800" kern="0" dirty="0">
                          <a:effectLst/>
                        </a:rPr>
                        <a:t>: 2,4</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France: 0,73</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6111487"/>
                  </a:ext>
                </a:extLst>
              </a:tr>
              <a:tr h="472374">
                <a:tc vMerge="1">
                  <a:txBody>
                    <a:bodyPr/>
                    <a:lstStyle/>
                    <a:p>
                      <a:endParaRPr lang="id-ID"/>
                    </a:p>
                  </a:txBody>
                  <a:tcPr/>
                </a:tc>
                <a:tc vMerge="1">
                  <a:txBody>
                    <a:bodyPr/>
                    <a:lstStyle/>
                    <a:p>
                      <a:endParaRPr lang="id-ID"/>
                    </a:p>
                  </a:txBody>
                  <a:tcPr/>
                </a:tc>
                <a:tc>
                  <a:txBody>
                    <a:bodyPr/>
                    <a:lstStyle/>
                    <a:p>
                      <a:pPr algn="just">
                        <a:lnSpc>
                          <a:spcPct val="200000"/>
                        </a:lnSpc>
                        <a:buNone/>
                      </a:pPr>
                      <a:r>
                        <a:rPr lang="id-ID" sz="1800" kern="0">
                          <a:effectLst/>
                        </a:rPr>
                        <a:t>xGScore.io</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England: 2,55</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France: 1,21</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388466971"/>
                  </a:ext>
                </a:extLst>
              </a:tr>
              <a:tr h="472374">
                <a:tc vMerge="1">
                  <a:txBody>
                    <a:bodyPr/>
                    <a:lstStyle/>
                    <a:p>
                      <a:endParaRPr lang="id-ID"/>
                    </a:p>
                  </a:txBody>
                  <a:tcPr/>
                </a:tc>
                <a:tc vMerge="1">
                  <a:txBody>
                    <a:bodyPr/>
                    <a:lstStyle/>
                    <a:p>
                      <a:endParaRPr lang="id-ID"/>
                    </a:p>
                  </a:txBody>
                  <a:tcPr/>
                </a:tc>
                <a:tc>
                  <a:txBody>
                    <a:bodyPr/>
                    <a:lstStyle/>
                    <a:p>
                      <a:pPr algn="just">
                        <a:lnSpc>
                          <a:spcPct val="200000"/>
                        </a:lnSpc>
                        <a:buNone/>
                      </a:pPr>
                      <a:r>
                        <a:rPr lang="id-ID" sz="1800" kern="0">
                          <a:effectLst/>
                        </a:rPr>
                        <a:t>FBref</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England: 2,4</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France: 0,9</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637179939"/>
                  </a:ext>
                </a:extLst>
              </a:tr>
              <a:tr h="472374">
                <a:tc vMerge="1">
                  <a:txBody>
                    <a:bodyPr/>
                    <a:lstStyle/>
                    <a:p>
                      <a:endParaRPr lang="id-ID"/>
                    </a:p>
                  </a:txBody>
                  <a:tcPr/>
                </a:tc>
                <a:tc vMerge="1">
                  <a:txBody>
                    <a:bodyPr/>
                    <a:lstStyle/>
                    <a:p>
                      <a:endParaRPr lang="id-ID"/>
                    </a:p>
                  </a:txBody>
                  <a:tcPr/>
                </a:tc>
                <a:tc>
                  <a:txBody>
                    <a:bodyPr/>
                    <a:lstStyle/>
                    <a:p>
                      <a:pPr algn="just">
                        <a:lnSpc>
                          <a:spcPct val="200000"/>
                        </a:lnSpc>
                        <a:buNone/>
                      </a:pPr>
                      <a:r>
                        <a:rPr lang="id-ID" sz="1800" kern="0">
                          <a:effectLst/>
                        </a:rPr>
                        <a:t>Opta</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England: 2,4</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dirty="0" err="1">
                          <a:effectLst/>
                        </a:rPr>
                        <a:t>France</a:t>
                      </a:r>
                      <a:r>
                        <a:rPr lang="id-ID" sz="1800" kern="0" dirty="0">
                          <a:effectLst/>
                        </a:rPr>
                        <a:t>: 1,012</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4159602749"/>
                  </a:ext>
                </a:extLst>
              </a:tr>
            </a:tbl>
          </a:graphicData>
        </a:graphic>
      </p:graphicFrame>
    </p:spTree>
    <p:extLst>
      <p:ext uri="{BB962C8B-B14F-4D97-AF65-F5344CB8AC3E}">
        <p14:creationId xmlns:p14="http://schemas.microsoft.com/office/powerpoint/2010/main" val="161314156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E5CB01-52C4-7D71-2331-B4EF333EA74C}"/>
              </a:ext>
            </a:extLst>
          </p:cNvPr>
          <p:cNvSpPr>
            <a:spLocks noGrp="1"/>
          </p:cNvSpPr>
          <p:nvPr>
            <p:ph type="title"/>
          </p:nvPr>
        </p:nvSpPr>
        <p:spPr>
          <a:xfrm>
            <a:off x="750429" y="381000"/>
            <a:ext cx="5513799" cy="1325563"/>
          </a:xfrm>
        </p:spPr>
        <p:txBody>
          <a:bodyPr/>
          <a:lstStyle/>
          <a:p>
            <a:r>
              <a:rPr lang="en-GB" sz="6000" dirty="0"/>
              <a:t>Interface Demo</a:t>
            </a:r>
            <a:endParaRPr lang="id-ID" sz="6000" dirty="0"/>
          </a:p>
        </p:txBody>
      </p:sp>
      <p:sp>
        <p:nvSpPr>
          <p:cNvPr id="27" name="Date Placeholder 26">
            <a:extLst>
              <a:ext uri="{FF2B5EF4-FFF2-40B4-BE49-F238E27FC236}">
                <a16:creationId xmlns:a16="http://schemas.microsoft.com/office/drawing/2014/main" id="{63683045-1DD3-E700-F1C4-435852143B6D}"/>
              </a:ext>
            </a:extLst>
          </p:cNvPr>
          <p:cNvSpPr>
            <a:spLocks noGrp="1"/>
          </p:cNvSpPr>
          <p:nvPr>
            <p:ph type="dt" sz="half" idx="25"/>
          </p:nvPr>
        </p:nvSpPr>
        <p:spPr/>
        <p:txBody>
          <a:bodyPr/>
          <a:lstStyle/>
          <a:p>
            <a:pPr rtl="0"/>
            <a:fld id="{0313E8A0-0BEB-4298-AEE4-B7CCF6490583}" type="datetime1">
              <a:rPr lang="id-ID" noProof="0" smtClean="0"/>
              <a:t>14/10/2025</a:t>
            </a:fld>
            <a:endParaRPr lang="id-ID" noProof="0"/>
          </a:p>
        </p:txBody>
      </p:sp>
      <p:sp>
        <p:nvSpPr>
          <p:cNvPr id="29" name="Slide Number Placeholder 28">
            <a:extLst>
              <a:ext uri="{FF2B5EF4-FFF2-40B4-BE49-F238E27FC236}">
                <a16:creationId xmlns:a16="http://schemas.microsoft.com/office/drawing/2014/main" id="{1AF321D4-D2C0-7BBA-6F83-C7833915C5B9}"/>
              </a:ext>
            </a:extLst>
          </p:cNvPr>
          <p:cNvSpPr>
            <a:spLocks noGrp="1"/>
          </p:cNvSpPr>
          <p:nvPr>
            <p:ph type="sldNum" sz="quarter" idx="27"/>
          </p:nvPr>
        </p:nvSpPr>
        <p:spPr/>
        <p:txBody>
          <a:bodyPr/>
          <a:lstStyle/>
          <a:p>
            <a:pPr rtl="0"/>
            <a:fld id="{294A09A9-5501-47C1-A89A-A340965A2BE2}" type="slidenum">
              <a:rPr lang="id-ID" noProof="0" smtClean="0"/>
              <a:pPr rtl="0"/>
              <a:t>37</a:t>
            </a:fld>
            <a:endParaRPr lang="id-ID" noProof="0"/>
          </a:p>
        </p:txBody>
      </p:sp>
      <p:pic>
        <p:nvPicPr>
          <p:cNvPr id="1026" name="Picture 2">
            <a:extLst>
              <a:ext uri="{FF2B5EF4-FFF2-40B4-BE49-F238E27FC236}">
                <a16:creationId xmlns:a16="http://schemas.microsoft.com/office/drawing/2014/main" id="{6A9403D6-D9F6-3A01-8859-11ABFF54F96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1000" y="1782538"/>
            <a:ext cx="5883229" cy="3441976"/>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CB2FCAF7-FFFF-E55F-BBCB-465AF90A2E8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19799" y="2750574"/>
            <a:ext cx="6096002" cy="18049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8799075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868684-22D9-EC9A-202B-95C87705678F}"/>
              </a:ext>
            </a:extLst>
          </p:cNvPr>
          <p:cNvSpPr>
            <a:spLocks noGrp="1"/>
          </p:cNvSpPr>
          <p:nvPr>
            <p:ph type="title"/>
          </p:nvPr>
        </p:nvSpPr>
        <p:spPr/>
        <p:txBody>
          <a:bodyPr/>
          <a:lstStyle/>
          <a:p>
            <a:r>
              <a:rPr lang="en-GB" dirty="0" err="1"/>
              <a:t>Keterbatasan</a:t>
            </a:r>
            <a:r>
              <a:rPr lang="en-GB" dirty="0"/>
              <a:t> </a:t>
            </a:r>
            <a:r>
              <a:rPr lang="en-GB" dirty="0" err="1"/>
              <a:t>Penelitian</a:t>
            </a:r>
            <a:endParaRPr lang="id-ID" dirty="0"/>
          </a:p>
        </p:txBody>
      </p:sp>
      <p:sp>
        <p:nvSpPr>
          <p:cNvPr id="3" name="Content Placeholder 2">
            <a:extLst>
              <a:ext uri="{FF2B5EF4-FFF2-40B4-BE49-F238E27FC236}">
                <a16:creationId xmlns:a16="http://schemas.microsoft.com/office/drawing/2014/main" id="{65200710-C666-F71E-CCCE-06ED514FA3A4}"/>
              </a:ext>
            </a:extLst>
          </p:cNvPr>
          <p:cNvSpPr>
            <a:spLocks noGrp="1"/>
          </p:cNvSpPr>
          <p:nvPr>
            <p:ph idx="1"/>
          </p:nvPr>
        </p:nvSpPr>
        <p:spPr>
          <a:xfrm>
            <a:off x="1167493" y="1887795"/>
            <a:ext cx="9613578" cy="3469022"/>
          </a:xfrm>
        </p:spPr>
        <p:txBody>
          <a:bodyPr/>
          <a:lstStyle/>
          <a:p>
            <a:r>
              <a:rPr lang="id-ID" sz="2800" dirty="0"/>
              <a:t>Penelitian ini memiliki keterbatasan pada cakupan data yang hanya mencakup liga tertentu dan ketersediaan fitur kontekstual seperti posisi kiper. Selain itu, validitas model juga perlu diuji lebih lanjut pada kompetisi dengan gaya bermain yang berbeda untuk memastikan generalisasi.</a:t>
            </a:r>
          </a:p>
        </p:txBody>
      </p:sp>
      <p:sp>
        <p:nvSpPr>
          <p:cNvPr id="4" name="Date Placeholder 3">
            <a:extLst>
              <a:ext uri="{FF2B5EF4-FFF2-40B4-BE49-F238E27FC236}">
                <a16:creationId xmlns:a16="http://schemas.microsoft.com/office/drawing/2014/main" id="{B888C59B-68A0-3591-5974-34464134CCEC}"/>
              </a:ext>
            </a:extLst>
          </p:cNvPr>
          <p:cNvSpPr>
            <a:spLocks noGrp="1"/>
          </p:cNvSpPr>
          <p:nvPr>
            <p:ph type="dt" sz="half" idx="2"/>
          </p:nvPr>
        </p:nvSpPr>
        <p:spPr/>
        <p:txBody>
          <a:bodyPr/>
          <a:lstStyle/>
          <a:p>
            <a:pPr rtl="0"/>
            <a:fld id="{864F080E-00EF-45FB-879B-543FC5219789}" type="datetime1">
              <a:rPr lang="id-ID" noProof="0" smtClean="0"/>
              <a:t>14/10/2025</a:t>
            </a:fld>
            <a:endParaRPr lang="id-ID" noProof="0"/>
          </a:p>
        </p:txBody>
      </p:sp>
      <p:sp>
        <p:nvSpPr>
          <p:cNvPr id="6" name="Slide Number Placeholder 5">
            <a:extLst>
              <a:ext uri="{FF2B5EF4-FFF2-40B4-BE49-F238E27FC236}">
                <a16:creationId xmlns:a16="http://schemas.microsoft.com/office/drawing/2014/main" id="{D1F630AB-4019-E7C5-9C7A-83CA11B8ED47}"/>
              </a:ext>
            </a:extLst>
          </p:cNvPr>
          <p:cNvSpPr>
            <a:spLocks noGrp="1"/>
          </p:cNvSpPr>
          <p:nvPr>
            <p:ph type="sldNum" sz="quarter" idx="4"/>
          </p:nvPr>
        </p:nvSpPr>
        <p:spPr/>
        <p:txBody>
          <a:bodyPr/>
          <a:lstStyle/>
          <a:p>
            <a:pPr rtl="0"/>
            <a:fld id="{294A09A9-5501-47C1-A89A-A340965A2BE2}" type="slidenum">
              <a:rPr lang="id-ID" noProof="0" smtClean="0"/>
              <a:pPr rtl="0"/>
              <a:t>38</a:t>
            </a:fld>
            <a:endParaRPr lang="id-ID" noProof="0"/>
          </a:p>
        </p:txBody>
      </p:sp>
    </p:spTree>
    <p:extLst>
      <p:ext uri="{BB962C8B-B14F-4D97-AF65-F5344CB8AC3E}">
        <p14:creationId xmlns:p14="http://schemas.microsoft.com/office/powerpoint/2010/main" val="327806934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87F26-D841-9E3A-EA2F-E7883150B0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8A2974-B241-0900-1380-741A476B6087}"/>
              </a:ext>
            </a:extLst>
          </p:cNvPr>
          <p:cNvSpPr>
            <a:spLocks noGrp="1"/>
          </p:cNvSpPr>
          <p:nvPr>
            <p:ph type="title"/>
          </p:nvPr>
        </p:nvSpPr>
        <p:spPr/>
        <p:txBody>
          <a:bodyPr/>
          <a:lstStyle/>
          <a:p>
            <a:r>
              <a:rPr lang="en-GB" dirty="0" err="1"/>
              <a:t>Implikasi</a:t>
            </a:r>
            <a:r>
              <a:rPr lang="en-GB" dirty="0"/>
              <a:t> </a:t>
            </a:r>
            <a:r>
              <a:rPr lang="en-GB" dirty="0" err="1"/>
              <a:t>Penelitian</a:t>
            </a:r>
            <a:endParaRPr lang="id-ID" dirty="0"/>
          </a:p>
        </p:txBody>
      </p:sp>
      <p:sp>
        <p:nvSpPr>
          <p:cNvPr id="3" name="Content Placeholder 2">
            <a:extLst>
              <a:ext uri="{FF2B5EF4-FFF2-40B4-BE49-F238E27FC236}">
                <a16:creationId xmlns:a16="http://schemas.microsoft.com/office/drawing/2014/main" id="{FFA5EB44-CA36-DAB3-792E-C7D6B4809106}"/>
              </a:ext>
            </a:extLst>
          </p:cNvPr>
          <p:cNvSpPr>
            <a:spLocks noGrp="1"/>
          </p:cNvSpPr>
          <p:nvPr>
            <p:ph idx="1"/>
          </p:nvPr>
        </p:nvSpPr>
        <p:spPr>
          <a:xfrm>
            <a:off x="1167493" y="1887795"/>
            <a:ext cx="9613578" cy="3469022"/>
          </a:xfrm>
        </p:spPr>
        <p:txBody>
          <a:bodyPr/>
          <a:lstStyle/>
          <a:p>
            <a:r>
              <a:rPr lang="id-ID" sz="2800" dirty="0"/>
              <a:t>Secara teoritis, penelitian ini memvalidasi superioritas </a:t>
            </a:r>
            <a:r>
              <a:rPr lang="id-ID" sz="2800" dirty="0" err="1"/>
              <a:t>LightGBM</a:t>
            </a:r>
            <a:r>
              <a:rPr lang="id-ID" sz="2800" dirty="0"/>
              <a:t> untuk data olahraga yang non-linear. Secara praktis, model dan aplikasi yang dikembangkan dapat menjadi alat bantu objektif bagi klub, analis, media, hingga untuk pembinaan pemain muda.</a:t>
            </a:r>
          </a:p>
        </p:txBody>
      </p:sp>
      <p:sp>
        <p:nvSpPr>
          <p:cNvPr id="4" name="Date Placeholder 3">
            <a:extLst>
              <a:ext uri="{FF2B5EF4-FFF2-40B4-BE49-F238E27FC236}">
                <a16:creationId xmlns:a16="http://schemas.microsoft.com/office/drawing/2014/main" id="{072C9778-C49D-CCFE-6948-462E42E34B6E}"/>
              </a:ext>
            </a:extLst>
          </p:cNvPr>
          <p:cNvSpPr>
            <a:spLocks noGrp="1"/>
          </p:cNvSpPr>
          <p:nvPr>
            <p:ph type="dt" sz="half" idx="2"/>
          </p:nvPr>
        </p:nvSpPr>
        <p:spPr/>
        <p:txBody>
          <a:bodyPr/>
          <a:lstStyle/>
          <a:p>
            <a:pPr rtl="0"/>
            <a:fld id="{864F080E-00EF-45FB-879B-543FC5219789}" type="datetime1">
              <a:rPr lang="id-ID" noProof="0" smtClean="0"/>
              <a:t>14/10/2025</a:t>
            </a:fld>
            <a:endParaRPr lang="id-ID" noProof="0"/>
          </a:p>
        </p:txBody>
      </p:sp>
      <p:sp>
        <p:nvSpPr>
          <p:cNvPr id="6" name="Slide Number Placeholder 5">
            <a:extLst>
              <a:ext uri="{FF2B5EF4-FFF2-40B4-BE49-F238E27FC236}">
                <a16:creationId xmlns:a16="http://schemas.microsoft.com/office/drawing/2014/main" id="{8994C8F1-21C7-2222-1E2E-3AFA407C758C}"/>
              </a:ext>
            </a:extLst>
          </p:cNvPr>
          <p:cNvSpPr>
            <a:spLocks noGrp="1"/>
          </p:cNvSpPr>
          <p:nvPr>
            <p:ph type="sldNum" sz="quarter" idx="4"/>
          </p:nvPr>
        </p:nvSpPr>
        <p:spPr/>
        <p:txBody>
          <a:bodyPr/>
          <a:lstStyle/>
          <a:p>
            <a:pPr rtl="0"/>
            <a:fld id="{294A09A9-5501-47C1-A89A-A340965A2BE2}" type="slidenum">
              <a:rPr lang="id-ID" noProof="0" smtClean="0"/>
              <a:pPr rtl="0"/>
              <a:t>39</a:t>
            </a:fld>
            <a:endParaRPr lang="id-ID" noProof="0"/>
          </a:p>
        </p:txBody>
      </p:sp>
    </p:spTree>
    <p:extLst>
      <p:ext uri="{BB962C8B-B14F-4D97-AF65-F5344CB8AC3E}">
        <p14:creationId xmlns:p14="http://schemas.microsoft.com/office/powerpoint/2010/main" val="306887586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D4E6D6-66B3-4C11-4071-9A1616A23A52}"/>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EE6B2CF1-4B47-BF0E-656E-FE21F300D2EB}"/>
              </a:ext>
            </a:extLst>
          </p:cNvPr>
          <p:cNvSpPr>
            <a:spLocks noGrp="1"/>
          </p:cNvSpPr>
          <p:nvPr>
            <p:ph type="title"/>
          </p:nvPr>
        </p:nvSpPr>
        <p:spPr>
          <a:xfrm>
            <a:off x="1167492" y="381000"/>
            <a:ext cx="9779183" cy="1325563"/>
          </a:xfrm>
        </p:spPr>
        <p:txBody>
          <a:bodyPr rtlCol="0"/>
          <a:lstStyle/>
          <a:p>
            <a:r>
              <a:rPr lang="en-GB" dirty="0"/>
              <a:t>Kesimpulan</a:t>
            </a:r>
            <a:endParaRPr lang="id-ID" dirty="0"/>
          </a:p>
        </p:txBody>
      </p:sp>
      <p:sp>
        <p:nvSpPr>
          <p:cNvPr id="4" name="Tampungan Konten 3">
            <a:extLst>
              <a:ext uri="{FF2B5EF4-FFF2-40B4-BE49-F238E27FC236}">
                <a16:creationId xmlns:a16="http://schemas.microsoft.com/office/drawing/2014/main" id="{1DC8A93A-C50E-D83E-71CB-29084D6A9B5F}"/>
              </a:ext>
            </a:extLst>
          </p:cNvPr>
          <p:cNvSpPr>
            <a:spLocks noGrp="1"/>
          </p:cNvSpPr>
          <p:nvPr>
            <p:ph idx="1"/>
          </p:nvPr>
        </p:nvSpPr>
        <p:spPr>
          <a:xfrm>
            <a:off x="1167492" y="2020529"/>
            <a:ext cx="7888017" cy="3657600"/>
          </a:xfrm>
        </p:spPr>
        <p:txBody>
          <a:bodyPr vert="horz" lIns="91440" tIns="45720" rIns="91440" bIns="45720" rtlCol="0" anchor="t">
            <a:normAutofit lnSpcReduction="10000"/>
          </a:bodyPr>
          <a:lstStyle/>
          <a:p>
            <a:r>
              <a:rPr lang="id-ID" sz="3200" dirty="0"/>
              <a:t>Penerapan </a:t>
            </a:r>
            <a:r>
              <a:rPr lang="id-ID" sz="3200" dirty="0" err="1"/>
              <a:t>LightGBM</a:t>
            </a:r>
            <a:r>
              <a:rPr lang="id-ID" sz="3200" dirty="0"/>
              <a:t> yang dioptimalkan berhasil menghasilkan model prediksi </a:t>
            </a:r>
            <a:r>
              <a:rPr lang="id-ID" sz="3200" dirty="0" err="1"/>
              <a:t>xG</a:t>
            </a:r>
            <a:r>
              <a:rPr lang="id-ID" sz="3200" dirty="0"/>
              <a:t> dengan akurasi dan keandalan probabilitas yang sangat tinggi. Dari segi komputasi, </a:t>
            </a:r>
            <a:r>
              <a:rPr lang="id-ID" sz="3200" dirty="0" err="1"/>
              <a:t>LightGBM</a:t>
            </a:r>
            <a:r>
              <a:rPr lang="id-ID" sz="3200" dirty="0"/>
              <a:t> juga terbukti jauh lebih efisien. Luaran dari penelitian ini tidak hanya berupa model, tetapi juga sebuah antarmuka aplikasi web interaktif yang fungsional untuk penerapan praktis.</a:t>
            </a:r>
          </a:p>
        </p:txBody>
      </p:sp>
      <p:sp>
        <p:nvSpPr>
          <p:cNvPr id="9" name="Tampungan Nomor Slide 8">
            <a:extLst>
              <a:ext uri="{FF2B5EF4-FFF2-40B4-BE49-F238E27FC236}">
                <a16:creationId xmlns:a16="http://schemas.microsoft.com/office/drawing/2014/main" id="{414C40D9-956D-F3DE-C569-43226D763FB1}"/>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40</a:t>
            </a:fld>
            <a:endParaRPr lang="id-ID" dirty="0"/>
          </a:p>
        </p:txBody>
      </p:sp>
    </p:spTree>
    <p:extLst>
      <p:ext uri="{BB962C8B-B14F-4D97-AF65-F5344CB8AC3E}">
        <p14:creationId xmlns:p14="http://schemas.microsoft.com/office/powerpoint/2010/main" val="46705039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466093-D4AA-F632-85B3-59570CEDC2CE}"/>
              </a:ext>
            </a:extLst>
          </p:cNvPr>
          <p:cNvSpPr>
            <a:spLocks noGrp="1"/>
          </p:cNvSpPr>
          <p:nvPr>
            <p:ph type="title"/>
          </p:nvPr>
        </p:nvSpPr>
        <p:spPr/>
        <p:txBody>
          <a:bodyPr/>
          <a:lstStyle/>
          <a:p>
            <a:r>
              <a:rPr lang="en-GB" dirty="0"/>
              <a:t>Saran</a:t>
            </a:r>
            <a:endParaRPr lang="id-ID" dirty="0"/>
          </a:p>
        </p:txBody>
      </p:sp>
      <p:sp>
        <p:nvSpPr>
          <p:cNvPr id="3" name="Content Placeholder 2">
            <a:extLst>
              <a:ext uri="{FF2B5EF4-FFF2-40B4-BE49-F238E27FC236}">
                <a16:creationId xmlns:a16="http://schemas.microsoft.com/office/drawing/2014/main" id="{79D8D027-F1C0-BD15-68D4-DC8C613ADD28}"/>
              </a:ext>
            </a:extLst>
          </p:cNvPr>
          <p:cNvSpPr>
            <a:spLocks noGrp="1"/>
          </p:cNvSpPr>
          <p:nvPr>
            <p:ph idx="1"/>
          </p:nvPr>
        </p:nvSpPr>
        <p:spPr>
          <a:xfrm>
            <a:off x="1167492" y="1706563"/>
            <a:ext cx="9893797" cy="3650253"/>
          </a:xfrm>
        </p:spPr>
        <p:txBody>
          <a:bodyPr/>
          <a:lstStyle/>
          <a:p>
            <a:r>
              <a:rPr lang="id-ID" sz="2800" dirty="0"/>
              <a:t>Untuk penelitian selanjutnya, disarankan untuk memperkaya model dengan fitur yang lebih detail, seperti data posisi pemain bertahan saat tembakan terjadi. Pengembangan aplikasi juga dapat dilanjutkan dengan menambahkan fitur analisis performa pemain atau perbandingan taktik tim.</a:t>
            </a:r>
          </a:p>
        </p:txBody>
      </p:sp>
      <p:sp>
        <p:nvSpPr>
          <p:cNvPr id="4" name="Date Placeholder 3">
            <a:extLst>
              <a:ext uri="{FF2B5EF4-FFF2-40B4-BE49-F238E27FC236}">
                <a16:creationId xmlns:a16="http://schemas.microsoft.com/office/drawing/2014/main" id="{3CA90C15-EF3A-B529-724E-20961D1EA568}"/>
              </a:ext>
            </a:extLst>
          </p:cNvPr>
          <p:cNvSpPr>
            <a:spLocks noGrp="1"/>
          </p:cNvSpPr>
          <p:nvPr>
            <p:ph type="dt" sz="half" idx="2"/>
          </p:nvPr>
        </p:nvSpPr>
        <p:spPr/>
        <p:txBody>
          <a:bodyPr/>
          <a:lstStyle/>
          <a:p>
            <a:pPr rtl="0"/>
            <a:fld id="{864F080E-00EF-45FB-879B-543FC5219789}" type="datetime1">
              <a:rPr lang="id-ID" noProof="0" smtClean="0"/>
              <a:t>14/10/2025</a:t>
            </a:fld>
            <a:endParaRPr lang="id-ID" noProof="0"/>
          </a:p>
        </p:txBody>
      </p:sp>
      <p:sp>
        <p:nvSpPr>
          <p:cNvPr id="6" name="Slide Number Placeholder 5">
            <a:extLst>
              <a:ext uri="{FF2B5EF4-FFF2-40B4-BE49-F238E27FC236}">
                <a16:creationId xmlns:a16="http://schemas.microsoft.com/office/drawing/2014/main" id="{3BCA0E54-BD5E-43D9-25A3-856FF970BBC2}"/>
              </a:ext>
            </a:extLst>
          </p:cNvPr>
          <p:cNvSpPr>
            <a:spLocks noGrp="1"/>
          </p:cNvSpPr>
          <p:nvPr>
            <p:ph type="sldNum" sz="quarter" idx="4"/>
          </p:nvPr>
        </p:nvSpPr>
        <p:spPr/>
        <p:txBody>
          <a:bodyPr/>
          <a:lstStyle/>
          <a:p>
            <a:pPr rtl="0"/>
            <a:fld id="{294A09A9-5501-47C1-A89A-A340965A2BE2}" type="slidenum">
              <a:rPr lang="id-ID" noProof="0" smtClean="0"/>
              <a:pPr rtl="0"/>
              <a:t>41</a:t>
            </a:fld>
            <a:endParaRPr lang="id-ID" noProof="0"/>
          </a:p>
        </p:txBody>
      </p:sp>
    </p:spTree>
    <p:extLst>
      <p:ext uri="{BB962C8B-B14F-4D97-AF65-F5344CB8AC3E}">
        <p14:creationId xmlns:p14="http://schemas.microsoft.com/office/powerpoint/2010/main" val="165766698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69FAE308-3076-43DB-B834-DA0B0AE19AF9}"/>
              </a:ext>
            </a:extLst>
          </p:cNvPr>
          <p:cNvSpPr>
            <a:spLocks noGrp="1"/>
          </p:cNvSpPr>
          <p:nvPr>
            <p:ph type="ctrTitle"/>
          </p:nvPr>
        </p:nvSpPr>
        <p:spPr>
          <a:xfrm>
            <a:off x="1167494" y="1122363"/>
            <a:ext cx="6220278" cy="2387600"/>
          </a:xfrm>
        </p:spPr>
        <p:txBody>
          <a:bodyPr rtlCol="0"/>
          <a:lstStyle/>
          <a:p>
            <a:pPr rtl="0"/>
            <a:r>
              <a:rPr lang="id-ID"/>
              <a:t>Terima kasih</a:t>
            </a:r>
          </a:p>
        </p:txBody>
      </p:sp>
    </p:spTree>
    <p:extLst>
      <p:ext uri="{BB962C8B-B14F-4D97-AF65-F5344CB8AC3E}">
        <p14:creationId xmlns:p14="http://schemas.microsoft.com/office/powerpoint/2010/main" val="926184573"/>
      </p:ext>
    </p:extLst>
  </p:cSld>
  <p:clrMapOvr>
    <a:masterClrMapping/>
  </p:clrMapOvr>
</p:sld>
</file>

<file path=ppt/theme/theme1.xml><?xml version="1.0" encoding="utf-8"?>
<a:theme xmlns:a="http://schemas.openxmlformats.org/drawingml/2006/main" name="Tema Office">
  <a:themeElements>
    <a:clrScheme name="Universal Color Block">
      <a:dk1>
        <a:srgbClr val="000000"/>
      </a:dk1>
      <a:lt1>
        <a:srgbClr val="FFFFFF"/>
      </a:lt1>
      <a:dk2>
        <a:srgbClr val="44546A"/>
      </a:dk2>
      <a:lt2>
        <a:srgbClr val="E7E6E6"/>
      </a:lt2>
      <a:accent1>
        <a:srgbClr val="0068FF"/>
      </a:accent1>
      <a:accent2>
        <a:srgbClr val="DAE5EF"/>
      </a:accent2>
      <a:accent3>
        <a:srgbClr val="637183"/>
      </a:accent3>
      <a:accent4>
        <a:srgbClr val="434E5E"/>
      </a:accent4>
      <a:accent5>
        <a:srgbClr val="5B9BD5"/>
      </a:accent5>
      <a:accent6>
        <a:srgbClr val="70AD47"/>
      </a:accent6>
      <a:hlink>
        <a:srgbClr val="0563C1"/>
      </a:hlink>
      <a:folHlink>
        <a:srgbClr val="954F72"/>
      </a:folHlink>
    </a:clrScheme>
    <a:fontScheme name="Custom 75">
      <a:majorFont>
        <a:latin typeface="Tenorite"/>
        <a:ea typeface=""/>
        <a:cs typeface=""/>
      </a:majorFont>
      <a:minorFont>
        <a:latin typeface="Tenorit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60257869_TF45331398_Win32" id="{F0444880-C702-4261-A48F-CB5967707C8F}" vid="{4E136AF5-FC91-4907-8B2C-104F28C7A544}"/>
    </a:ext>
  </a:extLst>
</a:theme>
</file>

<file path=ppt/theme/theme2.xml><?xml version="1.0" encoding="utf-8"?>
<a:theme xmlns:a="http://schemas.openxmlformats.org/drawingml/2006/main" name="Tema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1" ma:contentTypeDescription="Create a new document." ma:contentTypeScope="" ma:versionID="64dfb1555687e0874b4304b796b5b0c7">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e6e4c555b5e194d05b7203de9c4567b3"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element ref="ns1:_ip_UnifiedCompliancePolicyProperties" minOccurs="0"/>
                <xsd:element ref="ns1:_ip_UnifiedCompliancePolicyUIAction" minOccurs="0"/>
                <xsd:element ref="ns2:Image" minOccurs="0"/>
                <xsd:element ref="ns4:TaxCatchAll" minOccurs="0"/>
                <xsd:element ref="ns2:ImageTagsTaxHTField"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xsd:simpleType>
        <xsd:restriction base="dms:Note"/>
      </xsd:simpleType>
    </xsd:element>
    <xsd:element name="_ip_UnifiedCompliancePolicyUIAction" ma:index="21"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element name="Image" ma:index="22" nillable="true" ma:displayName="Image" ma:format="Image" ma:internalName="Image">
      <xsd:complexType>
        <xsd:complexContent>
          <xsd:extension base="dms:URL">
            <xsd:sequence>
              <xsd:element name="Url" type="dms:ValidUrl" minOccurs="0" nillable="true"/>
              <xsd:element name="Description" type="xsd:string" nillable="true"/>
            </xsd:sequence>
          </xsd:extension>
        </xsd:complexContent>
      </xsd:complex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D5BAB77-79E1-4739-AA51-10C9079186D6}">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85334180-0405-413B-834A-44FA9E05ADB7}">
  <ds:schemaRefs>
    <ds:schemaRef ds:uri="http://schemas.microsoft.com/sharepoint/v3/contenttype/forms"/>
  </ds:schemaRefs>
</ds:datastoreItem>
</file>

<file path=customXml/itemProps3.xml><?xml version="1.0" encoding="utf-8"?>
<ds:datastoreItem xmlns:ds="http://schemas.openxmlformats.org/officeDocument/2006/customXml" ds:itemID="{4A615295-94F6-4CE2-A1B1-6B7E1DAA5AD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f42aa342-8706-4288-bd11-ebb85995028c}"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Presentasi universal</Template>
  <TotalTime>10621</TotalTime>
  <Words>2129</Words>
  <Application>Microsoft Office PowerPoint</Application>
  <PresentationFormat>Widescreen</PresentationFormat>
  <Paragraphs>452</Paragraphs>
  <Slides>42</Slides>
  <Notes>38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42</vt:i4>
      </vt:variant>
    </vt:vector>
  </HeadingPairs>
  <TitlesOfParts>
    <vt:vector size="47" baseType="lpstr">
      <vt:lpstr>Arial</vt:lpstr>
      <vt:lpstr>Calibri</vt:lpstr>
      <vt:lpstr>Tenorite</vt:lpstr>
      <vt:lpstr>Times New Roman</vt:lpstr>
      <vt:lpstr>Tema Office</vt:lpstr>
      <vt:lpstr>PENERAPAN LIGHT GRADIENT BOOSTING MACHINE (LIGHTGBM) UNTUK PREDIKSI NILAI EXPECTED GOALS (xG) DALAM ANALISIS SEPAK BOLA</vt:lpstr>
      <vt:lpstr>Al-Alaq 1-5</vt:lpstr>
      <vt:lpstr>Agenda Presentasi</vt:lpstr>
      <vt:lpstr>PENDAHULUAN</vt:lpstr>
      <vt:lpstr>Latar Belakang</vt:lpstr>
      <vt:lpstr>Latar Belakang</vt:lpstr>
      <vt:lpstr>Identifikasi Masalah</vt:lpstr>
      <vt:lpstr>PowerPoint Presentation</vt:lpstr>
      <vt:lpstr>PowerPoint Presentation</vt:lpstr>
      <vt:lpstr>PowerPoint Presentation</vt:lpstr>
      <vt:lpstr>Rumusan Masalah</vt:lpstr>
      <vt:lpstr>Batasan Masalah</vt:lpstr>
      <vt:lpstr>Tujuan Penelitian</vt:lpstr>
      <vt:lpstr>Landasan Teori</vt:lpstr>
      <vt:lpstr>PowerPoint Presentation</vt:lpstr>
      <vt:lpstr>Landasan Teori LightGBM</vt:lpstr>
      <vt:lpstr>Landasan Teori Knowledge Discovery in Databases (KDD)</vt:lpstr>
      <vt:lpstr>Penelitian Sejenis</vt:lpstr>
      <vt:lpstr>METODOLOGI PENELITIAN</vt:lpstr>
      <vt:lpstr>Metodologi Penelitian </vt:lpstr>
      <vt:lpstr>Metodologi Penelitian </vt:lpstr>
      <vt:lpstr>Metodologi Penelitian </vt:lpstr>
      <vt:lpstr>HASIL DAN PEMBAHASAN</vt:lpstr>
      <vt:lpstr>Selection</vt:lpstr>
      <vt:lpstr>Preprocessing</vt:lpstr>
      <vt:lpstr>Transformation</vt:lpstr>
      <vt:lpstr>Data Mining</vt:lpstr>
      <vt:lpstr>Evaluation</vt:lpstr>
      <vt:lpstr>INTERPRETASI HASIL</vt:lpstr>
      <vt:lpstr>Practical Application</vt:lpstr>
      <vt:lpstr>Practical Application</vt:lpstr>
      <vt:lpstr>Practical Application</vt:lpstr>
      <vt:lpstr>Academic Benchmark</vt:lpstr>
      <vt:lpstr>Academic Benchmark</vt:lpstr>
      <vt:lpstr>Industrial Benchmark</vt:lpstr>
      <vt:lpstr>Industrial Benchmark</vt:lpstr>
      <vt:lpstr>Interface Demo</vt:lpstr>
      <vt:lpstr>Keterbatasan Penelitian</vt:lpstr>
      <vt:lpstr>Implikasi Penelitian</vt:lpstr>
      <vt:lpstr>Kesimpulan</vt:lpstr>
      <vt:lpstr>Saran</vt:lpstr>
      <vt:lpstr>Terima kasih</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FADHIL RAIHAN AKBAR</dc:creator>
  <cp:lastModifiedBy>FADHIL RAIHAN AKBAR</cp:lastModifiedBy>
  <cp:revision>18</cp:revision>
  <dcterms:created xsi:type="dcterms:W3CDTF">2025-07-18T09:53:55Z</dcterms:created>
  <dcterms:modified xsi:type="dcterms:W3CDTF">2025-10-14T12:29:24Z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