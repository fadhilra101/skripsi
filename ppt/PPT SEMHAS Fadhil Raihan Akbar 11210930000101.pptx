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2"/>
  </p:notesMasterIdLst>
  <p:handoutMasterIdLst>
    <p:handoutMasterId r:id="rId93"/>
  </p:handoutMasterIdLst>
  <p:sldIdLst>
    <p:sldId id="256" r:id="rId5"/>
    <p:sldId id="278" r:id="rId6"/>
    <p:sldId id="258" r:id="rId7"/>
    <p:sldId id="273" r:id="rId8"/>
    <p:sldId id="302" r:id="rId9"/>
    <p:sldId id="257" r:id="rId10"/>
    <p:sldId id="261" r:id="rId11"/>
    <p:sldId id="281" r:id="rId12"/>
    <p:sldId id="265" r:id="rId13"/>
    <p:sldId id="301" r:id="rId14"/>
    <p:sldId id="260" r:id="rId15"/>
    <p:sldId id="269" r:id="rId16"/>
    <p:sldId id="259" r:id="rId17"/>
    <p:sldId id="264" r:id="rId18"/>
    <p:sldId id="271" r:id="rId19"/>
    <p:sldId id="280" r:id="rId20"/>
    <p:sldId id="304" r:id="rId21"/>
    <p:sldId id="277" r:id="rId22"/>
    <p:sldId id="316" r:id="rId23"/>
    <p:sldId id="318" r:id="rId24"/>
    <p:sldId id="317" r:id="rId25"/>
    <p:sldId id="266" r:id="rId26"/>
    <p:sldId id="303" r:id="rId27"/>
    <p:sldId id="267" r:id="rId28"/>
    <p:sldId id="270" r:id="rId29"/>
    <p:sldId id="276" r:id="rId30"/>
    <p:sldId id="282" r:id="rId31"/>
    <p:sldId id="283" r:id="rId32"/>
    <p:sldId id="324" r:id="rId33"/>
    <p:sldId id="321" r:id="rId34"/>
    <p:sldId id="322" r:id="rId35"/>
    <p:sldId id="319" r:id="rId36"/>
    <p:sldId id="320" r:id="rId37"/>
    <p:sldId id="323" r:id="rId38"/>
    <p:sldId id="284" r:id="rId39"/>
    <p:sldId id="325" r:id="rId40"/>
    <p:sldId id="310" r:id="rId41"/>
    <p:sldId id="326" r:id="rId42"/>
    <p:sldId id="327" r:id="rId43"/>
    <p:sldId id="306" r:id="rId44"/>
    <p:sldId id="311" r:id="rId45"/>
    <p:sldId id="328" r:id="rId46"/>
    <p:sldId id="329" r:id="rId47"/>
    <p:sldId id="330" r:id="rId48"/>
    <p:sldId id="331" r:id="rId49"/>
    <p:sldId id="332" r:id="rId50"/>
    <p:sldId id="333" r:id="rId51"/>
    <p:sldId id="334" r:id="rId52"/>
    <p:sldId id="335" r:id="rId53"/>
    <p:sldId id="336" r:id="rId54"/>
    <p:sldId id="337" r:id="rId55"/>
    <p:sldId id="338" r:id="rId56"/>
    <p:sldId id="339" r:id="rId57"/>
    <p:sldId id="340" r:id="rId58"/>
    <p:sldId id="285" r:id="rId59"/>
    <p:sldId id="307" r:id="rId60"/>
    <p:sldId id="308" r:id="rId61"/>
    <p:sldId id="309" r:id="rId62"/>
    <p:sldId id="341" r:id="rId63"/>
    <p:sldId id="342" r:id="rId64"/>
    <p:sldId id="286" r:id="rId65"/>
    <p:sldId id="343" r:id="rId66"/>
    <p:sldId id="312" r:id="rId67"/>
    <p:sldId id="346" r:id="rId68"/>
    <p:sldId id="314" r:id="rId69"/>
    <p:sldId id="344" r:id="rId70"/>
    <p:sldId id="313" r:id="rId71"/>
    <p:sldId id="345" r:id="rId72"/>
    <p:sldId id="315" r:id="rId73"/>
    <p:sldId id="348" r:id="rId74"/>
    <p:sldId id="347" r:id="rId75"/>
    <p:sldId id="287" r:id="rId76"/>
    <p:sldId id="288" r:id="rId77"/>
    <p:sldId id="289" r:id="rId78"/>
    <p:sldId id="291" r:id="rId79"/>
    <p:sldId id="290" r:id="rId80"/>
    <p:sldId id="292" r:id="rId81"/>
    <p:sldId id="293" r:id="rId82"/>
    <p:sldId id="294" r:id="rId83"/>
    <p:sldId id="299" r:id="rId84"/>
    <p:sldId id="296" r:id="rId85"/>
    <p:sldId id="298" r:id="rId86"/>
    <p:sldId id="300" r:id="rId87"/>
    <p:sldId id="295" r:id="rId88"/>
    <p:sldId id="297" r:id="rId89"/>
    <p:sldId id="275" r:id="rId90"/>
    <p:sldId id="305" r:id="rId91"/>
  </p:sldIdLst>
  <p:sldSz cx="12192000" cy="6858000"/>
  <p:notesSz cx="6858000" cy="9144000"/>
  <p:defaultTextStyle>
    <a:defPPr rtl="0">
      <a:defRPr lang="id-ID"/>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Penulis"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3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47" autoAdjust="0"/>
    <p:restoredTop sz="91028" autoAdjust="0"/>
  </p:normalViewPr>
  <p:slideViewPr>
    <p:cSldViewPr snapToGrid="0">
      <p:cViewPr varScale="1">
        <p:scale>
          <a:sx n="65" d="100"/>
          <a:sy n="65" d="100"/>
        </p:scale>
        <p:origin x="930" y="66"/>
      </p:cViewPr>
      <p:guideLst/>
    </p:cSldViewPr>
  </p:slideViewPr>
  <p:notesTextViewPr>
    <p:cViewPr>
      <p:scale>
        <a:sx n="1" d="1"/>
        <a:sy n="1" d="1"/>
      </p:scale>
      <p:origin x="0" y="0"/>
    </p:cViewPr>
  </p:notesTextViewPr>
  <p:sorterViewPr>
    <p:cViewPr>
      <p:scale>
        <a:sx n="126" d="100"/>
        <a:sy n="126" d="100"/>
      </p:scale>
      <p:origin x="0" y="0"/>
    </p:cViewPr>
  </p:sorterViewPr>
  <p:notesViewPr>
    <p:cSldViewPr snapToGrid="0">
      <p:cViewPr varScale="1">
        <p:scale>
          <a:sx n="86" d="100"/>
          <a:sy n="86" d="100"/>
        </p:scale>
        <p:origin x="3840"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slide" Target="slides/slide72.xml"/><Relationship Id="rId84" Type="http://schemas.openxmlformats.org/officeDocument/2006/relationships/slide" Target="slides/slide80.xml"/><Relationship Id="rId89" Type="http://schemas.openxmlformats.org/officeDocument/2006/relationships/slide" Target="slides/slide85.xml"/><Relationship Id="rId97" Type="http://schemas.openxmlformats.org/officeDocument/2006/relationships/theme" Target="theme/theme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slide" Target="slides/slide75.xml"/><Relationship Id="rId87" Type="http://schemas.openxmlformats.org/officeDocument/2006/relationships/slide" Target="slides/slide83.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slide" Target="slides/slide78.xml"/><Relationship Id="rId90" Type="http://schemas.openxmlformats.org/officeDocument/2006/relationships/slide" Target="slides/slide86.xml"/><Relationship Id="rId95" Type="http://schemas.openxmlformats.org/officeDocument/2006/relationships/presProps" Target="presProp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handoutMaster" Target="handoutMasters/handoutMaster1.xml"/><Relationship Id="rId98"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commentAuthors" Target="commentAuthors.xml"/><Relationship Id="rId99"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Header 1">
            <a:extLst>
              <a:ext uri="{FF2B5EF4-FFF2-40B4-BE49-F238E27FC236}">
                <a16:creationId xmlns:a16="http://schemas.microsoft.com/office/drawing/2014/main" id="{3B129C17-9205-4554-BF5C-070656C2169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id-ID"/>
          </a:p>
        </p:txBody>
      </p:sp>
      <p:sp>
        <p:nvSpPr>
          <p:cNvPr id="3" name="Tampungan Tanggal 2">
            <a:extLst>
              <a:ext uri="{FF2B5EF4-FFF2-40B4-BE49-F238E27FC236}">
                <a16:creationId xmlns:a16="http://schemas.microsoft.com/office/drawing/2014/main" id="{0B41E939-D5BE-4B7F-BCD2-05DCC4E5E8C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AB1BF87F-531B-4BDC-A663-C6A67C7BEC47}" type="datetime1">
              <a:rPr lang="id-ID" smtClean="0"/>
              <a:t>06/11/2025</a:t>
            </a:fld>
            <a:endParaRPr lang="id-ID" dirty="0"/>
          </a:p>
        </p:txBody>
      </p:sp>
      <p:sp>
        <p:nvSpPr>
          <p:cNvPr id="4" name="Tampungan Kaki 3">
            <a:extLst>
              <a:ext uri="{FF2B5EF4-FFF2-40B4-BE49-F238E27FC236}">
                <a16:creationId xmlns:a16="http://schemas.microsoft.com/office/drawing/2014/main" id="{F61800B1-1D76-46D4-ADAF-FD5EA7AFBE7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id-ID"/>
          </a:p>
        </p:txBody>
      </p:sp>
      <p:sp>
        <p:nvSpPr>
          <p:cNvPr id="5" name="Tampungan Nomor Slide 4">
            <a:extLst>
              <a:ext uri="{FF2B5EF4-FFF2-40B4-BE49-F238E27FC236}">
                <a16:creationId xmlns:a16="http://schemas.microsoft.com/office/drawing/2014/main" id="{FCBFA674-DC58-422B-8963-09FD1B05EDD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3A42FE58-2C2A-433E-A3EF-B39ACF97315A}" type="slidenum">
              <a:rPr lang="id-ID" smtClean="0"/>
              <a:t>‹#›</a:t>
            </a:fld>
            <a:endParaRPr lang="id-ID"/>
          </a:p>
        </p:txBody>
      </p:sp>
    </p:spTree>
    <p:extLst>
      <p:ext uri="{BB962C8B-B14F-4D97-AF65-F5344CB8AC3E}">
        <p14:creationId xmlns:p14="http://schemas.microsoft.com/office/powerpoint/2010/main" val="36635657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Hea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id-ID" noProof="0"/>
          </a:p>
        </p:txBody>
      </p:sp>
      <p:sp>
        <p:nvSpPr>
          <p:cNvPr id="3" name="Tampungan Tanggal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08E6FE-7462-41B9-93AA-C863C0ADF1B6}" type="datetime1">
              <a:rPr lang="id-ID" smtClean="0"/>
              <a:pPr/>
              <a:t>06/11/2025</a:t>
            </a:fld>
            <a:endParaRPr lang="id-ID" dirty="0"/>
          </a:p>
        </p:txBody>
      </p:sp>
      <p:sp>
        <p:nvSpPr>
          <p:cNvPr id="4" name="Tampungan Gambar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id-ID" noProof="0"/>
          </a:p>
        </p:txBody>
      </p:sp>
      <p:sp>
        <p:nvSpPr>
          <p:cNvPr id="5" name="Tampungan Catatan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6" name="Tampungan Ka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id-ID" noProof="0"/>
          </a:p>
        </p:txBody>
      </p:sp>
      <p:sp>
        <p:nvSpPr>
          <p:cNvPr id="7" name="Tampungan Nomor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97DC217-DF71-1A49-B3EA-559F1F43B0FF}" type="slidenum">
              <a:rPr lang="id-ID" noProof="0" smtClean="0"/>
              <a:t>‹#›</a:t>
            </a:fld>
            <a:endParaRPr lang="id-ID" noProof="0"/>
          </a:p>
        </p:txBody>
      </p:sp>
    </p:spTree>
    <p:extLst>
      <p:ext uri="{BB962C8B-B14F-4D97-AF65-F5344CB8AC3E}">
        <p14:creationId xmlns:p14="http://schemas.microsoft.com/office/powerpoint/2010/main" val="2846425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rtlCol="0"/>
          <a:lstStyle/>
          <a:p>
            <a:pPr rtl="0"/>
            <a:endParaRPr lang="id-ID" noProof="0" dirty="0"/>
          </a:p>
        </p:txBody>
      </p:sp>
      <p:sp>
        <p:nvSpPr>
          <p:cNvPr id="4" name="Tampungan Nomor Slide 3"/>
          <p:cNvSpPr>
            <a:spLocks noGrp="1"/>
          </p:cNvSpPr>
          <p:nvPr>
            <p:ph type="sldNum" sz="quarter" idx="5"/>
          </p:nvPr>
        </p:nvSpPr>
        <p:spPr/>
        <p:txBody>
          <a:bodyPr rtlCol="0"/>
          <a:lstStyle/>
          <a:p>
            <a:pPr rtl="0"/>
            <a:fld id="{F97DC217-DF71-1A49-B3EA-559F1F43B0FF}" type="slidenum">
              <a:rPr lang="id-ID" smtClean="0"/>
              <a:t>1</a:t>
            </a:fld>
            <a:endParaRPr lang="id-ID"/>
          </a:p>
        </p:txBody>
      </p:sp>
    </p:spTree>
    <p:extLst>
      <p:ext uri="{BB962C8B-B14F-4D97-AF65-F5344CB8AC3E}">
        <p14:creationId xmlns:p14="http://schemas.microsoft.com/office/powerpoint/2010/main" val="42777243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BAAF3-0446-516E-DF7D-C23AA78E6B41}"/>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A0554C2-A61B-45BF-40F0-C3299DE7C3FE}"/>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4142E7B0-A0A8-B52E-33AA-BCE2E630424A}"/>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FFE6B07E-1787-3D26-F761-1C8CC4F2F110}"/>
              </a:ext>
            </a:extLst>
          </p:cNvPr>
          <p:cNvSpPr>
            <a:spLocks noGrp="1"/>
          </p:cNvSpPr>
          <p:nvPr>
            <p:ph type="sldNum" sz="quarter" idx="5"/>
          </p:nvPr>
        </p:nvSpPr>
        <p:spPr/>
        <p:txBody>
          <a:bodyPr/>
          <a:lstStyle/>
          <a:p>
            <a:pPr rtl="0"/>
            <a:fld id="{F97DC217-DF71-1A49-B3EA-559F1F43B0FF}" type="slidenum">
              <a:rPr lang="id-ID" smtClean="0"/>
              <a:t>2</a:t>
            </a:fld>
            <a:endParaRPr lang="id-ID"/>
          </a:p>
        </p:txBody>
      </p:sp>
    </p:spTree>
    <p:extLst>
      <p:ext uri="{BB962C8B-B14F-4D97-AF65-F5344CB8AC3E}">
        <p14:creationId xmlns:p14="http://schemas.microsoft.com/office/powerpoint/2010/main" val="42452742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3</a:t>
            </a:fld>
            <a:endParaRPr lang="id-ID"/>
          </a:p>
        </p:txBody>
      </p:sp>
    </p:spTree>
    <p:extLst>
      <p:ext uri="{BB962C8B-B14F-4D97-AF65-F5344CB8AC3E}">
        <p14:creationId xmlns:p14="http://schemas.microsoft.com/office/powerpoint/2010/main" val="8430575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4</a:t>
            </a:fld>
            <a:endParaRPr lang="id-ID"/>
          </a:p>
        </p:txBody>
      </p:sp>
    </p:spTree>
    <p:extLst>
      <p:ext uri="{BB962C8B-B14F-4D97-AF65-F5344CB8AC3E}">
        <p14:creationId xmlns:p14="http://schemas.microsoft.com/office/powerpoint/2010/main" val="3293267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908C7-28C5-4134-98B6-1AF1CD0246F9}"/>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88429200-6288-A071-69DE-DBA448E1021A}"/>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889D7286-91CE-FC7F-620E-1903F81076B6}"/>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4C99C8B-F241-7E67-466E-A1FB21FB8816}"/>
              </a:ext>
            </a:extLst>
          </p:cNvPr>
          <p:cNvSpPr>
            <a:spLocks noGrp="1"/>
          </p:cNvSpPr>
          <p:nvPr>
            <p:ph type="sldNum" sz="quarter" idx="5"/>
          </p:nvPr>
        </p:nvSpPr>
        <p:spPr/>
        <p:txBody>
          <a:bodyPr/>
          <a:lstStyle/>
          <a:p>
            <a:pPr rtl="0"/>
            <a:fld id="{F97DC217-DF71-1A49-B3EA-559F1F43B0FF}" type="slidenum">
              <a:rPr lang="id-ID" smtClean="0"/>
              <a:t>5</a:t>
            </a:fld>
            <a:endParaRPr lang="id-ID"/>
          </a:p>
        </p:txBody>
      </p:sp>
    </p:spTree>
    <p:extLst>
      <p:ext uri="{BB962C8B-B14F-4D97-AF65-F5344CB8AC3E}">
        <p14:creationId xmlns:p14="http://schemas.microsoft.com/office/powerpoint/2010/main" val="20405301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6</a:t>
            </a:fld>
            <a:endParaRPr lang="id-ID"/>
          </a:p>
        </p:txBody>
      </p:sp>
    </p:spTree>
    <p:extLst>
      <p:ext uri="{BB962C8B-B14F-4D97-AF65-F5344CB8AC3E}">
        <p14:creationId xmlns:p14="http://schemas.microsoft.com/office/powerpoint/2010/main" val="13098411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7</a:t>
            </a:fld>
            <a:endParaRPr lang="id-ID"/>
          </a:p>
        </p:txBody>
      </p:sp>
    </p:spTree>
    <p:extLst>
      <p:ext uri="{BB962C8B-B14F-4D97-AF65-F5344CB8AC3E}">
        <p14:creationId xmlns:p14="http://schemas.microsoft.com/office/powerpoint/2010/main" val="15551561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1BF22-1BB9-D048-1CFB-3C1DF02758D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9256DC50-EC76-B917-E3B3-3FAAD82BD9D4}"/>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C39FD7C8-C3D3-B8D0-81C6-D3ECF4FBAE14}"/>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5E08082-2FC5-A1EF-C69E-7059E3797046}"/>
              </a:ext>
            </a:extLst>
          </p:cNvPr>
          <p:cNvSpPr>
            <a:spLocks noGrp="1"/>
          </p:cNvSpPr>
          <p:nvPr>
            <p:ph type="sldNum" sz="quarter" idx="5"/>
          </p:nvPr>
        </p:nvSpPr>
        <p:spPr/>
        <p:txBody>
          <a:bodyPr/>
          <a:lstStyle/>
          <a:p>
            <a:pPr rtl="0"/>
            <a:fld id="{F97DC217-DF71-1A49-B3EA-559F1F43B0FF}" type="slidenum">
              <a:rPr lang="id-ID" smtClean="0"/>
              <a:t>8</a:t>
            </a:fld>
            <a:endParaRPr lang="id-ID"/>
          </a:p>
        </p:txBody>
      </p:sp>
    </p:spTree>
    <p:extLst>
      <p:ext uri="{BB962C8B-B14F-4D97-AF65-F5344CB8AC3E}">
        <p14:creationId xmlns:p14="http://schemas.microsoft.com/office/powerpoint/2010/main" val="36714570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9</a:t>
            </a:fld>
            <a:endParaRPr lang="id-ID"/>
          </a:p>
        </p:txBody>
      </p:sp>
    </p:spTree>
    <p:extLst>
      <p:ext uri="{BB962C8B-B14F-4D97-AF65-F5344CB8AC3E}">
        <p14:creationId xmlns:p14="http://schemas.microsoft.com/office/powerpoint/2010/main" val="10321579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DED19-6554-6E0B-5B51-1450829882A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4F5C460D-6A70-534A-DD3D-E2670BBE3762}"/>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1EB904C7-47F1-2AC0-C97B-73C72738AB0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A7E69038-FF26-A1BD-2214-951ACFB26ECA}"/>
              </a:ext>
            </a:extLst>
          </p:cNvPr>
          <p:cNvSpPr>
            <a:spLocks noGrp="1"/>
          </p:cNvSpPr>
          <p:nvPr>
            <p:ph type="sldNum" sz="quarter" idx="5"/>
          </p:nvPr>
        </p:nvSpPr>
        <p:spPr/>
        <p:txBody>
          <a:bodyPr/>
          <a:lstStyle/>
          <a:p>
            <a:pPr rtl="0"/>
            <a:fld id="{F97DC217-DF71-1A49-B3EA-559F1F43B0FF}" type="slidenum">
              <a:rPr lang="id-ID" smtClean="0"/>
              <a:t>10</a:t>
            </a:fld>
            <a:endParaRPr lang="id-ID"/>
          </a:p>
        </p:txBody>
      </p:sp>
    </p:spTree>
    <p:extLst>
      <p:ext uri="{BB962C8B-B14F-4D97-AF65-F5344CB8AC3E}">
        <p14:creationId xmlns:p14="http://schemas.microsoft.com/office/powerpoint/2010/main" val="10187466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11</a:t>
            </a:fld>
            <a:endParaRPr lang="id-ID"/>
          </a:p>
        </p:txBody>
      </p:sp>
    </p:spTree>
    <p:extLst>
      <p:ext uri="{BB962C8B-B14F-4D97-AF65-F5344CB8AC3E}">
        <p14:creationId xmlns:p14="http://schemas.microsoft.com/office/powerpoint/2010/main" val="42663383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12</a:t>
            </a:fld>
            <a:endParaRPr lang="id-ID"/>
          </a:p>
        </p:txBody>
      </p:sp>
    </p:spTree>
    <p:extLst>
      <p:ext uri="{BB962C8B-B14F-4D97-AF65-F5344CB8AC3E}">
        <p14:creationId xmlns:p14="http://schemas.microsoft.com/office/powerpoint/2010/main" val="7958557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13</a:t>
            </a:fld>
            <a:endParaRPr lang="id-ID"/>
          </a:p>
        </p:txBody>
      </p:sp>
    </p:spTree>
    <p:extLst>
      <p:ext uri="{BB962C8B-B14F-4D97-AF65-F5344CB8AC3E}">
        <p14:creationId xmlns:p14="http://schemas.microsoft.com/office/powerpoint/2010/main" val="15030170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14</a:t>
            </a:fld>
            <a:endParaRPr lang="id-ID"/>
          </a:p>
        </p:txBody>
      </p:sp>
    </p:spTree>
    <p:extLst>
      <p:ext uri="{BB962C8B-B14F-4D97-AF65-F5344CB8AC3E}">
        <p14:creationId xmlns:p14="http://schemas.microsoft.com/office/powerpoint/2010/main" val="34776812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15</a:t>
            </a:fld>
            <a:endParaRPr lang="id-ID"/>
          </a:p>
        </p:txBody>
      </p:sp>
    </p:spTree>
    <p:extLst>
      <p:ext uri="{BB962C8B-B14F-4D97-AF65-F5344CB8AC3E}">
        <p14:creationId xmlns:p14="http://schemas.microsoft.com/office/powerpoint/2010/main" val="6376882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5B642-E96E-F3AC-CE7C-2EC3AD50A8A9}"/>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CE6463BE-1CE6-F75F-2C5B-80BF03B9ECD6}"/>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57C810DF-4682-6C66-B78F-B74B62A7DDA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D56A2654-792D-196C-61C7-16D5960B8092}"/>
              </a:ext>
            </a:extLst>
          </p:cNvPr>
          <p:cNvSpPr>
            <a:spLocks noGrp="1"/>
          </p:cNvSpPr>
          <p:nvPr>
            <p:ph type="sldNum" sz="quarter" idx="5"/>
          </p:nvPr>
        </p:nvSpPr>
        <p:spPr/>
        <p:txBody>
          <a:bodyPr/>
          <a:lstStyle/>
          <a:p>
            <a:pPr rtl="0"/>
            <a:fld id="{F97DC217-DF71-1A49-B3EA-559F1F43B0FF}" type="slidenum">
              <a:rPr lang="id-ID" smtClean="0"/>
              <a:t>16</a:t>
            </a:fld>
            <a:endParaRPr lang="id-ID"/>
          </a:p>
        </p:txBody>
      </p:sp>
    </p:spTree>
    <p:extLst>
      <p:ext uri="{BB962C8B-B14F-4D97-AF65-F5344CB8AC3E}">
        <p14:creationId xmlns:p14="http://schemas.microsoft.com/office/powerpoint/2010/main" val="22419069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68BB2-C2E2-5CDD-02ED-807960964D8E}"/>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5CDB08F-4333-D090-A782-54EECD1EAD9F}"/>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12AB3753-3793-7CB2-896B-6B56E84C6477}"/>
              </a:ext>
            </a:extLst>
          </p:cNvPr>
          <p:cNvSpPr>
            <a:spLocks noGrp="1"/>
          </p:cNvSpPr>
          <p:nvPr>
            <p:ph type="body" idx="1"/>
          </p:nvPr>
        </p:nvSpPr>
        <p:spPr/>
        <p:txBody>
          <a:bodyPr/>
          <a:lstStyle/>
          <a:p>
            <a:r>
              <a:rPr lang="id-ID" dirty="0"/>
              <a:t>Artinya, ia secara cerdas hanya fokus mengembangkan bagian dari pohon keputusan yang paling menjanjikan untuk meningkatkan akurasi, sehingga proses pelatihan menjadi jauh lebih cepat. </a:t>
            </a:r>
            <a:endParaRPr lang="en-GB" dirty="0"/>
          </a:p>
          <a:p>
            <a:endParaRPr lang="en-GB" noProof="0" dirty="0"/>
          </a:p>
          <a:p>
            <a:pPr marL="0" lvl="0" indent="0">
              <a:buFont typeface="Arial" panose="020B0604020202020204" pitchFamily="34" charset="0"/>
              <a:buNone/>
            </a:pPr>
            <a:r>
              <a:rPr lang="id-ID" sz="2400" b="1" dirty="0"/>
              <a:t>GOSS (</a:t>
            </a:r>
            <a:r>
              <a:rPr lang="id-ID" sz="2400" b="1" dirty="0" err="1"/>
              <a:t>Gradient-based</a:t>
            </a:r>
            <a:r>
              <a:rPr lang="id-ID" sz="2400" b="1" dirty="0"/>
              <a:t> One-</a:t>
            </a:r>
            <a:r>
              <a:rPr lang="id-ID" sz="2400" b="1" dirty="0" err="1"/>
              <a:t>Side</a:t>
            </a:r>
            <a:r>
              <a:rPr lang="id-ID" sz="2400" b="1" dirty="0"/>
              <a:t> Sampling):</a:t>
            </a:r>
            <a:r>
              <a:rPr lang="id-ID" sz="2400" dirty="0"/>
              <a:t> Memprioritaskan data yang "sulit" diprediksi, sehingga proses belajar lebih efisien.</a:t>
            </a:r>
            <a:endParaRPr lang="en-GB" sz="2400" dirty="0"/>
          </a:p>
          <a:p>
            <a:pPr marL="0" lvl="0" indent="0">
              <a:buFont typeface="Arial" panose="020B0604020202020204" pitchFamily="34" charset="0"/>
              <a:buNone/>
            </a:pPr>
            <a:r>
              <a:rPr lang="id-ID" sz="2400" b="1" dirty="0"/>
              <a:t>EFB (</a:t>
            </a:r>
            <a:r>
              <a:rPr lang="id-ID" sz="2400" b="1" dirty="0" err="1"/>
              <a:t>Exclusive</a:t>
            </a:r>
            <a:r>
              <a:rPr lang="id-ID" sz="2400" b="1" dirty="0"/>
              <a:t> </a:t>
            </a:r>
            <a:r>
              <a:rPr lang="id-ID" sz="2400" b="1" dirty="0" err="1"/>
              <a:t>Feature</a:t>
            </a:r>
            <a:r>
              <a:rPr lang="id-ID" sz="2400" b="1" dirty="0"/>
              <a:t> </a:t>
            </a:r>
            <a:r>
              <a:rPr lang="id-ID" sz="2400" b="1" dirty="0" err="1"/>
              <a:t>Bundling</a:t>
            </a:r>
            <a:r>
              <a:rPr lang="id-ID" sz="2400" b="1" dirty="0"/>
              <a:t>):</a:t>
            </a:r>
            <a:r>
              <a:rPr lang="id-ID" sz="2400" dirty="0"/>
              <a:t> Menggabungkan banyak fitur menjadi satu untuk menyederhanakan data tanpa kehilangan informasi penting. (Ke </a:t>
            </a:r>
            <a:r>
              <a:rPr lang="id-ID" sz="2400" dirty="0" err="1"/>
              <a:t>et</a:t>
            </a:r>
            <a:r>
              <a:rPr lang="id-ID" sz="2400" dirty="0"/>
              <a:t> </a:t>
            </a:r>
            <a:r>
              <a:rPr lang="id-ID" sz="2400" dirty="0" err="1"/>
              <a:t>al.</a:t>
            </a:r>
            <a:r>
              <a:rPr lang="id-ID" sz="2400" dirty="0"/>
              <a:t>, 2017).</a:t>
            </a:r>
          </a:p>
          <a:p>
            <a:endParaRPr lang="id-ID" noProof="0" dirty="0"/>
          </a:p>
        </p:txBody>
      </p:sp>
      <p:sp>
        <p:nvSpPr>
          <p:cNvPr id="4" name="Tampungan Nomor Slide 3">
            <a:extLst>
              <a:ext uri="{FF2B5EF4-FFF2-40B4-BE49-F238E27FC236}">
                <a16:creationId xmlns:a16="http://schemas.microsoft.com/office/drawing/2014/main" id="{B8EE5080-9A1B-4540-8099-FDB6E7D61EE7}"/>
              </a:ext>
            </a:extLst>
          </p:cNvPr>
          <p:cNvSpPr>
            <a:spLocks noGrp="1"/>
          </p:cNvSpPr>
          <p:nvPr>
            <p:ph type="sldNum" sz="quarter" idx="5"/>
          </p:nvPr>
        </p:nvSpPr>
        <p:spPr/>
        <p:txBody>
          <a:bodyPr/>
          <a:lstStyle/>
          <a:p>
            <a:pPr rtl="0"/>
            <a:fld id="{F97DC217-DF71-1A49-B3EA-559F1F43B0FF}" type="slidenum">
              <a:rPr lang="id-ID" smtClean="0"/>
              <a:t>17</a:t>
            </a:fld>
            <a:endParaRPr lang="id-ID"/>
          </a:p>
        </p:txBody>
      </p:sp>
    </p:spTree>
    <p:extLst>
      <p:ext uri="{BB962C8B-B14F-4D97-AF65-F5344CB8AC3E}">
        <p14:creationId xmlns:p14="http://schemas.microsoft.com/office/powerpoint/2010/main" val="31994778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CE7C0-8485-8FB6-E5B2-19CC6B45686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19CFBF1-15A7-5650-F008-D8C9767CB23A}"/>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31A8D515-7FEB-4CB3-92A8-ABE517A49D2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42551A57-F930-238C-7531-04329F3790D1}"/>
              </a:ext>
            </a:extLst>
          </p:cNvPr>
          <p:cNvSpPr>
            <a:spLocks noGrp="1"/>
          </p:cNvSpPr>
          <p:nvPr>
            <p:ph type="sldNum" sz="quarter" idx="5"/>
          </p:nvPr>
        </p:nvSpPr>
        <p:spPr/>
        <p:txBody>
          <a:bodyPr/>
          <a:lstStyle/>
          <a:p>
            <a:pPr rtl="0"/>
            <a:fld id="{F97DC217-DF71-1A49-B3EA-559F1F43B0FF}" type="slidenum">
              <a:rPr lang="id-ID" smtClean="0"/>
              <a:t>18</a:t>
            </a:fld>
            <a:endParaRPr lang="id-ID"/>
          </a:p>
        </p:txBody>
      </p:sp>
    </p:spTree>
    <p:extLst>
      <p:ext uri="{BB962C8B-B14F-4D97-AF65-F5344CB8AC3E}">
        <p14:creationId xmlns:p14="http://schemas.microsoft.com/office/powerpoint/2010/main" val="31920302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4C3610-AE0C-E7E8-6875-AE49D5F06AEF}"/>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C4FAC29-166F-B881-F2B5-5CCA2D892024}"/>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1B758528-43E1-EE64-53B8-A4CB3F638399}"/>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40B2A00-D867-5F54-D38D-3D9AEE1426CB}"/>
              </a:ext>
            </a:extLst>
          </p:cNvPr>
          <p:cNvSpPr>
            <a:spLocks noGrp="1"/>
          </p:cNvSpPr>
          <p:nvPr>
            <p:ph type="sldNum" sz="quarter" idx="5"/>
          </p:nvPr>
        </p:nvSpPr>
        <p:spPr/>
        <p:txBody>
          <a:bodyPr/>
          <a:lstStyle/>
          <a:p>
            <a:pPr rtl="0"/>
            <a:fld id="{F97DC217-DF71-1A49-B3EA-559F1F43B0FF}" type="slidenum">
              <a:rPr lang="id-ID" smtClean="0"/>
              <a:t>19</a:t>
            </a:fld>
            <a:endParaRPr lang="id-ID"/>
          </a:p>
        </p:txBody>
      </p:sp>
    </p:spTree>
    <p:extLst>
      <p:ext uri="{BB962C8B-B14F-4D97-AF65-F5344CB8AC3E}">
        <p14:creationId xmlns:p14="http://schemas.microsoft.com/office/powerpoint/2010/main" val="19701212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8EA77-2F60-976B-ACAD-D5EF9D54B5D5}"/>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0ED64EE7-8518-DB82-4A7A-B06B6A85307B}"/>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5393FF8F-C076-8D67-3614-7590A6C72C05}"/>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BE0CFD0-C02E-8406-6302-8DB3114444E4}"/>
              </a:ext>
            </a:extLst>
          </p:cNvPr>
          <p:cNvSpPr>
            <a:spLocks noGrp="1"/>
          </p:cNvSpPr>
          <p:nvPr>
            <p:ph type="sldNum" sz="quarter" idx="5"/>
          </p:nvPr>
        </p:nvSpPr>
        <p:spPr/>
        <p:txBody>
          <a:bodyPr/>
          <a:lstStyle/>
          <a:p>
            <a:pPr rtl="0"/>
            <a:fld id="{F97DC217-DF71-1A49-B3EA-559F1F43B0FF}" type="slidenum">
              <a:rPr lang="id-ID" smtClean="0"/>
              <a:t>20</a:t>
            </a:fld>
            <a:endParaRPr lang="id-ID"/>
          </a:p>
        </p:txBody>
      </p:sp>
    </p:spTree>
    <p:extLst>
      <p:ext uri="{BB962C8B-B14F-4D97-AF65-F5344CB8AC3E}">
        <p14:creationId xmlns:p14="http://schemas.microsoft.com/office/powerpoint/2010/main" val="35615910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4CDD3-D619-3003-737A-208C29D20E3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28815292-BE2F-B556-3E72-C8F09921B6CD}"/>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C8E3ECB8-9217-22FC-BCBA-69F1959117A9}"/>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65297C8-0039-112C-41E4-91778F40B8BA}"/>
              </a:ext>
            </a:extLst>
          </p:cNvPr>
          <p:cNvSpPr>
            <a:spLocks noGrp="1"/>
          </p:cNvSpPr>
          <p:nvPr>
            <p:ph type="sldNum" sz="quarter" idx="5"/>
          </p:nvPr>
        </p:nvSpPr>
        <p:spPr/>
        <p:txBody>
          <a:bodyPr/>
          <a:lstStyle/>
          <a:p>
            <a:pPr rtl="0"/>
            <a:fld id="{F97DC217-DF71-1A49-B3EA-559F1F43B0FF}" type="slidenum">
              <a:rPr lang="id-ID" smtClean="0"/>
              <a:t>21</a:t>
            </a:fld>
            <a:endParaRPr lang="id-ID"/>
          </a:p>
        </p:txBody>
      </p:sp>
    </p:spTree>
    <p:extLst>
      <p:ext uri="{BB962C8B-B14F-4D97-AF65-F5344CB8AC3E}">
        <p14:creationId xmlns:p14="http://schemas.microsoft.com/office/powerpoint/2010/main" val="10263726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22</a:t>
            </a:fld>
            <a:endParaRPr lang="id-ID"/>
          </a:p>
        </p:txBody>
      </p:sp>
    </p:spTree>
    <p:extLst>
      <p:ext uri="{BB962C8B-B14F-4D97-AF65-F5344CB8AC3E}">
        <p14:creationId xmlns:p14="http://schemas.microsoft.com/office/powerpoint/2010/main" val="1470767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D1D70-0EE9-9C20-B06A-E91ABA709CA2}"/>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808DCA60-BA37-5704-C129-92DE099A28CC}"/>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A219A069-7CD1-AAA2-17D9-25CDF032D63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26697DF-CCC5-BF8A-43FC-7446083B5373}"/>
              </a:ext>
            </a:extLst>
          </p:cNvPr>
          <p:cNvSpPr>
            <a:spLocks noGrp="1"/>
          </p:cNvSpPr>
          <p:nvPr>
            <p:ph type="sldNum" sz="quarter" idx="5"/>
          </p:nvPr>
        </p:nvSpPr>
        <p:spPr/>
        <p:txBody>
          <a:bodyPr/>
          <a:lstStyle/>
          <a:p>
            <a:pPr rtl="0"/>
            <a:fld id="{F97DC217-DF71-1A49-B3EA-559F1F43B0FF}" type="slidenum">
              <a:rPr lang="id-ID" smtClean="0"/>
              <a:t>23</a:t>
            </a:fld>
            <a:endParaRPr lang="id-ID"/>
          </a:p>
        </p:txBody>
      </p:sp>
    </p:spTree>
    <p:extLst>
      <p:ext uri="{BB962C8B-B14F-4D97-AF65-F5344CB8AC3E}">
        <p14:creationId xmlns:p14="http://schemas.microsoft.com/office/powerpoint/2010/main" val="21649244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24</a:t>
            </a:fld>
            <a:endParaRPr lang="id-ID"/>
          </a:p>
        </p:txBody>
      </p:sp>
    </p:spTree>
    <p:extLst>
      <p:ext uri="{BB962C8B-B14F-4D97-AF65-F5344CB8AC3E}">
        <p14:creationId xmlns:p14="http://schemas.microsoft.com/office/powerpoint/2010/main" val="7035961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25</a:t>
            </a:fld>
            <a:endParaRPr lang="id-ID"/>
          </a:p>
        </p:txBody>
      </p:sp>
    </p:spTree>
    <p:extLst>
      <p:ext uri="{BB962C8B-B14F-4D97-AF65-F5344CB8AC3E}">
        <p14:creationId xmlns:p14="http://schemas.microsoft.com/office/powerpoint/2010/main" val="4893427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85439-F528-C9F8-617A-3E7C9C1C2DC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BA294DF9-E5FF-4D74-7B2E-C7982680D599}"/>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94526192-A667-2915-69F7-819675CE4A9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52B468E-851E-6FE0-22FF-1C0E0CED9651}"/>
              </a:ext>
            </a:extLst>
          </p:cNvPr>
          <p:cNvSpPr>
            <a:spLocks noGrp="1"/>
          </p:cNvSpPr>
          <p:nvPr>
            <p:ph type="sldNum" sz="quarter" idx="5"/>
          </p:nvPr>
        </p:nvSpPr>
        <p:spPr/>
        <p:txBody>
          <a:bodyPr/>
          <a:lstStyle/>
          <a:p>
            <a:pPr rtl="0"/>
            <a:fld id="{F97DC217-DF71-1A49-B3EA-559F1F43B0FF}" type="slidenum">
              <a:rPr lang="id-ID" smtClean="0"/>
              <a:t>26</a:t>
            </a:fld>
            <a:endParaRPr lang="id-ID"/>
          </a:p>
        </p:txBody>
      </p:sp>
    </p:spTree>
    <p:extLst>
      <p:ext uri="{BB962C8B-B14F-4D97-AF65-F5344CB8AC3E}">
        <p14:creationId xmlns:p14="http://schemas.microsoft.com/office/powerpoint/2010/main" val="26030688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3D89C-B690-A796-4E3C-6079A0FE00C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6B5E138-7104-B3DC-CAF2-E87F915CAC8A}"/>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DEB677B7-B677-C40C-6ADB-7A65369B7128}"/>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A8ADE3DD-9DE8-53F4-24CF-C5A7C66E968C}"/>
              </a:ext>
            </a:extLst>
          </p:cNvPr>
          <p:cNvSpPr>
            <a:spLocks noGrp="1"/>
          </p:cNvSpPr>
          <p:nvPr>
            <p:ph type="sldNum" sz="quarter" idx="5"/>
          </p:nvPr>
        </p:nvSpPr>
        <p:spPr/>
        <p:txBody>
          <a:bodyPr/>
          <a:lstStyle/>
          <a:p>
            <a:pPr rtl="0"/>
            <a:fld id="{F97DC217-DF71-1A49-B3EA-559F1F43B0FF}" type="slidenum">
              <a:rPr lang="id-ID" smtClean="0"/>
              <a:t>27</a:t>
            </a:fld>
            <a:endParaRPr lang="id-ID"/>
          </a:p>
        </p:txBody>
      </p:sp>
    </p:spTree>
    <p:extLst>
      <p:ext uri="{BB962C8B-B14F-4D97-AF65-F5344CB8AC3E}">
        <p14:creationId xmlns:p14="http://schemas.microsoft.com/office/powerpoint/2010/main" val="26349288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90211-764B-4EAC-FF47-6516B1CC9551}"/>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6F14309-87D3-0121-9556-F254FC28ED5C}"/>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8CD41A5C-D351-E5B7-C753-5C1B42BEA782}"/>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627DFFD7-B7D3-61EF-4338-FB4B7891A8E2}"/>
              </a:ext>
            </a:extLst>
          </p:cNvPr>
          <p:cNvSpPr>
            <a:spLocks noGrp="1"/>
          </p:cNvSpPr>
          <p:nvPr>
            <p:ph type="sldNum" sz="quarter" idx="5"/>
          </p:nvPr>
        </p:nvSpPr>
        <p:spPr/>
        <p:txBody>
          <a:bodyPr/>
          <a:lstStyle/>
          <a:p>
            <a:pPr rtl="0"/>
            <a:fld id="{F97DC217-DF71-1A49-B3EA-559F1F43B0FF}" type="slidenum">
              <a:rPr lang="id-ID" smtClean="0"/>
              <a:t>28</a:t>
            </a:fld>
            <a:endParaRPr lang="id-ID"/>
          </a:p>
        </p:txBody>
      </p:sp>
    </p:spTree>
    <p:extLst>
      <p:ext uri="{BB962C8B-B14F-4D97-AF65-F5344CB8AC3E}">
        <p14:creationId xmlns:p14="http://schemas.microsoft.com/office/powerpoint/2010/main" val="39927369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89BF6-173C-4119-9E6F-559BEB6ADF3A}"/>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1DACD9C1-0552-D67F-7002-42B945A8A8BE}"/>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7630D6A0-3391-CE39-C430-F1FA75411BB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D36C1609-1AF0-2655-4A55-3BBFE1529350}"/>
              </a:ext>
            </a:extLst>
          </p:cNvPr>
          <p:cNvSpPr>
            <a:spLocks noGrp="1"/>
          </p:cNvSpPr>
          <p:nvPr>
            <p:ph type="sldNum" sz="quarter" idx="5"/>
          </p:nvPr>
        </p:nvSpPr>
        <p:spPr/>
        <p:txBody>
          <a:bodyPr/>
          <a:lstStyle/>
          <a:p>
            <a:pPr rtl="0"/>
            <a:fld id="{F97DC217-DF71-1A49-B3EA-559F1F43B0FF}" type="slidenum">
              <a:rPr lang="id-ID" smtClean="0"/>
              <a:t>29</a:t>
            </a:fld>
            <a:endParaRPr lang="id-ID"/>
          </a:p>
        </p:txBody>
      </p:sp>
    </p:spTree>
    <p:extLst>
      <p:ext uri="{BB962C8B-B14F-4D97-AF65-F5344CB8AC3E}">
        <p14:creationId xmlns:p14="http://schemas.microsoft.com/office/powerpoint/2010/main" val="187994317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B8A-E3C8-693D-2F7D-02D4DD23779A}"/>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F68C7D3-C7CD-FC4F-5122-21778311D15D}"/>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F66AEE6A-E429-4C68-FE6D-EEEBED640100}"/>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C1F3A422-00CB-9802-5023-75B70847BC28}"/>
              </a:ext>
            </a:extLst>
          </p:cNvPr>
          <p:cNvSpPr>
            <a:spLocks noGrp="1"/>
          </p:cNvSpPr>
          <p:nvPr>
            <p:ph type="sldNum" sz="quarter" idx="5"/>
          </p:nvPr>
        </p:nvSpPr>
        <p:spPr/>
        <p:txBody>
          <a:bodyPr/>
          <a:lstStyle/>
          <a:p>
            <a:pPr rtl="0"/>
            <a:fld id="{F97DC217-DF71-1A49-B3EA-559F1F43B0FF}" type="slidenum">
              <a:rPr lang="id-ID" smtClean="0"/>
              <a:t>30</a:t>
            </a:fld>
            <a:endParaRPr lang="id-ID"/>
          </a:p>
        </p:txBody>
      </p:sp>
    </p:spTree>
    <p:extLst>
      <p:ext uri="{BB962C8B-B14F-4D97-AF65-F5344CB8AC3E}">
        <p14:creationId xmlns:p14="http://schemas.microsoft.com/office/powerpoint/2010/main" val="13670759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026B2-7D35-4187-D6A4-11EA61008E9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39542706-850B-C309-F096-11B7481D0CE2}"/>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30ABC13F-A9A7-C674-9F3F-D1EA80208A7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D07C0CB0-D22E-9CC7-54D8-BE63AE435803}"/>
              </a:ext>
            </a:extLst>
          </p:cNvPr>
          <p:cNvSpPr>
            <a:spLocks noGrp="1"/>
          </p:cNvSpPr>
          <p:nvPr>
            <p:ph type="sldNum" sz="quarter" idx="5"/>
          </p:nvPr>
        </p:nvSpPr>
        <p:spPr/>
        <p:txBody>
          <a:bodyPr/>
          <a:lstStyle/>
          <a:p>
            <a:pPr rtl="0"/>
            <a:fld id="{F97DC217-DF71-1A49-B3EA-559F1F43B0FF}" type="slidenum">
              <a:rPr lang="id-ID" smtClean="0"/>
              <a:t>31</a:t>
            </a:fld>
            <a:endParaRPr lang="id-ID"/>
          </a:p>
        </p:txBody>
      </p:sp>
    </p:spTree>
    <p:extLst>
      <p:ext uri="{BB962C8B-B14F-4D97-AF65-F5344CB8AC3E}">
        <p14:creationId xmlns:p14="http://schemas.microsoft.com/office/powerpoint/2010/main" val="2515358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A8F3B-B192-3C4D-F79F-C78A5BBB132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3B4B7E7-875D-2A66-8167-CFA46CB1E1CE}"/>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E0AEFB2A-8D7A-5755-EA28-E5F07B766A7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D92E261-FA1B-9591-84CC-17EA0FD66F6D}"/>
              </a:ext>
            </a:extLst>
          </p:cNvPr>
          <p:cNvSpPr>
            <a:spLocks noGrp="1"/>
          </p:cNvSpPr>
          <p:nvPr>
            <p:ph type="sldNum" sz="quarter" idx="5"/>
          </p:nvPr>
        </p:nvSpPr>
        <p:spPr/>
        <p:txBody>
          <a:bodyPr/>
          <a:lstStyle/>
          <a:p>
            <a:pPr rtl="0"/>
            <a:fld id="{F97DC217-DF71-1A49-B3EA-559F1F43B0FF}" type="slidenum">
              <a:rPr lang="id-ID" smtClean="0"/>
              <a:t>32</a:t>
            </a:fld>
            <a:endParaRPr lang="id-ID"/>
          </a:p>
        </p:txBody>
      </p:sp>
    </p:spTree>
    <p:extLst>
      <p:ext uri="{BB962C8B-B14F-4D97-AF65-F5344CB8AC3E}">
        <p14:creationId xmlns:p14="http://schemas.microsoft.com/office/powerpoint/2010/main" val="31697119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EEEDF-C89B-5B21-2131-5FA828F4BD9C}"/>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C6C81179-28AC-5702-AF44-C005D132F592}"/>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800E5DC0-90E7-C4C3-ED8E-9B509B4C8D9F}"/>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E1DDA6C0-7C51-324A-21E0-12B7B48A5F9F}"/>
              </a:ext>
            </a:extLst>
          </p:cNvPr>
          <p:cNvSpPr>
            <a:spLocks noGrp="1"/>
          </p:cNvSpPr>
          <p:nvPr>
            <p:ph type="sldNum" sz="quarter" idx="5"/>
          </p:nvPr>
        </p:nvSpPr>
        <p:spPr/>
        <p:txBody>
          <a:bodyPr/>
          <a:lstStyle/>
          <a:p>
            <a:pPr rtl="0"/>
            <a:fld id="{F97DC217-DF71-1A49-B3EA-559F1F43B0FF}" type="slidenum">
              <a:rPr lang="id-ID" smtClean="0"/>
              <a:t>33</a:t>
            </a:fld>
            <a:endParaRPr lang="id-ID"/>
          </a:p>
        </p:txBody>
      </p:sp>
    </p:spTree>
    <p:extLst>
      <p:ext uri="{BB962C8B-B14F-4D97-AF65-F5344CB8AC3E}">
        <p14:creationId xmlns:p14="http://schemas.microsoft.com/office/powerpoint/2010/main" val="12220373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D74E4-D0D4-F49D-5E07-6643B1067A0D}"/>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BE10B21-90C0-EA79-0394-0F42D4EBDAC3}"/>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8EE0E419-45BB-F323-E341-43D61F63C5F0}"/>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DED0AA87-3E34-DCC1-04E2-28614DC2188A}"/>
              </a:ext>
            </a:extLst>
          </p:cNvPr>
          <p:cNvSpPr>
            <a:spLocks noGrp="1"/>
          </p:cNvSpPr>
          <p:nvPr>
            <p:ph type="sldNum" sz="quarter" idx="5"/>
          </p:nvPr>
        </p:nvSpPr>
        <p:spPr/>
        <p:txBody>
          <a:bodyPr/>
          <a:lstStyle/>
          <a:p>
            <a:pPr rtl="0"/>
            <a:fld id="{F97DC217-DF71-1A49-B3EA-559F1F43B0FF}" type="slidenum">
              <a:rPr lang="id-ID" smtClean="0"/>
              <a:t>34</a:t>
            </a:fld>
            <a:endParaRPr lang="id-ID"/>
          </a:p>
        </p:txBody>
      </p:sp>
    </p:spTree>
    <p:extLst>
      <p:ext uri="{BB962C8B-B14F-4D97-AF65-F5344CB8AC3E}">
        <p14:creationId xmlns:p14="http://schemas.microsoft.com/office/powerpoint/2010/main" val="408103584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9BCE0-D336-47AD-F7C0-374032E4468E}"/>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C341FEB5-7B8B-71A9-8DE5-B86C4681D45B}"/>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98F0F74F-26DB-6779-D7EC-36ED761761E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28C77B3E-837A-BE78-4F82-A56D9E632FEF}"/>
              </a:ext>
            </a:extLst>
          </p:cNvPr>
          <p:cNvSpPr>
            <a:spLocks noGrp="1"/>
          </p:cNvSpPr>
          <p:nvPr>
            <p:ph type="sldNum" sz="quarter" idx="5"/>
          </p:nvPr>
        </p:nvSpPr>
        <p:spPr/>
        <p:txBody>
          <a:bodyPr/>
          <a:lstStyle/>
          <a:p>
            <a:pPr rtl="0"/>
            <a:fld id="{F97DC217-DF71-1A49-B3EA-559F1F43B0FF}" type="slidenum">
              <a:rPr lang="id-ID" smtClean="0"/>
              <a:t>35</a:t>
            </a:fld>
            <a:endParaRPr lang="id-ID"/>
          </a:p>
        </p:txBody>
      </p:sp>
    </p:spTree>
    <p:extLst>
      <p:ext uri="{BB962C8B-B14F-4D97-AF65-F5344CB8AC3E}">
        <p14:creationId xmlns:p14="http://schemas.microsoft.com/office/powerpoint/2010/main" val="391752862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369DE-DAF3-2BB6-4DDF-21CD63C2769E}"/>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B690B314-3067-EF9C-775E-DB5F991A2142}"/>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E1738358-57F3-4E3A-B402-A15A3247E95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FAB787A0-A59A-81BB-9A23-1601E4B34D6F}"/>
              </a:ext>
            </a:extLst>
          </p:cNvPr>
          <p:cNvSpPr>
            <a:spLocks noGrp="1"/>
          </p:cNvSpPr>
          <p:nvPr>
            <p:ph type="sldNum" sz="quarter" idx="5"/>
          </p:nvPr>
        </p:nvSpPr>
        <p:spPr/>
        <p:txBody>
          <a:bodyPr/>
          <a:lstStyle/>
          <a:p>
            <a:pPr rtl="0"/>
            <a:fld id="{F97DC217-DF71-1A49-B3EA-559F1F43B0FF}" type="slidenum">
              <a:rPr lang="id-ID" smtClean="0"/>
              <a:t>36</a:t>
            </a:fld>
            <a:endParaRPr lang="id-ID"/>
          </a:p>
        </p:txBody>
      </p:sp>
    </p:spTree>
    <p:extLst>
      <p:ext uri="{BB962C8B-B14F-4D97-AF65-F5344CB8AC3E}">
        <p14:creationId xmlns:p14="http://schemas.microsoft.com/office/powerpoint/2010/main" val="23810104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A5941-93D6-22D7-778A-7F9020D2F746}"/>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313BDA59-7232-7AF6-E107-73EDDCD14DA6}"/>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0D87C007-E26F-30E0-7EA1-992951E44108}"/>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FCD7F52F-D68F-53CA-3834-6153DA965CA0}"/>
              </a:ext>
            </a:extLst>
          </p:cNvPr>
          <p:cNvSpPr>
            <a:spLocks noGrp="1"/>
          </p:cNvSpPr>
          <p:nvPr>
            <p:ph type="sldNum" sz="quarter" idx="5"/>
          </p:nvPr>
        </p:nvSpPr>
        <p:spPr/>
        <p:txBody>
          <a:bodyPr/>
          <a:lstStyle/>
          <a:p>
            <a:pPr rtl="0"/>
            <a:fld id="{F97DC217-DF71-1A49-B3EA-559F1F43B0FF}" type="slidenum">
              <a:rPr lang="id-ID" smtClean="0"/>
              <a:t>37</a:t>
            </a:fld>
            <a:endParaRPr lang="id-ID"/>
          </a:p>
        </p:txBody>
      </p:sp>
    </p:spTree>
    <p:extLst>
      <p:ext uri="{BB962C8B-B14F-4D97-AF65-F5344CB8AC3E}">
        <p14:creationId xmlns:p14="http://schemas.microsoft.com/office/powerpoint/2010/main" val="37190198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831FF-A0F3-C9F4-B301-9DB321FB3C9C}"/>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E8705FB-C235-E633-1791-9607ABA7D0E7}"/>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9CB9EF26-D7DE-B32C-D26F-090BC3650C12}"/>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765C268-D9DA-1E0F-DCA2-84E30CCB9DB6}"/>
              </a:ext>
            </a:extLst>
          </p:cNvPr>
          <p:cNvSpPr>
            <a:spLocks noGrp="1"/>
          </p:cNvSpPr>
          <p:nvPr>
            <p:ph type="sldNum" sz="quarter" idx="5"/>
          </p:nvPr>
        </p:nvSpPr>
        <p:spPr/>
        <p:txBody>
          <a:bodyPr/>
          <a:lstStyle/>
          <a:p>
            <a:pPr rtl="0"/>
            <a:fld id="{F97DC217-DF71-1A49-B3EA-559F1F43B0FF}" type="slidenum">
              <a:rPr lang="id-ID" smtClean="0"/>
              <a:t>38</a:t>
            </a:fld>
            <a:endParaRPr lang="id-ID"/>
          </a:p>
        </p:txBody>
      </p:sp>
    </p:spTree>
    <p:extLst>
      <p:ext uri="{BB962C8B-B14F-4D97-AF65-F5344CB8AC3E}">
        <p14:creationId xmlns:p14="http://schemas.microsoft.com/office/powerpoint/2010/main" val="247213953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37C3D-57AA-A890-6505-8B0652E2E218}"/>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93BADA26-DA48-E0EA-44E0-084360710169}"/>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18F964EF-7D95-0888-7F3C-F708AB6EC2FB}"/>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1A4C108F-44E4-9B66-4732-FCD8055F9350}"/>
              </a:ext>
            </a:extLst>
          </p:cNvPr>
          <p:cNvSpPr>
            <a:spLocks noGrp="1"/>
          </p:cNvSpPr>
          <p:nvPr>
            <p:ph type="sldNum" sz="quarter" idx="5"/>
          </p:nvPr>
        </p:nvSpPr>
        <p:spPr/>
        <p:txBody>
          <a:bodyPr/>
          <a:lstStyle/>
          <a:p>
            <a:pPr rtl="0"/>
            <a:fld id="{F97DC217-DF71-1A49-B3EA-559F1F43B0FF}" type="slidenum">
              <a:rPr lang="id-ID" smtClean="0"/>
              <a:t>39</a:t>
            </a:fld>
            <a:endParaRPr lang="id-ID"/>
          </a:p>
        </p:txBody>
      </p:sp>
    </p:spTree>
    <p:extLst>
      <p:ext uri="{BB962C8B-B14F-4D97-AF65-F5344CB8AC3E}">
        <p14:creationId xmlns:p14="http://schemas.microsoft.com/office/powerpoint/2010/main" val="16538386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72E0A-B47E-ADA2-7092-A7D88F03EAFD}"/>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1D33C963-3E42-4629-051A-091E21641120}"/>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52EEF541-9E86-4263-8966-E19C1D4C9FC0}"/>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2B9A8D8E-00C7-910D-0880-AABDD79E4AF3}"/>
              </a:ext>
            </a:extLst>
          </p:cNvPr>
          <p:cNvSpPr>
            <a:spLocks noGrp="1"/>
          </p:cNvSpPr>
          <p:nvPr>
            <p:ph type="sldNum" sz="quarter" idx="5"/>
          </p:nvPr>
        </p:nvSpPr>
        <p:spPr/>
        <p:txBody>
          <a:bodyPr/>
          <a:lstStyle/>
          <a:p>
            <a:pPr rtl="0"/>
            <a:fld id="{F97DC217-DF71-1A49-B3EA-559F1F43B0FF}" type="slidenum">
              <a:rPr lang="id-ID" smtClean="0"/>
              <a:t>40</a:t>
            </a:fld>
            <a:endParaRPr lang="id-ID"/>
          </a:p>
        </p:txBody>
      </p:sp>
    </p:spTree>
    <p:extLst>
      <p:ext uri="{BB962C8B-B14F-4D97-AF65-F5344CB8AC3E}">
        <p14:creationId xmlns:p14="http://schemas.microsoft.com/office/powerpoint/2010/main" val="7860656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2528E-01A3-8932-F7D1-5561586E1D31}"/>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AD7C0F25-0882-5417-F0A3-1884916465C6}"/>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ACB3AAC4-B4C4-9F75-7545-66FF2AA70C5C}"/>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91AC4680-DE4E-5A73-AFB9-69DC21430456}"/>
              </a:ext>
            </a:extLst>
          </p:cNvPr>
          <p:cNvSpPr>
            <a:spLocks noGrp="1"/>
          </p:cNvSpPr>
          <p:nvPr>
            <p:ph type="sldNum" sz="quarter" idx="5"/>
          </p:nvPr>
        </p:nvSpPr>
        <p:spPr/>
        <p:txBody>
          <a:bodyPr/>
          <a:lstStyle/>
          <a:p>
            <a:pPr rtl="0"/>
            <a:fld id="{F97DC217-DF71-1A49-B3EA-559F1F43B0FF}" type="slidenum">
              <a:rPr lang="id-ID" smtClean="0"/>
              <a:t>41</a:t>
            </a:fld>
            <a:endParaRPr lang="id-ID"/>
          </a:p>
        </p:txBody>
      </p:sp>
    </p:spTree>
    <p:extLst>
      <p:ext uri="{BB962C8B-B14F-4D97-AF65-F5344CB8AC3E}">
        <p14:creationId xmlns:p14="http://schemas.microsoft.com/office/powerpoint/2010/main" val="104426889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C1263-A6D1-9C81-7960-2CF20919E44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BDC717AA-0B21-705D-90CB-91A428A97723}"/>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2E76C3A5-A3FE-6672-4C28-1B6ADA895A36}"/>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AFB173A1-6399-371A-366E-1541B7BC9E8B}"/>
              </a:ext>
            </a:extLst>
          </p:cNvPr>
          <p:cNvSpPr>
            <a:spLocks noGrp="1"/>
          </p:cNvSpPr>
          <p:nvPr>
            <p:ph type="sldNum" sz="quarter" idx="5"/>
          </p:nvPr>
        </p:nvSpPr>
        <p:spPr/>
        <p:txBody>
          <a:bodyPr/>
          <a:lstStyle/>
          <a:p>
            <a:pPr rtl="0"/>
            <a:fld id="{F97DC217-DF71-1A49-B3EA-559F1F43B0FF}" type="slidenum">
              <a:rPr lang="id-ID" smtClean="0"/>
              <a:t>42</a:t>
            </a:fld>
            <a:endParaRPr lang="id-ID"/>
          </a:p>
        </p:txBody>
      </p:sp>
    </p:spTree>
    <p:extLst>
      <p:ext uri="{BB962C8B-B14F-4D97-AF65-F5344CB8AC3E}">
        <p14:creationId xmlns:p14="http://schemas.microsoft.com/office/powerpoint/2010/main" val="39360587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4FF47-C8E2-F193-1CDD-117C3EB5056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99BFC8C-90EA-0F00-FF30-75B56785CFD4}"/>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945D7B99-7B47-8BDF-E370-CF33F4D90C7A}"/>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CADE09A8-D434-3292-EA6C-512FA659A6DC}"/>
              </a:ext>
            </a:extLst>
          </p:cNvPr>
          <p:cNvSpPr>
            <a:spLocks noGrp="1"/>
          </p:cNvSpPr>
          <p:nvPr>
            <p:ph type="sldNum" sz="quarter" idx="5"/>
          </p:nvPr>
        </p:nvSpPr>
        <p:spPr/>
        <p:txBody>
          <a:bodyPr/>
          <a:lstStyle/>
          <a:p>
            <a:pPr rtl="0"/>
            <a:fld id="{F97DC217-DF71-1A49-B3EA-559F1F43B0FF}" type="slidenum">
              <a:rPr lang="id-ID" smtClean="0"/>
              <a:t>43</a:t>
            </a:fld>
            <a:endParaRPr lang="id-ID"/>
          </a:p>
        </p:txBody>
      </p:sp>
    </p:spTree>
    <p:extLst>
      <p:ext uri="{BB962C8B-B14F-4D97-AF65-F5344CB8AC3E}">
        <p14:creationId xmlns:p14="http://schemas.microsoft.com/office/powerpoint/2010/main" val="397723825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A1EF4-DAA9-49DC-5B85-5BD52FB6D349}"/>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27F61794-595D-F0DD-EE9D-6B30C17D6719}"/>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DCF20EDC-06A5-983C-12E2-46840205A722}"/>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9FA98194-BDFE-74CC-E37F-DF9D2F8FBC1F}"/>
              </a:ext>
            </a:extLst>
          </p:cNvPr>
          <p:cNvSpPr>
            <a:spLocks noGrp="1"/>
          </p:cNvSpPr>
          <p:nvPr>
            <p:ph type="sldNum" sz="quarter" idx="5"/>
          </p:nvPr>
        </p:nvSpPr>
        <p:spPr/>
        <p:txBody>
          <a:bodyPr/>
          <a:lstStyle/>
          <a:p>
            <a:pPr rtl="0"/>
            <a:fld id="{F97DC217-DF71-1A49-B3EA-559F1F43B0FF}" type="slidenum">
              <a:rPr lang="id-ID" smtClean="0"/>
              <a:t>44</a:t>
            </a:fld>
            <a:endParaRPr lang="id-ID"/>
          </a:p>
        </p:txBody>
      </p:sp>
    </p:spTree>
    <p:extLst>
      <p:ext uri="{BB962C8B-B14F-4D97-AF65-F5344CB8AC3E}">
        <p14:creationId xmlns:p14="http://schemas.microsoft.com/office/powerpoint/2010/main" val="369999602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9111A-E08D-362D-400A-BA0542B5A548}"/>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4AAD980F-F424-5EC6-229F-85031A45E9A8}"/>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779986A1-4F22-799A-0EF9-471572A037A6}"/>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643F5FD4-EFAA-29B2-0EF0-E987A982C1D4}"/>
              </a:ext>
            </a:extLst>
          </p:cNvPr>
          <p:cNvSpPr>
            <a:spLocks noGrp="1"/>
          </p:cNvSpPr>
          <p:nvPr>
            <p:ph type="sldNum" sz="quarter" idx="5"/>
          </p:nvPr>
        </p:nvSpPr>
        <p:spPr/>
        <p:txBody>
          <a:bodyPr/>
          <a:lstStyle/>
          <a:p>
            <a:pPr rtl="0"/>
            <a:fld id="{F97DC217-DF71-1A49-B3EA-559F1F43B0FF}" type="slidenum">
              <a:rPr lang="id-ID" smtClean="0"/>
              <a:t>45</a:t>
            </a:fld>
            <a:endParaRPr lang="id-ID"/>
          </a:p>
        </p:txBody>
      </p:sp>
    </p:spTree>
    <p:extLst>
      <p:ext uri="{BB962C8B-B14F-4D97-AF65-F5344CB8AC3E}">
        <p14:creationId xmlns:p14="http://schemas.microsoft.com/office/powerpoint/2010/main" val="10619742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BC116-66E9-A2CC-49FB-DFDEB5976A23}"/>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59D7B68-03F5-B510-4635-B5E837F55076}"/>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767CE32A-2BBE-42F7-D1AA-18747D12B9F2}"/>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F169DB12-3D91-C78F-B298-D56734E70AE0}"/>
              </a:ext>
            </a:extLst>
          </p:cNvPr>
          <p:cNvSpPr>
            <a:spLocks noGrp="1"/>
          </p:cNvSpPr>
          <p:nvPr>
            <p:ph type="sldNum" sz="quarter" idx="5"/>
          </p:nvPr>
        </p:nvSpPr>
        <p:spPr/>
        <p:txBody>
          <a:bodyPr/>
          <a:lstStyle/>
          <a:p>
            <a:pPr rtl="0"/>
            <a:fld id="{F97DC217-DF71-1A49-B3EA-559F1F43B0FF}" type="slidenum">
              <a:rPr lang="id-ID" smtClean="0"/>
              <a:t>46</a:t>
            </a:fld>
            <a:endParaRPr lang="id-ID"/>
          </a:p>
        </p:txBody>
      </p:sp>
    </p:spTree>
    <p:extLst>
      <p:ext uri="{BB962C8B-B14F-4D97-AF65-F5344CB8AC3E}">
        <p14:creationId xmlns:p14="http://schemas.microsoft.com/office/powerpoint/2010/main" val="354011431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9B425-7B97-C610-8675-35C54CC6D566}"/>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0CC33738-D36B-9DEB-B270-BFCF82C0999C}"/>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4A2CD231-9DD1-A8C7-28D5-8E73CC81973B}"/>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BB9D2AA-3592-A885-DF8A-EB5B650D4FE9}"/>
              </a:ext>
            </a:extLst>
          </p:cNvPr>
          <p:cNvSpPr>
            <a:spLocks noGrp="1"/>
          </p:cNvSpPr>
          <p:nvPr>
            <p:ph type="sldNum" sz="quarter" idx="5"/>
          </p:nvPr>
        </p:nvSpPr>
        <p:spPr/>
        <p:txBody>
          <a:bodyPr/>
          <a:lstStyle/>
          <a:p>
            <a:pPr rtl="0"/>
            <a:fld id="{F97DC217-DF71-1A49-B3EA-559F1F43B0FF}" type="slidenum">
              <a:rPr lang="id-ID" smtClean="0"/>
              <a:t>47</a:t>
            </a:fld>
            <a:endParaRPr lang="id-ID"/>
          </a:p>
        </p:txBody>
      </p:sp>
    </p:spTree>
    <p:extLst>
      <p:ext uri="{BB962C8B-B14F-4D97-AF65-F5344CB8AC3E}">
        <p14:creationId xmlns:p14="http://schemas.microsoft.com/office/powerpoint/2010/main" val="6150568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43667-0E09-4D66-9C8D-1EE2CD33F29E}"/>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D72491B-F672-DBBA-B3FA-90D226F63CFC}"/>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AE9C466D-C7C4-7119-33F3-95D5154D001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44A03C68-DECC-EDBB-A561-9FF8CF841A72}"/>
              </a:ext>
            </a:extLst>
          </p:cNvPr>
          <p:cNvSpPr>
            <a:spLocks noGrp="1"/>
          </p:cNvSpPr>
          <p:nvPr>
            <p:ph type="sldNum" sz="quarter" idx="5"/>
          </p:nvPr>
        </p:nvSpPr>
        <p:spPr/>
        <p:txBody>
          <a:bodyPr/>
          <a:lstStyle/>
          <a:p>
            <a:pPr rtl="0"/>
            <a:fld id="{F97DC217-DF71-1A49-B3EA-559F1F43B0FF}" type="slidenum">
              <a:rPr lang="id-ID" smtClean="0"/>
              <a:t>48</a:t>
            </a:fld>
            <a:endParaRPr lang="id-ID"/>
          </a:p>
        </p:txBody>
      </p:sp>
    </p:spTree>
    <p:extLst>
      <p:ext uri="{BB962C8B-B14F-4D97-AF65-F5344CB8AC3E}">
        <p14:creationId xmlns:p14="http://schemas.microsoft.com/office/powerpoint/2010/main" val="5998862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100DA-F19C-5216-643D-F062557A1A46}"/>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94431DF-3295-5625-4978-FD27A0639FE9}"/>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E031418C-FB48-436F-7D9F-9A3EF9BC91BC}"/>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A842FD8D-0784-DE1D-CF91-8DA3073B9AEC}"/>
              </a:ext>
            </a:extLst>
          </p:cNvPr>
          <p:cNvSpPr>
            <a:spLocks noGrp="1"/>
          </p:cNvSpPr>
          <p:nvPr>
            <p:ph type="sldNum" sz="quarter" idx="5"/>
          </p:nvPr>
        </p:nvSpPr>
        <p:spPr/>
        <p:txBody>
          <a:bodyPr/>
          <a:lstStyle/>
          <a:p>
            <a:pPr rtl="0"/>
            <a:fld id="{F97DC217-DF71-1A49-B3EA-559F1F43B0FF}" type="slidenum">
              <a:rPr lang="id-ID" smtClean="0"/>
              <a:t>49</a:t>
            </a:fld>
            <a:endParaRPr lang="id-ID"/>
          </a:p>
        </p:txBody>
      </p:sp>
    </p:spTree>
    <p:extLst>
      <p:ext uri="{BB962C8B-B14F-4D97-AF65-F5344CB8AC3E}">
        <p14:creationId xmlns:p14="http://schemas.microsoft.com/office/powerpoint/2010/main" val="171993623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D45DB-00CC-3B1E-7479-8E87F918716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5DA992BE-7F96-2D35-4580-F546DA96FF8D}"/>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8E3059A8-B36F-AAEF-4872-16E65327361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B43CE02-0E9E-A087-D44E-597C324D6099}"/>
              </a:ext>
            </a:extLst>
          </p:cNvPr>
          <p:cNvSpPr>
            <a:spLocks noGrp="1"/>
          </p:cNvSpPr>
          <p:nvPr>
            <p:ph type="sldNum" sz="quarter" idx="5"/>
          </p:nvPr>
        </p:nvSpPr>
        <p:spPr/>
        <p:txBody>
          <a:bodyPr/>
          <a:lstStyle/>
          <a:p>
            <a:pPr rtl="0"/>
            <a:fld id="{F97DC217-DF71-1A49-B3EA-559F1F43B0FF}" type="slidenum">
              <a:rPr lang="id-ID" smtClean="0"/>
              <a:t>50</a:t>
            </a:fld>
            <a:endParaRPr lang="id-ID"/>
          </a:p>
        </p:txBody>
      </p:sp>
    </p:spTree>
    <p:extLst>
      <p:ext uri="{BB962C8B-B14F-4D97-AF65-F5344CB8AC3E}">
        <p14:creationId xmlns:p14="http://schemas.microsoft.com/office/powerpoint/2010/main" val="238738888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EBA03-C3DD-AD81-C2B1-7233701EC14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5F4D0C36-AEAD-412B-E988-97F36A0DA0B3}"/>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69DB7713-26B9-D1F8-CDAE-E16CFAC68895}"/>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7BBE5E74-12EE-3484-2C27-7C248B15C8BC}"/>
              </a:ext>
            </a:extLst>
          </p:cNvPr>
          <p:cNvSpPr>
            <a:spLocks noGrp="1"/>
          </p:cNvSpPr>
          <p:nvPr>
            <p:ph type="sldNum" sz="quarter" idx="5"/>
          </p:nvPr>
        </p:nvSpPr>
        <p:spPr/>
        <p:txBody>
          <a:bodyPr/>
          <a:lstStyle/>
          <a:p>
            <a:pPr rtl="0"/>
            <a:fld id="{F97DC217-DF71-1A49-B3EA-559F1F43B0FF}" type="slidenum">
              <a:rPr lang="id-ID" smtClean="0"/>
              <a:t>51</a:t>
            </a:fld>
            <a:endParaRPr lang="id-ID"/>
          </a:p>
        </p:txBody>
      </p:sp>
    </p:spTree>
    <p:extLst>
      <p:ext uri="{BB962C8B-B14F-4D97-AF65-F5344CB8AC3E}">
        <p14:creationId xmlns:p14="http://schemas.microsoft.com/office/powerpoint/2010/main" val="22159700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360E1-B7D9-D129-C364-A5A97CEA3F1A}"/>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AC0AA804-365E-7B31-6C38-EFB07E2E838F}"/>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B677510F-CE41-58B0-5B91-A525541B7DC4}"/>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C9F10CEA-EFA4-47C9-5088-BB4DC3267CCB}"/>
              </a:ext>
            </a:extLst>
          </p:cNvPr>
          <p:cNvSpPr>
            <a:spLocks noGrp="1"/>
          </p:cNvSpPr>
          <p:nvPr>
            <p:ph type="sldNum" sz="quarter" idx="5"/>
          </p:nvPr>
        </p:nvSpPr>
        <p:spPr/>
        <p:txBody>
          <a:bodyPr/>
          <a:lstStyle/>
          <a:p>
            <a:pPr rtl="0"/>
            <a:fld id="{F97DC217-DF71-1A49-B3EA-559F1F43B0FF}" type="slidenum">
              <a:rPr lang="id-ID" smtClean="0"/>
              <a:t>52</a:t>
            </a:fld>
            <a:endParaRPr lang="id-ID"/>
          </a:p>
        </p:txBody>
      </p:sp>
    </p:spTree>
    <p:extLst>
      <p:ext uri="{BB962C8B-B14F-4D97-AF65-F5344CB8AC3E}">
        <p14:creationId xmlns:p14="http://schemas.microsoft.com/office/powerpoint/2010/main" val="304943164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CD304-EA1D-5DBC-510A-A9C94991589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6EB4A149-B665-FEBD-8E99-1397B5683931}"/>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6C0F3F67-6CB9-C5CA-FDDC-B42B73BA3365}"/>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58150EC-02CC-A33F-278A-66B2965296D3}"/>
              </a:ext>
            </a:extLst>
          </p:cNvPr>
          <p:cNvSpPr>
            <a:spLocks noGrp="1"/>
          </p:cNvSpPr>
          <p:nvPr>
            <p:ph type="sldNum" sz="quarter" idx="5"/>
          </p:nvPr>
        </p:nvSpPr>
        <p:spPr/>
        <p:txBody>
          <a:bodyPr/>
          <a:lstStyle/>
          <a:p>
            <a:pPr rtl="0"/>
            <a:fld id="{F97DC217-DF71-1A49-B3EA-559F1F43B0FF}" type="slidenum">
              <a:rPr lang="id-ID" smtClean="0"/>
              <a:t>53</a:t>
            </a:fld>
            <a:endParaRPr lang="id-ID"/>
          </a:p>
        </p:txBody>
      </p:sp>
    </p:spTree>
    <p:extLst>
      <p:ext uri="{BB962C8B-B14F-4D97-AF65-F5344CB8AC3E}">
        <p14:creationId xmlns:p14="http://schemas.microsoft.com/office/powerpoint/2010/main" val="345546303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29C6E-C057-D5FD-6D80-B5F822EA97D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D59622AC-C277-C3AA-79E8-4372FEDBCFB6}"/>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3C4EBF97-2E06-4CA5-160D-FA25EA49537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9EE4A8DF-9657-FE7D-A9F4-51A79709AF7A}"/>
              </a:ext>
            </a:extLst>
          </p:cNvPr>
          <p:cNvSpPr>
            <a:spLocks noGrp="1"/>
          </p:cNvSpPr>
          <p:nvPr>
            <p:ph type="sldNum" sz="quarter" idx="5"/>
          </p:nvPr>
        </p:nvSpPr>
        <p:spPr/>
        <p:txBody>
          <a:bodyPr/>
          <a:lstStyle/>
          <a:p>
            <a:pPr rtl="0"/>
            <a:fld id="{F97DC217-DF71-1A49-B3EA-559F1F43B0FF}" type="slidenum">
              <a:rPr lang="id-ID" smtClean="0"/>
              <a:t>54</a:t>
            </a:fld>
            <a:endParaRPr lang="id-ID"/>
          </a:p>
        </p:txBody>
      </p:sp>
    </p:spTree>
    <p:extLst>
      <p:ext uri="{BB962C8B-B14F-4D97-AF65-F5344CB8AC3E}">
        <p14:creationId xmlns:p14="http://schemas.microsoft.com/office/powerpoint/2010/main" val="99893837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4119E-4305-014B-DE9E-D6917A338D3D}"/>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15DCA40F-66AF-8481-8543-A849CDB2D73E}"/>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4272AE8A-16A2-27E8-04EC-6230D3DB04CF}"/>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7A77A437-2786-2249-CF46-DC33E247C06E}"/>
              </a:ext>
            </a:extLst>
          </p:cNvPr>
          <p:cNvSpPr>
            <a:spLocks noGrp="1"/>
          </p:cNvSpPr>
          <p:nvPr>
            <p:ph type="sldNum" sz="quarter" idx="5"/>
          </p:nvPr>
        </p:nvSpPr>
        <p:spPr/>
        <p:txBody>
          <a:bodyPr/>
          <a:lstStyle/>
          <a:p>
            <a:pPr rtl="0"/>
            <a:fld id="{F97DC217-DF71-1A49-B3EA-559F1F43B0FF}" type="slidenum">
              <a:rPr lang="id-ID" smtClean="0"/>
              <a:t>55</a:t>
            </a:fld>
            <a:endParaRPr lang="id-ID"/>
          </a:p>
        </p:txBody>
      </p:sp>
    </p:spTree>
    <p:extLst>
      <p:ext uri="{BB962C8B-B14F-4D97-AF65-F5344CB8AC3E}">
        <p14:creationId xmlns:p14="http://schemas.microsoft.com/office/powerpoint/2010/main" val="155006694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2439D-674D-C236-9633-5371730E7803}"/>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9408B588-1FB4-FD9F-C2C6-4718EF3E5E13}"/>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DEE01510-8F6F-E6A0-5E53-495E65B8247F}"/>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6C82CF88-91AD-5738-33C3-321E2F45F4C6}"/>
              </a:ext>
            </a:extLst>
          </p:cNvPr>
          <p:cNvSpPr>
            <a:spLocks noGrp="1"/>
          </p:cNvSpPr>
          <p:nvPr>
            <p:ph type="sldNum" sz="quarter" idx="5"/>
          </p:nvPr>
        </p:nvSpPr>
        <p:spPr/>
        <p:txBody>
          <a:bodyPr/>
          <a:lstStyle/>
          <a:p>
            <a:pPr rtl="0"/>
            <a:fld id="{F97DC217-DF71-1A49-B3EA-559F1F43B0FF}" type="slidenum">
              <a:rPr lang="id-ID" smtClean="0"/>
              <a:t>56</a:t>
            </a:fld>
            <a:endParaRPr lang="id-ID"/>
          </a:p>
        </p:txBody>
      </p:sp>
    </p:spTree>
    <p:extLst>
      <p:ext uri="{BB962C8B-B14F-4D97-AF65-F5344CB8AC3E}">
        <p14:creationId xmlns:p14="http://schemas.microsoft.com/office/powerpoint/2010/main" val="121056862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B9EE2-167E-D4C8-EC22-326E0995E4CA}"/>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18CAEB46-7F40-C9D6-C46A-38634825FD41}"/>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107242E6-A002-FE96-6844-7D9AEF1494B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FAA72506-3B12-B846-2590-F03825AD956E}"/>
              </a:ext>
            </a:extLst>
          </p:cNvPr>
          <p:cNvSpPr>
            <a:spLocks noGrp="1"/>
          </p:cNvSpPr>
          <p:nvPr>
            <p:ph type="sldNum" sz="quarter" idx="5"/>
          </p:nvPr>
        </p:nvSpPr>
        <p:spPr/>
        <p:txBody>
          <a:bodyPr/>
          <a:lstStyle/>
          <a:p>
            <a:pPr rtl="0"/>
            <a:fld id="{F97DC217-DF71-1A49-B3EA-559F1F43B0FF}" type="slidenum">
              <a:rPr lang="id-ID" smtClean="0"/>
              <a:t>57</a:t>
            </a:fld>
            <a:endParaRPr lang="id-ID"/>
          </a:p>
        </p:txBody>
      </p:sp>
    </p:spTree>
    <p:extLst>
      <p:ext uri="{BB962C8B-B14F-4D97-AF65-F5344CB8AC3E}">
        <p14:creationId xmlns:p14="http://schemas.microsoft.com/office/powerpoint/2010/main" val="40853459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FFF8E-7334-E664-1451-44867703DF1D}"/>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EBAB831-2069-4E20-A1C2-FEAC2D8E618A}"/>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CC93C6A6-F72C-4B5B-77E3-C03395C5E2E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13A4390D-8C93-C7FC-78E6-16C11273F5E3}"/>
              </a:ext>
            </a:extLst>
          </p:cNvPr>
          <p:cNvSpPr>
            <a:spLocks noGrp="1"/>
          </p:cNvSpPr>
          <p:nvPr>
            <p:ph type="sldNum" sz="quarter" idx="5"/>
          </p:nvPr>
        </p:nvSpPr>
        <p:spPr/>
        <p:txBody>
          <a:bodyPr/>
          <a:lstStyle/>
          <a:p>
            <a:pPr rtl="0"/>
            <a:fld id="{F97DC217-DF71-1A49-B3EA-559F1F43B0FF}" type="slidenum">
              <a:rPr lang="id-ID" smtClean="0"/>
              <a:t>58</a:t>
            </a:fld>
            <a:endParaRPr lang="id-ID"/>
          </a:p>
        </p:txBody>
      </p:sp>
    </p:spTree>
    <p:extLst>
      <p:ext uri="{BB962C8B-B14F-4D97-AF65-F5344CB8AC3E}">
        <p14:creationId xmlns:p14="http://schemas.microsoft.com/office/powerpoint/2010/main" val="183516772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1C2F2-877E-914D-8141-7CEA36B3568A}"/>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92719B77-4CBA-DC07-47E1-B5A2FC6EE01F}"/>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48F76A03-FC73-BFC8-FEA1-911132664BE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126A91B-2472-7815-A245-B00A4BE9FDD1}"/>
              </a:ext>
            </a:extLst>
          </p:cNvPr>
          <p:cNvSpPr>
            <a:spLocks noGrp="1"/>
          </p:cNvSpPr>
          <p:nvPr>
            <p:ph type="sldNum" sz="quarter" idx="5"/>
          </p:nvPr>
        </p:nvSpPr>
        <p:spPr/>
        <p:txBody>
          <a:bodyPr/>
          <a:lstStyle/>
          <a:p>
            <a:pPr rtl="0"/>
            <a:fld id="{F97DC217-DF71-1A49-B3EA-559F1F43B0FF}" type="slidenum">
              <a:rPr lang="id-ID" smtClean="0"/>
              <a:t>59</a:t>
            </a:fld>
            <a:endParaRPr lang="id-ID"/>
          </a:p>
        </p:txBody>
      </p:sp>
    </p:spTree>
    <p:extLst>
      <p:ext uri="{BB962C8B-B14F-4D97-AF65-F5344CB8AC3E}">
        <p14:creationId xmlns:p14="http://schemas.microsoft.com/office/powerpoint/2010/main" val="386397180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9E6D0-E750-C0C0-9D8E-9F1FEC8578CD}"/>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57BF5048-621C-CBD1-A816-438A5AC542E6}"/>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18130101-9377-584B-F32D-6CC3BE0A73FA}"/>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6519C3D1-A571-48FE-B4AB-9098DC8003AD}"/>
              </a:ext>
            </a:extLst>
          </p:cNvPr>
          <p:cNvSpPr>
            <a:spLocks noGrp="1"/>
          </p:cNvSpPr>
          <p:nvPr>
            <p:ph type="sldNum" sz="quarter" idx="5"/>
          </p:nvPr>
        </p:nvSpPr>
        <p:spPr/>
        <p:txBody>
          <a:bodyPr/>
          <a:lstStyle/>
          <a:p>
            <a:pPr rtl="0"/>
            <a:fld id="{F97DC217-DF71-1A49-B3EA-559F1F43B0FF}" type="slidenum">
              <a:rPr lang="id-ID" smtClean="0"/>
              <a:t>60</a:t>
            </a:fld>
            <a:endParaRPr lang="id-ID"/>
          </a:p>
        </p:txBody>
      </p:sp>
    </p:spTree>
    <p:extLst>
      <p:ext uri="{BB962C8B-B14F-4D97-AF65-F5344CB8AC3E}">
        <p14:creationId xmlns:p14="http://schemas.microsoft.com/office/powerpoint/2010/main" val="89960633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AD8C5-4CF4-6749-E9FB-5408E634A2FC}"/>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2448875-8F60-9C85-958F-489665C78802}"/>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901348A7-D2CD-5E25-4F5F-1DAEB9A964E8}"/>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15696AD-2420-8DAD-93B1-C535D6F52097}"/>
              </a:ext>
            </a:extLst>
          </p:cNvPr>
          <p:cNvSpPr>
            <a:spLocks noGrp="1"/>
          </p:cNvSpPr>
          <p:nvPr>
            <p:ph type="sldNum" sz="quarter" idx="5"/>
          </p:nvPr>
        </p:nvSpPr>
        <p:spPr/>
        <p:txBody>
          <a:bodyPr/>
          <a:lstStyle/>
          <a:p>
            <a:pPr rtl="0"/>
            <a:fld id="{F97DC217-DF71-1A49-B3EA-559F1F43B0FF}" type="slidenum">
              <a:rPr lang="id-ID" smtClean="0"/>
              <a:t>61</a:t>
            </a:fld>
            <a:endParaRPr lang="id-ID"/>
          </a:p>
        </p:txBody>
      </p:sp>
    </p:spTree>
    <p:extLst>
      <p:ext uri="{BB962C8B-B14F-4D97-AF65-F5344CB8AC3E}">
        <p14:creationId xmlns:p14="http://schemas.microsoft.com/office/powerpoint/2010/main" val="25151626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077D-D2E3-3595-F891-89C8F689F87F}"/>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434CB2F8-16FB-4FA6-02A7-4C48A696CA7F}"/>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516A9FD2-FE1B-1A6C-C0D6-C040009B8D24}"/>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E1F046B6-46AF-934F-7766-D7310320AEEA}"/>
              </a:ext>
            </a:extLst>
          </p:cNvPr>
          <p:cNvSpPr>
            <a:spLocks noGrp="1"/>
          </p:cNvSpPr>
          <p:nvPr>
            <p:ph type="sldNum" sz="quarter" idx="5"/>
          </p:nvPr>
        </p:nvSpPr>
        <p:spPr/>
        <p:txBody>
          <a:bodyPr/>
          <a:lstStyle/>
          <a:p>
            <a:pPr rtl="0"/>
            <a:fld id="{F97DC217-DF71-1A49-B3EA-559F1F43B0FF}" type="slidenum">
              <a:rPr lang="id-ID" smtClean="0"/>
              <a:t>62</a:t>
            </a:fld>
            <a:endParaRPr lang="id-ID"/>
          </a:p>
        </p:txBody>
      </p:sp>
    </p:spTree>
    <p:extLst>
      <p:ext uri="{BB962C8B-B14F-4D97-AF65-F5344CB8AC3E}">
        <p14:creationId xmlns:p14="http://schemas.microsoft.com/office/powerpoint/2010/main" val="207626307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BAF97-7D97-5DF0-31D2-CC82E45C04B6}"/>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DDB06406-8AE3-C2BD-1AC3-018C2D32C525}"/>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CC2614E9-C83E-7B6A-FF56-9E912B69A35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CFA049CF-B1AD-5D25-BE5E-779B045E3A71}"/>
              </a:ext>
            </a:extLst>
          </p:cNvPr>
          <p:cNvSpPr>
            <a:spLocks noGrp="1"/>
          </p:cNvSpPr>
          <p:nvPr>
            <p:ph type="sldNum" sz="quarter" idx="5"/>
          </p:nvPr>
        </p:nvSpPr>
        <p:spPr/>
        <p:txBody>
          <a:bodyPr/>
          <a:lstStyle/>
          <a:p>
            <a:pPr rtl="0"/>
            <a:fld id="{F97DC217-DF71-1A49-B3EA-559F1F43B0FF}" type="slidenum">
              <a:rPr lang="id-ID" smtClean="0"/>
              <a:t>63</a:t>
            </a:fld>
            <a:endParaRPr lang="id-ID"/>
          </a:p>
        </p:txBody>
      </p:sp>
    </p:spTree>
    <p:extLst>
      <p:ext uri="{BB962C8B-B14F-4D97-AF65-F5344CB8AC3E}">
        <p14:creationId xmlns:p14="http://schemas.microsoft.com/office/powerpoint/2010/main" val="20858264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35764-F88E-A81F-16A0-24E7E1059CB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230339E2-2A2F-434C-2C33-D883898C405B}"/>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99A60624-5C38-0DA1-C8D6-1F0C13582CCB}"/>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0FD32497-575D-BBD6-BB18-EE6A0D7DB186}"/>
              </a:ext>
            </a:extLst>
          </p:cNvPr>
          <p:cNvSpPr>
            <a:spLocks noGrp="1"/>
          </p:cNvSpPr>
          <p:nvPr>
            <p:ph type="sldNum" sz="quarter" idx="5"/>
          </p:nvPr>
        </p:nvSpPr>
        <p:spPr/>
        <p:txBody>
          <a:bodyPr/>
          <a:lstStyle/>
          <a:p>
            <a:pPr rtl="0"/>
            <a:fld id="{F97DC217-DF71-1A49-B3EA-559F1F43B0FF}" type="slidenum">
              <a:rPr lang="id-ID" smtClean="0"/>
              <a:t>64</a:t>
            </a:fld>
            <a:endParaRPr lang="id-ID"/>
          </a:p>
        </p:txBody>
      </p:sp>
    </p:spTree>
    <p:extLst>
      <p:ext uri="{BB962C8B-B14F-4D97-AF65-F5344CB8AC3E}">
        <p14:creationId xmlns:p14="http://schemas.microsoft.com/office/powerpoint/2010/main" val="235891063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D26C8-FD8A-C306-DC48-F2D169CC569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CF4EA69A-18CF-FC87-03EF-0E0726272AE6}"/>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15C9151C-A0BA-E6DF-5398-D68266CC464F}"/>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3F35CD2-BFCA-4289-0FF4-96459504F2C9}"/>
              </a:ext>
            </a:extLst>
          </p:cNvPr>
          <p:cNvSpPr>
            <a:spLocks noGrp="1"/>
          </p:cNvSpPr>
          <p:nvPr>
            <p:ph type="sldNum" sz="quarter" idx="5"/>
          </p:nvPr>
        </p:nvSpPr>
        <p:spPr/>
        <p:txBody>
          <a:bodyPr/>
          <a:lstStyle/>
          <a:p>
            <a:pPr rtl="0"/>
            <a:fld id="{F97DC217-DF71-1A49-B3EA-559F1F43B0FF}" type="slidenum">
              <a:rPr lang="id-ID" smtClean="0"/>
              <a:t>65</a:t>
            </a:fld>
            <a:endParaRPr lang="id-ID"/>
          </a:p>
        </p:txBody>
      </p:sp>
    </p:spTree>
    <p:extLst>
      <p:ext uri="{BB962C8B-B14F-4D97-AF65-F5344CB8AC3E}">
        <p14:creationId xmlns:p14="http://schemas.microsoft.com/office/powerpoint/2010/main" val="27118049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FAE50-4D4E-8283-6B23-5955607152A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4B176F4A-5E81-294E-45FD-7BC2B99CEE86}"/>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A2E22E76-E7C4-EB83-239A-589486AD4A69}"/>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6AAA75B9-2AA1-717B-D0FB-602A9E4548AB}"/>
              </a:ext>
            </a:extLst>
          </p:cNvPr>
          <p:cNvSpPr>
            <a:spLocks noGrp="1"/>
          </p:cNvSpPr>
          <p:nvPr>
            <p:ph type="sldNum" sz="quarter" idx="5"/>
          </p:nvPr>
        </p:nvSpPr>
        <p:spPr/>
        <p:txBody>
          <a:bodyPr/>
          <a:lstStyle/>
          <a:p>
            <a:pPr rtl="0"/>
            <a:fld id="{F97DC217-DF71-1A49-B3EA-559F1F43B0FF}" type="slidenum">
              <a:rPr lang="id-ID" smtClean="0"/>
              <a:t>66</a:t>
            </a:fld>
            <a:endParaRPr lang="id-ID"/>
          </a:p>
        </p:txBody>
      </p:sp>
    </p:spTree>
    <p:extLst>
      <p:ext uri="{BB962C8B-B14F-4D97-AF65-F5344CB8AC3E}">
        <p14:creationId xmlns:p14="http://schemas.microsoft.com/office/powerpoint/2010/main" val="12783573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3C1A8-6EE9-5B54-A5E4-25B36182E9B1}"/>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12E7BC13-7735-1E0E-D7FB-C9210CF743E7}"/>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F877C148-41E4-3DC4-4E3D-1954CDEBEB76}"/>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4C42AD99-08F0-D27A-9795-64DB5FBEE859}"/>
              </a:ext>
            </a:extLst>
          </p:cNvPr>
          <p:cNvSpPr>
            <a:spLocks noGrp="1"/>
          </p:cNvSpPr>
          <p:nvPr>
            <p:ph type="sldNum" sz="quarter" idx="5"/>
          </p:nvPr>
        </p:nvSpPr>
        <p:spPr/>
        <p:txBody>
          <a:bodyPr/>
          <a:lstStyle/>
          <a:p>
            <a:pPr rtl="0"/>
            <a:fld id="{F97DC217-DF71-1A49-B3EA-559F1F43B0FF}" type="slidenum">
              <a:rPr lang="id-ID" smtClean="0"/>
              <a:t>67</a:t>
            </a:fld>
            <a:endParaRPr lang="id-ID"/>
          </a:p>
        </p:txBody>
      </p:sp>
    </p:spTree>
    <p:extLst>
      <p:ext uri="{BB962C8B-B14F-4D97-AF65-F5344CB8AC3E}">
        <p14:creationId xmlns:p14="http://schemas.microsoft.com/office/powerpoint/2010/main" val="1686528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4F74C-D319-5A2E-1EDF-E4D44E327A4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AB3783BC-C08F-8AA2-4F2A-B3A54886FE30}"/>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D0BAC740-9A5C-E9B2-9397-21F7729975DF}"/>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763F96DC-0E78-2723-78DC-22FDB95D86B3}"/>
              </a:ext>
            </a:extLst>
          </p:cNvPr>
          <p:cNvSpPr>
            <a:spLocks noGrp="1"/>
          </p:cNvSpPr>
          <p:nvPr>
            <p:ph type="sldNum" sz="quarter" idx="5"/>
          </p:nvPr>
        </p:nvSpPr>
        <p:spPr/>
        <p:txBody>
          <a:bodyPr/>
          <a:lstStyle/>
          <a:p>
            <a:pPr rtl="0"/>
            <a:fld id="{F97DC217-DF71-1A49-B3EA-559F1F43B0FF}" type="slidenum">
              <a:rPr lang="id-ID" smtClean="0"/>
              <a:t>68</a:t>
            </a:fld>
            <a:endParaRPr lang="id-ID"/>
          </a:p>
        </p:txBody>
      </p:sp>
    </p:spTree>
    <p:extLst>
      <p:ext uri="{BB962C8B-B14F-4D97-AF65-F5344CB8AC3E}">
        <p14:creationId xmlns:p14="http://schemas.microsoft.com/office/powerpoint/2010/main" val="3840231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1B481-9955-5181-0D03-58EC08B5DAD3}"/>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BFA161BD-6452-3C97-C91E-9341F0B5AA2E}"/>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53921B9F-B4A0-B453-4024-30E3071DEBCD}"/>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F01B012A-C5DB-6D2C-E0CD-C41B447F9749}"/>
              </a:ext>
            </a:extLst>
          </p:cNvPr>
          <p:cNvSpPr>
            <a:spLocks noGrp="1"/>
          </p:cNvSpPr>
          <p:nvPr>
            <p:ph type="sldNum" sz="quarter" idx="5"/>
          </p:nvPr>
        </p:nvSpPr>
        <p:spPr/>
        <p:txBody>
          <a:bodyPr/>
          <a:lstStyle/>
          <a:p>
            <a:pPr rtl="0"/>
            <a:fld id="{F97DC217-DF71-1A49-B3EA-559F1F43B0FF}" type="slidenum">
              <a:rPr lang="id-ID" smtClean="0"/>
              <a:t>69</a:t>
            </a:fld>
            <a:endParaRPr lang="id-ID"/>
          </a:p>
        </p:txBody>
      </p:sp>
    </p:spTree>
    <p:extLst>
      <p:ext uri="{BB962C8B-B14F-4D97-AF65-F5344CB8AC3E}">
        <p14:creationId xmlns:p14="http://schemas.microsoft.com/office/powerpoint/2010/main" val="370256757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173FF-FE6E-F8C2-1DA8-7119EAD0B9CE}"/>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022C3B20-025B-EA37-18A3-86A761283939}"/>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C3D16D73-F697-F7E6-43DC-F5D115D792AF}"/>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E9FFF638-7A7C-E8F0-2ADA-7A41718E6027}"/>
              </a:ext>
            </a:extLst>
          </p:cNvPr>
          <p:cNvSpPr>
            <a:spLocks noGrp="1"/>
          </p:cNvSpPr>
          <p:nvPr>
            <p:ph type="sldNum" sz="quarter" idx="5"/>
          </p:nvPr>
        </p:nvSpPr>
        <p:spPr/>
        <p:txBody>
          <a:bodyPr/>
          <a:lstStyle/>
          <a:p>
            <a:pPr rtl="0"/>
            <a:fld id="{F97DC217-DF71-1A49-B3EA-559F1F43B0FF}" type="slidenum">
              <a:rPr lang="id-ID" smtClean="0"/>
              <a:t>70</a:t>
            </a:fld>
            <a:endParaRPr lang="id-ID"/>
          </a:p>
        </p:txBody>
      </p:sp>
    </p:spTree>
    <p:extLst>
      <p:ext uri="{BB962C8B-B14F-4D97-AF65-F5344CB8AC3E}">
        <p14:creationId xmlns:p14="http://schemas.microsoft.com/office/powerpoint/2010/main" val="215377568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DAD3E-471D-7DF0-A779-617709BB551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63D94465-0257-1E57-2B03-218486DA8E51}"/>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8D08EB3E-43C1-8867-C843-57474EC11A8A}"/>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B2D8DBB8-59E2-5B44-EDE8-CAF238208CF7}"/>
              </a:ext>
            </a:extLst>
          </p:cNvPr>
          <p:cNvSpPr>
            <a:spLocks noGrp="1"/>
          </p:cNvSpPr>
          <p:nvPr>
            <p:ph type="sldNum" sz="quarter" idx="5"/>
          </p:nvPr>
        </p:nvSpPr>
        <p:spPr/>
        <p:txBody>
          <a:bodyPr/>
          <a:lstStyle/>
          <a:p>
            <a:pPr rtl="0"/>
            <a:fld id="{F97DC217-DF71-1A49-B3EA-559F1F43B0FF}" type="slidenum">
              <a:rPr lang="id-ID" smtClean="0"/>
              <a:t>71</a:t>
            </a:fld>
            <a:endParaRPr lang="id-ID"/>
          </a:p>
        </p:txBody>
      </p:sp>
    </p:spTree>
    <p:extLst>
      <p:ext uri="{BB962C8B-B14F-4D97-AF65-F5344CB8AC3E}">
        <p14:creationId xmlns:p14="http://schemas.microsoft.com/office/powerpoint/2010/main" val="307924782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C66E8-331F-3500-B58B-B8286E88200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691C5FE6-6A08-FC44-FBFD-5CA5AC40EDB5}"/>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EF736B2A-5E93-F5CC-7842-0D6ACD82410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10E78D92-CE9F-5C01-0C8F-137BF6AE02B2}"/>
              </a:ext>
            </a:extLst>
          </p:cNvPr>
          <p:cNvSpPr>
            <a:spLocks noGrp="1"/>
          </p:cNvSpPr>
          <p:nvPr>
            <p:ph type="sldNum" sz="quarter" idx="5"/>
          </p:nvPr>
        </p:nvSpPr>
        <p:spPr/>
        <p:txBody>
          <a:bodyPr/>
          <a:lstStyle/>
          <a:p>
            <a:pPr rtl="0"/>
            <a:fld id="{F97DC217-DF71-1A49-B3EA-559F1F43B0FF}" type="slidenum">
              <a:rPr lang="id-ID" smtClean="0"/>
              <a:t>72</a:t>
            </a:fld>
            <a:endParaRPr lang="id-ID"/>
          </a:p>
        </p:txBody>
      </p:sp>
    </p:spTree>
    <p:extLst>
      <p:ext uri="{BB962C8B-B14F-4D97-AF65-F5344CB8AC3E}">
        <p14:creationId xmlns:p14="http://schemas.microsoft.com/office/powerpoint/2010/main" val="416114739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103B4-6316-C102-28B7-9ADB255EC9C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9C0BF52-47B2-E7BD-E86B-1FF8D53E4D4F}"/>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A2AAC926-FE1F-8617-9C70-B0414184125C}"/>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782E922-B454-2233-09B6-A44F9EA42665}"/>
              </a:ext>
            </a:extLst>
          </p:cNvPr>
          <p:cNvSpPr>
            <a:spLocks noGrp="1"/>
          </p:cNvSpPr>
          <p:nvPr>
            <p:ph type="sldNum" sz="quarter" idx="5"/>
          </p:nvPr>
        </p:nvSpPr>
        <p:spPr/>
        <p:txBody>
          <a:bodyPr/>
          <a:lstStyle/>
          <a:p>
            <a:pPr rtl="0"/>
            <a:fld id="{F97DC217-DF71-1A49-B3EA-559F1F43B0FF}" type="slidenum">
              <a:rPr lang="id-ID" smtClean="0"/>
              <a:t>73</a:t>
            </a:fld>
            <a:endParaRPr lang="id-ID"/>
          </a:p>
        </p:txBody>
      </p:sp>
    </p:spTree>
    <p:extLst>
      <p:ext uri="{BB962C8B-B14F-4D97-AF65-F5344CB8AC3E}">
        <p14:creationId xmlns:p14="http://schemas.microsoft.com/office/powerpoint/2010/main" val="251976122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AA36F-8F5F-CFDD-31F7-9137D49313A8}"/>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EFF86C6-4B65-6F3E-E927-608F341232A3}"/>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1DDA4D57-870C-4707-2658-EB91E685663B}"/>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B7A168FC-C52D-C956-8E2F-87F3D4B9CE56}"/>
              </a:ext>
            </a:extLst>
          </p:cNvPr>
          <p:cNvSpPr>
            <a:spLocks noGrp="1"/>
          </p:cNvSpPr>
          <p:nvPr>
            <p:ph type="sldNum" sz="quarter" idx="5"/>
          </p:nvPr>
        </p:nvSpPr>
        <p:spPr/>
        <p:txBody>
          <a:bodyPr/>
          <a:lstStyle/>
          <a:p>
            <a:pPr rtl="0"/>
            <a:fld id="{F97DC217-DF71-1A49-B3EA-559F1F43B0FF}" type="slidenum">
              <a:rPr lang="id-ID" smtClean="0"/>
              <a:t>74</a:t>
            </a:fld>
            <a:endParaRPr lang="id-ID"/>
          </a:p>
        </p:txBody>
      </p:sp>
    </p:spTree>
    <p:extLst>
      <p:ext uri="{BB962C8B-B14F-4D97-AF65-F5344CB8AC3E}">
        <p14:creationId xmlns:p14="http://schemas.microsoft.com/office/powerpoint/2010/main" val="169888311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340DB-EE9E-9A90-4778-D60C17B8CA93}"/>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572379B-194F-E5F5-BCC4-F21A7764649C}"/>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89E95FE7-E790-DC5D-0A90-3D04BB5DBDB4}"/>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97DE9D11-7D05-B9D2-B356-F098222E1D04}"/>
              </a:ext>
            </a:extLst>
          </p:cNvPr>
          <p:cNvSpPr>
            <a:spLocks noGrp="1"/>
          </p:cNvSpPr>
          <p:nvPr>
            <p:ph type="sldNum" sz="quarter" idx="5"/>
          </p:nvPr>
        </p:nvSpPr>
        <p:spPr/>
        <p:txBody>
          <a:bodyPr/>
          <a:lstStyle/>
          <a:p>
            <a:pPr rtl="0"/>
            <a:fld id="{F97DC217-DF71-1A49-B3EA-559F1F43B0FF}" type="slidenum">
              <a:rPr lang="id-ID" smtClean="0"/>
              <a:t>75</a:t>
            </a:fld>
            <a:endParaRPr lang="id-ID"/>
          </a:p>
        </p:txBody>
      </p:sp>
    </p:spTree>
    <p:extLst>
      <p:ext uri="{BB962C8B-B14F-4D97-AF65-F5344CB8AC3E}">
        <p14:creationId xmlns:p14="http://schemas.microsoft.com/office/powerpoint/2010/main" val="204109921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FA241-315C-BFE1-228C-C626423CD47A}"/>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63615B18-9894-3F87-B777-8FA6D17BEF0F}"/>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4F81AF09-3E20-0B34-B4D8-A61E0C5205B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1633049-C026-673E-7408-1D4719F7AD8B}"/>
              </a:ext>
            </a:extLst>
          </p:cNvPr>
          <p:cNvSpPr>
            <a:spLocks noGrp="1"/>
          </p:cNvSpPr>
          <p:nvPr>
            <p:ph type="sldNum" sz="quarter" idx="5"/>
          </p:nvPr>
        </p:nvSpPr>
        <p:spPr/>
        <p:txBody>
          <a:bodyPr/>
          <a:lstStyle/>
          <a:p>
            <a:pPr rtl="0"/>
            <a:fld id="{F97DC217-DF71-1A49-B3EA-559F1F43B0FF}" type="slidenum">
              <a:rPr lang="id-ID" smtClean="0"/>
              <a:t>76</a:t>
            </a:fld>
            <a:endParaRPr lang="id-ID"/>
          </a:p>
        </p:txBody>
      </p:sp>
    </p:spTree>
    <p:extLst>
      <p:ext uri="{BB962C8B-B14F-4D97-AF65-F5344CB8AC3E}">
        <p14:creationId xmlns:p14="http://schemas.microsoft.com/office/powerpoint/2010/main" val="113503281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16ABD-58D7-D3BF-5618-1F8C1854ADA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3F813811-677F-71EE-248A-88DD3CC3CDFD}"/>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C9C09096-B74A-0C24-08A2-E49920DB387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89B0DAA-1B6F-8563-B3B1-A285E576ECE6}"/>
              </a:ext>
            </a:extLst>
          </p:cNvPr>
          <p:cNvSpPr>
            <a:spLocks noGrp="1"/>
          </p:cNvSpPr>
          <p:nvPr>
            <p:ph type="sldNum" sz="quarter" idx="5"/>
          </p:nvPr>
        </p:nvSpPr>
        <p:spPr/>
        <p:txBody>
          <a:bodyPr/>
          <a:lstStyle/>
          <a:p>
            <a:pPr rtl="0"/>
            <a:fld id="{F97DC217-DF71-1A49-B3EA-559F1F43B0FF}" type="slidenum">
              <a:rPr lang="id-ID" smtClean="0"/>
              <a:t>77</a:t>
            </a:fld>
            <a:endParaRPr lang="id-ID"/>
          </a:p>
        </p:txBody>
      </p:sp>
    </p:spTree>
    <p:extLst>
      <p:ext uri="{BB962C8B-B14F-4D97-AF65-F5344CB8AC3E}">
        <p14:creationId xmlns:p14="http://schemas.microsoft.com/office/powerpoint/2010/main" val="26597669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9385B-6C3A-0749-6CD8-24659A46EEE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581FE46-4D3F-50F8-F46F-4C507CD3172B}"/>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185F87B7-8EE2-C4B1-FBFC-E4FE252C1976}"/>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162D929A-97F9-924B-0286-B684706E7F90}"/>
              </a:ext>
            </a:extLst>
          </p:cNvPr>
          <p:cNvSpPr>
            <a:spLocks noGrp="1"/>
          </p:cNvSpPr>
          <p:nvPr>
            <p:ph type="sldNum" sz="quarter" idx="5"/>
          </p:nvPr>
        </p:nvSpPr>
        <p:spPr/>
        <p:txBody>
          <a:bodyPr/>
          <a:lstStyle/>
          <a:p>
            <a:pPr rtl="0"/>
            <a:fld id="{F97DC217-DF71-1A49-B3EA-559F1F43B0FF}" type="slidenum">
              <a:rPr lang="id-ID" smtClean="0"/>
              <a:t>78</a:t>
            </a:fld>
            <a:endParaRPr lang="id-ID"/>
          </a:p>
        </p:txBody>
      </p:sp>
    </p:spTree>
    <p:extLst>
      <p:ext uri="{BB962C8B-B14F-4D97-AF65-F5344CB8AC3E}">
        <p14:creationId xmlns:p14="http://schemas.microsoft.com/office/powerpoint/2010/main" val="154187109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33543-0C9B-3744-D886-3993398AE1F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242AA319-AE3E-C011-A32C-AA2EA224BAD5}"/>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7EEA8738-0008-7843-783F-E7704BC2B18A}"/>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0EE35F1-E6EC-72AA-8C52-C826A1499915}"/>
              </a:ext>
            </a:extLst>
          </p:cNvPr>
          <p:cNvSpPr>
            <a:spLocks noGrp="1"/>
          </p:cNvSpPr>
          <p:nvPr>
            <p:ph type="sldNum" sz="quarter" idx="5"/>
          </p:nvPr>
        </p:nvSpPr>
        <p:spPr/>
        <p:txBody>
          <a:bodyPr/>
          <a:lstStyle/>
          <a:p>
            <a:pPr rtl="0"/>
            <a:fld id="{F97DC217-DF71-1A49-B3EA-559F1F43B0FF}" type="slidenum">
              <a:rPr lang="id-ID" smtClean="0"/>
              <a:t>79</a:t>
            </a:fld>
            <a:endParaRPr lang="id-ID"/>
          </a:p>
        </p:txBody>
      </p:sp>
    </p:spTree>
    <p:extLst>
      <p:ext uri="{BB962C8B-B14F-4D97-AF65-F5344CB8AC3E}">
        <p14:creationId xmlns:p14="http://schemas.microsoft.com/office/powerpoint/2010/main" val="67821606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DEB1B7-19BC-B078-D0AD-153A8C20BDE5}"/>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967AFDD-86A9-52FD-C3F1-BD347CB69419}"/>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8EB11A8A-FC21-4260-8712-E9DD872F544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0976C79B-646C-1AA8-0451-938F3D1F4322}"/>
              </a:ext>
            </a:extLst>
          </p:cNvPr>
          <p:cNvSpPr>
            <a:spLocks noGrp="1"/>
          </p:cNvSpPr>
          <p:nvPr>
            <p:ph type="sldNum" sz="quarter" idx="5"/>
          </p:nvPr>
        </p:nvSpPr>
        <p:spPr/>
        <p:txBody>
          <a:bodyPr/>
          <a:lstStyle/>
          <a:p>
            <a:pPr rtl="0"/>
            <a:fld id="{F97DC217-DF71-1A49-B3EA-559F1F43B0FF}" type="slidenum">
              <a:rPr lang="id-ID" smtClean="0"/>
              <a:t>83</a:t>
            </a:fld>
            <a:endParaRPr lang="id-ID"/>
          </a:p>
        </p:txBody>
      </p:sp>
    </p:spTree>
    <p:extLst>
      <p:ext uri="{BB962C8B-B14F-4D97-AF65-F5344CB8AC3E}">
        <p14:creationId xmlns:p14="http://schemas.microsoft.com/office/powerpoint/2010/main" val="343727694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63C12-B8A9-5704-5801-031285540AF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D7A8C062-2B26-784C-3532-BFB9C00D03A6}"/>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EA89759B-3B6C-1977-303D-EC8B5941BE3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FC755D6-1FEE-A6C0-8C21-829D04A6F10C}"/>
              </a:ext>
            </a:extLst>
          </p:cNvPr>
          <p:cNvSpPr>
            <a:spLocks noGrp="1"/>
          </p:cNvSpPr>
          <p:nvPr>
            <p:ph type="sldNum" sz="quarter" idx="5"/>
          </p:nvPr>
        </p:nvSpPr>
        <p:spPr/>
        <p:txBody>
          <a:bodyPr/>
          <a:lstStyle/>
          <a:p>
            <a:pPr rtl="0"/>
            <a:fld id="{F97DC217-DF71-1A49-B3EA-559F1F43B0FF}" type="slidenum">
              <a:rPr lang="id-ID" smtClean="0"/>
              <a:t>84</a:t>
            </a:fld>
            <a:endParaRPr lang="id-ID"/>
          </a:p>
        </p:txBody>
      </p:sp>
    </p:spTree>
    <p:extLst>
      <p:ext uri="{BB962C8B-B14F-4D97-AF65-F5344CB8AC3E}">
        <p14:creationId xmlns:p14="http://schemas.microsoft.com/office/powerpoint/2010/main" val="98543618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txBody>
          <a:bodyPr/>
          <a:lstStyle/>
          <a:p>
            <a:endParaRPr lang="id-ID"/>
          </a:p>
        </p:txBody>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86</a:t>
            </a:fld>
            <a:endParaRPr lang="id-ID"/>
          </a:p>
        </p:txBody>
      </p:sp>
    </p:spTree>
    <p:extLst>
      <p:ext uri="{BB962C8B-B14F-4D97-AF65-F5344CB8AC3E}">
        <p14:creationId xmlns:p14="http://schemas.microsoft.com/office/powerpoint/2010/main" val="39355634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038139-B33F-116D-79A1-7A8B7FB5867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647A4260-AFD0-CC6E-9804-2A77653AA66B}"/>
              </a:ext>
            </a:extLst>
          </p:cNvPr>
          <p:cNvSpPr>
            <a:spLocks noGrp="1" noRot="1" noChangeAspect="1"/>
          </p:cNvSpPr>
          <p:nvPr>
            <p:ph type="sldImg"/>
          </p:nvPr>
        </p:nvSpPr>
        <p:spPr/>
        <p:txBody>
          <a:bodyPr/>
          <a:lstStyle/>
          <a:p>
            <a:endParaRPr lang="id-ID"/>
          </a:p>
        </p:txBody>
      </p:sp>
      <p:sp>
        <p:nvSpPr>
          <p:cNvPr id="3" name="Tampungan Catatan 2">
            <a:extLst>
              <a:ext uri="{FF2B5EF4-FFF2-40B4-BE49-F238E27FC236}">
                <a16:creationId xmlns:a16="http://schemas.microsoft.com/office/drawing/2014/main" id="{55D0F28E-92D9-8519-B782-081CD6E9EE26}"/>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C16E6CED-1E45-5082-FB0B-4E74F36E4351}"/>
              </a:ext>
            </a:extLst>
          </p:cNvPr>
          <p:cNvSpPr>
            <a:spLocks noGrp="1"/>
          </p:cNvSpPr>
          <p:nvPr>
            <p:ph type="sldNum" sz="quarter" idx="5"/>
          </p:nvPr>
        </p:nvSpPr>
        <p:spPr/>
        <p:txBody>
          <a:bodyPr/>
          <a:lstStyle/>
          <a:p>
            <a:pPr rtl="0"/>
            <a:fld id="{F97DC217-DF71-1A49-B3EA-559F1F43B0FF}" type="slidenum">
              <a:rPr lang="id-ID" smtClean="0"/>
              <a:t>87</a:t>
            </a:fld>
            <a:endParaRPr lang="id-ID"/>
          </a:p>
        </p:txBody>
      </p:sp>
    </p:spTree>
    <p:extLst>
      <p:ext uri="{BB962C8B-B14F-4D97-AF65-F5344CB8AC3E}">
        <p14:creationId xmlns:p14="http://schemas.microsoft.com/office/powerpoint/2010/main" val="34944681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Judul">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3" y="1122363"/>
            <a:ext cx="7096933" cy="2387600"/>
          </a:xfrm>
        </p:spPr>
        <p:txBody>
          <a:bodyPr rtlCol="0" anchor="b">
            <a:noAutofit/>
          </a:bodyPr>
          <a:lstStyle>
            <a:lvl1pPr algn="l">
              <a:defRPr sz="6000" b="1">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3" y="3602038"/>
            <a:ext cx="9500507" cy="806675"/>
          </a:xfrm>
        </p:spPr>
        <p:txBody>
          <a:bodyPr rtlCol="0">
            <a:noAutofit/>
          </a:bodyPr>
          <a:lstStyle>
            <a:lvl1pPr marL="0" indent="0" algn="l">
              <a:buNone/>
              <a:defRPr sz="32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sp>
        <p:nvSpPr>
          <p:cNvPr id="4" name="Persegi 3">
            <a:extLst>
              <a:ext uri="{FF2B5EF4-FFF2-40B4-BE49-F238E27FC236}">
                <a16:creationId xmlns:a16="http://schemas.microsoft.com/office/drawing/2014/main" id="{9AC79249-FDC0-364D-A734-AE1DE1605D28}"/>
              </a:ext>
            </a:extLst>
          </p:cNvPr>
          <p:cNvSpPr/>
          <p:nvPr userDrawn="1"/>
        </p:nvSpPr>
        <p:spPr>
          <a:xfrm>
            <a:off x="0" y="4572000"/>
            <a:ext cx="1219200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5" name="Oval 4">
            <a:extLst>
              <a:ext uri="{FF2B5EF4-FFF2-40B4-BE49-F238E27FC236}">
                <a16:creationId xmlns:a16="http://schemas.microsoft.com/office/drawing/2014/main" id="{902465C8-266D-104C-9C49-323DF4A8277E}"/>
              </a:ext>
            </a:extLst>
          </p:cNvPr>
          <p:cNvSpPr/>
          <p:nvPr userDrawn="1"/>
        </p:nvSpPr>
        <p:spPr>
          <a:xfrm>
            <a:off x="583746" y="4960030"/>
            <a:ext cx="1551214" cy="1551214"/>
          </a:xfrm>
          <a:prstGeom prst="ellipse">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11" name="Bentuk bebas 10">
            <a:extLst>
              <a:ext uri="{FF2B5EF4-FFF2-40B4-BE49-F238E27FC236}">
                <a16:creationId xmlns:a16="http://schemas.microsoft.com/office/drawing/2014/main" id="{37979A1C-BF60-B345-A664-2E4F7A3461EB}"/>
              </a:ext>
            </a:extLst>
          </p:cNvPr>
          <p:cNvSpPr/>
          <p:nvPr userDrawn="1"/>
        </p:nvSpPr>
        <p:spPr>
          <a:xfrm>
            <a:off x="1" y="4571999"/>
            <a:ext cx="1118508" cy="1118508"/>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9" name="Bentuk bebas 8">
            <a:extLst>
              <a:ext uri="{FF2B5EF4-FFF2-40B4-BE49-F238E27FC236}">
                <a16:creationId xmlns:a16="http://schemas.microsoft.com/office/drawing/2014/main" id="{58080B3E-915C-2D4C-8608-596E1BFD6387}"/>
              </a:ext>
            </a:extLst>
          </p:cNvPr>
          <p:cNvSpPr/>
          <p:nvPr userDrawn="1"/>
        </p:nvSpPr>
        <p:spPr>
          <a:xfrm>
            <a:off x="1" y="5739492"/>
            <a:ext cx="1118508" cy="1118508"/>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6" name="Grup 5">
            <a:extLst>
              <a:ext uri="{FF2B5EF4-FFF2-40B4-BE49-F238E27FC236}">
                <a16:creationId xmlns:a16="http://schemas.microsoft.com/office/drawing/2014/main" id="{F15FBB50-09C8-B64E-AE57-67C5E70810CB}"/>
              </a:ext>
            </a:extLst>
          </p:cNvPr>
          <p:cNvGrpSpPr/>
          <p:nvPr userDrawn="1"/>
        </p:nvGrpSpPr>
        <p:grpSpPr>
          <a:xfrm>
            <a:off x="8264427" y="-3419"/>
            <a:ext cx="3927573" cy="3165022"/>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2" name="Bentuk bebas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8" name="Bentuk bebas 27">
            <a:extLst>
              <a:ext uri="{FF2B5EF4-FFF2-40B4-BE49-F238E27FC236}">
                <a16:creationId xmlns:a16="http://schemas.microsoft.com/office/drawing/2014/main" id="{9E240E8A-950E-7946-826C-415CB5DACA43}"/>
              </a:ext>
            </a:extLst>
          </p:cNvPr>
          <p:cNvSpPr/>
          <p:nvPr userDrawn="1"/>
        </p:nvSpPr>
        <p:spPr>
          <a:xfrm>
            <a:off x="11024507" y="4580708"/>
            <a:ext cx="1167493" cy="2277292"/>
          </a:xfrm>
          <a:custGeom>
            <a:avLst/>
            <a:gdLst>
              <a:gd name="connsiteX0" fmla="*/ 1167473 w 1167493"/>
              <a:gd name="connsiteY0" fmla="*/ 0 h 2272167"/>
              <a:gd name="connsiteX1" fmla="*/ 1167493 w 1167493"/>
              <a:gd name="connsiteY1" fmla="*/ 0 h 2272167"/>
              <a:gd name="connsiteX2" fmla="*/ 1167493 w 1167493"/>
              <a:gd name="connsiteY2" fmla="*/ 492960 h 2272167"/>
              <a:gd name="connsiteX3" fmla="*/ 1167493 w 1167493"/>
              <a:gd name="connsiteY3" fmla="*/ 720385 h 2272167"/>
              <a:gd name="connsiteX4" fmla="*/ 1167493 w 1167493"/>
              <a:gd name="connsiteY4" fmla="*/ 2272167 h 2272167"/>
              <a:gd name="connsiteX5" fmla="*/ 0 w 1167493"/>
              <a:gd name="connsiteY5" fmla="*/ 2272167 h 2272167"/>
              <a:gd name="connsiteX6" fmla="*/ 0 w 1167493"/>
              <a:gd name="connsiteY6" fmla="*/ 1898074 h 2272167"/>
              <a:gd name="connsiteX7" fmla="*/ 0 w 1167493"/>
              <a:gd name="connsiteY7" fmla="*/ 1271597 h 2272167"/>
              <a:gd name="connsiteX8" fmla="*/ 0 w 1167493"/>
              <a:gd name="connsiteY8" fmla="*/ 1177688 h 2272167"/>
              <a:gd name="connsiteX9" fmla="*/ 1048124 w 1167493"/>
              <a:gd name="connsiteY9" fmla="*/ 6080 h 2272167"/>
              <a:gd name="connsiteX10" fmla="*/ 1167473 w 1167493"/>
              <a:gd name="connsiteY10" fmla="*/ 0 h 2272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7493" h="2272167">
                <a:moveTo>
                  <a:pt x="1167473" y="0"/>
                </a:moveTo>
                <a:lnTo>
                  <a:pt x="1167493" y="0"/>
                </a:lnTo>
                <a:lnTo>
                  <a:pt x="1167493" y="492960"/>
                </a:lnTo>
                <a:lnTo>
                  <a:pt x="1167493" y="720385"/>
                </a:lnTo>
                <a:lnTo>
                  <a:pt x="1167493" y="2272167"/>
                </a:lnTo>
                <a:lnTo>
                  <a:pt x="0" y="2272167"/>
                </a:lnTo>
                <a:lnTo>
                  <a:pt x="0" y="1898074"/>
                </a:lnTo>
                <a:lnTo>
                  <a:pt x="0" y="1271597"/>
                </a:lnTo>
                <a:lnTo>
                  <a:pt x="0" y="1177688"/>
                </a:lnTo>
                <a:cubicBezTo>
                  <a:pt x="0" y="567919"/>
                  <a:pt x="459408" y="66389"/>
                  <a:pt x="1048124" y="6080"/>
                </a:cubicBezTo>
                <a:lnTo>
                  <a:pt x="1167473"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2916498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17467"/>
            <a:ext cx="9779182" cy="3366815"/>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6" name="Bentuk bebas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51A9B3F0-40B4-402B-BD3D-2ECBD63B1A7A}" type="datetime1">
              <a:rPr lang="id-ID" noProof="0" smtClean="0"/>
              <a:t>06/11/2025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782271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Bagian">
    <p:bg>
      <p:bgPr>
        <a:solidFill>
          <a:schemeClr val="accent2"/>
        </a:solidFill>
        <a:effectLst/>
      </p:bgPr>
    </p:bg>
    <p:spTree>
      <p:nvGrpSpPr>
        <p:cNvPr id="1" name=""/>
        <p:cNvGrpSpPr/>
        <p:nvPr/>
      </p:nvGrpSpPr>
      <p:grpSpPr>
        <a:xfrm>
          <a:off x="0" y="0"/>
          <a:ext cx="0" cy="0"/>
          <a:chOff x="0" y="0"/>
          <a:chExt cx="0" cy="0"/>
        </a:xfrm>
      </p:grpSpPr>
      <p:sp>
        <p:nvSpPr>
          <p:cNvPr id="7" name="Persegi panjang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12" name="Bentuk bebas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4" name="Bentuk bebas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5" name="Bentuk bebas 14">
            <a:extLst>
              <a:ext uri="{FF2B5EF4-FFF2-40B4-BE49-F238E27FC236}">
                <a16:creationId xmlns:a16="http://schemas.microsoft.com/office/drawing/2014/main" id="{2734DEB1-EC02-2E42-9292-4ADD115060A5}"/>
              </a:ext>
            </a:extLst>
          </p:cNvPr>
          <p:cNvSpPr/>
          <p:nvPr userDrawn="1"/>
        </p:nvSpPr>
        <p:spPr>
          <a:xfrm rot="5400000" flipH="1" flipV="1">
            <a:off x="10344100" y="438098"/>
            <a:ext cx="2285999" cy="1409801"/>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3" name="Judul 1">
            <a:extLst>
              <a:ext uri="{FF2B5EF4-FFF2-40B4-BE49-F238E27FC236}">
                <a16:creationId xmlns:a16="http://schemas.microsoft.com/office/drawing/2014/main" id="{5E932F0D-7FC3-634B-932C-3625C16C8DE2}"/>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Teks 2">
            <a:extLst>
              <a:ext uri="{FF2B5EF4-FFF2-40B4-BE49-F238E27FC236}">
                <a16:creationId xmlns:a16="http://schemas.microsoft.com/office/drawing/2014/main" id="{2E65DE34-CDB7-41F7-A95A-592B99558C69}"/>
              </a:ext>
            </a:extLst>
          </p:cNvPr>
          <p:cNvSpPr>
            <a:spLocks noGrp="1"/>
          </p:cNvSpPr>
          <p:nvPr>
            <p:ph type="body" idx="1" hasCustomPrompt="1"/>
          </p:nvPr>
        </p:nvSpPr>
        <p:spPr>
          <a:xfrm>
            <a:off x="1167492" y="2653167"/>
            <a:ext cx="9779183" cy="3436483"/>
          </a:xfrm>
        </p:spPr>
        <p:txBody>
          <a:bodyPr rtlCol="0">
            <a:noAutofit/>
          </a:bodyPr>
          <a:lstStyle>
            <a:lvl1pPr marL="0" indent="0">
              <a:lnSpc>
                <a:spcPct val="150000"/>
              </a:lnSpc>
              <a:buNone/>
              <a:defRPr sz="2400">
                <a:solidFill>
                  <a:schemeClr val="bg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id-ID" noProof="0"/>
              <a:t>Klik untuk mengedit gaya teks Master</a:t>
            </a:r>
          </a:p>
        </p:txBody>
      </p:sp>
      <p:sp>
        <p:nvSpPr>
          <p:cNvPr id="4" name="Tampungan Tanggal 3">
            <a:extLst>
              <a:ext uri="{FF2B5EF4-FFF2-40B4-BE49-F238E27FC236}">
                <a16:creationId xmlns:a16="http://schemas.microsoft.com/office/drawing/2014/main" id="{8E95D4F5-F69B-42F6-8A9D-330F696E144B}"/>
              </a:ext>
            </a:extLst>
          </p:cNvPr>
          <p:cNvSpPr>
            <a:spLocks noGrp="1"/>
          </p:cNvSpPr>
          <p:nvPr>
            <p:ph type="dt" sz="half" idx="10"/>
          </p:nvPr>
        </p:nvSpPr>
        <p:spPr/>
        <p:txBody>
          <a:bodyPr rtlCol="0">
            <a:noAutofit/>
          </a:bodyPr>
          <a:lstStyle>
            <a:lvl1pPr>
              <a:defRPr>
                <a:solidFill>
                  <a:schemeClr val="accent2"/>
                </a:solidFill>
                <a:latin typeface="+mn-lt"/>
              </a:defRPr>
            </a:lvl1pPr>
          </a:lstStyle>
          <a:p>
            <a:pPr rtl="0"/>
            <a:fld id="{C66938A1-13E2-4EB3-A9CB-9E58C4A52052}" type="datetime1">
              <a:rPr lang="id-ID" noProof="0" smtClean="0"/>
              <a:t>06/11/2025</a:t>
            </a:fld>
            <a:endParaRPr lang="id-ID" noProof="0"/>
          </a:p>
        </p:txBody>
      </p:sp>
      <p:sp>
        <p:nvSpPr>
          <p:cNvPr id="5" name="Tampungan Kaki 4">
            <a:extLst>
              <a:ext uri="{FF2B5EF4-FFF2-40B4-BE49-F238E27FC236}">
                <a16:creationId xmlns:a16="http://schemas.microsoft.com/office/drawing/2014/main" id="{FA79A23A-2238-4904-8692-9F2DAE8B8FC9}"/>
              </a:ext>
            </a:extLst>
          </p:cNvPr>
          <p:cNvSpPr>
            <a:spLocks noGrp="1"/>
          </p:cNvSpPr>
          <p:nvPr>
            <p:ph type="ftr" sz="quarter" idx="11"/>
          </p:nvPr>
        </p:nvSpPr>
        <p:spPr/>
        <p:txBody>
          <a:bodyPr rtlCol="0">
            <a:noAutofit/>
          </a:bodyPr>
          <a:lstStyle>
            <a:lvl1pPr>
              <a:defRPr>
                <a:solidFill>
                  <a:schemeClr val="accent2"/>
                </a:solidFill>
                <a:latin typeface="+mn-lt"/>
              </a:defRPr>
            </a:lvl1pPr>
          </a:lstStyle>
          <a:p>
            <a:pPr rtl="0"/>
            <a:r>
              <a:rPr lang="id-ID" noProof="0"/>
              <a:t>JUDUL PRESENTASI</a:t>
            </a:r>
          </a:p>
        </p:txBody>
      </p:sp>
      <p:sp>
        <p:nvSpPr>
          <p:cNvPr id="6" name="Tampungan Nomor Slide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8026350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Judul bagian">
    <p:spTree>
      <p:nvGrpSpPr>
        <p:cNvPr id="1" name=""/>
        <p:cNvGrpSpPr/>
        <p:nvPr/>
      </p:nvGrpSpPr>
      <p:grpSpPr>
        <a:xfrm>
          <a:off x="0" y="0"/>
          <a:ext cx="0" cy="0"/>
          <a:chOff x="0" y="0"/>
          <a:chExt cx="0" cy="0"/>
        </a:xfrm>
      </p:grpSpPr>
      <p:sp>
        <p:nvSpPr>
          <p:cNvPr id="23" name="Bentuk bebas 22">
            <a:extLst>
              <a:ext uri="{FF2B5EF4-FFF2-40B4-BE49-F238E27FC236}">
                <a16:creationId xmlns:a16="http://schemas.microsoft.com/office/drawing/2014/main" id="{067EACEC-C2DD-EA42-8504-176673AD1F20}"/>
              </a:ext>
            </a:extLst>
          </p:cNvPr>
          <p:cNvSpPr/>
          <p:nvPr userDrawn="1"/>
        </p:nvSpPr>
        <p:spPr>
          <a:xfrm>
            <a:off x="0" y="0"/>
            <a:ext cx="8025490" cy="6858000"/>
          </a:xfrm>
          <a:custGeom>
            <a:avLst/>
            <a:gdLst>
              <a:gd name="connsiteX0" fmla="*/ 0 w 8025490"/>
              <a:gd name="connsiteY0" fmla="*/ 0 h 6858000"/>
              <a:gd name="connsiteX1" fmla="*/ 4596490 w 8025490"/>
              <a:gd name="connsiteY1" fmla="*/ 0 h 6858000"/>
              <a:gd name="connsiteX2" fmla="*/ 8025490 w 8025490"/>
              <a:gd name="connsiteY2" fmla="*/ 3429000 h 6858000"/>
              <a:gd name="connsiteX3" fmla="*/ 4596490 w 8025490"/>
              <a:gd name="connsiteY3" fmla="*/ 6858000 h 6858000"/>
              <a:gd name="connsiteX4" fmla="*/ 0 w 802549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490" h="6858000">
                <a:moveTo>
                  <a:pt x="0" y="0"/>
                </a:moveTo>
                <a:lnTo>
                  <a:pt x="4596490" y="0"/>
                </a:lnTo>
                <a:cubicBezTo>
                  <a:pt x="6490274" y="0"/>
                  <a:pt x="8025490" y="1535216"/>
                  <a:pt x="8025490" y="3429000"/>
                </a:cubicBezTo>
                <a:cubicBezTo>
                  <a:pt x="8025490" y="5322784"/>
                  <a:pt x="6490274" y="6858000"/>
                  <a:pt x="4596490" y="6858000"/>
                </a:cubicBez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4" y="1059400"/>
            <a:ext cx="6245912" cy="2387600"/>
          </a:xfrm>
        </p:spPr>
        <p:txBody>
          <a:bodyPr rtlCol="0" anchor="b">
            <a:noAutofit/>
          </a:bodyPr>
          <a:lstStyle>
            <a:lvl1pPr algn="l">
              <a:defRPr sz="6000" b="1">
                <a:solidFill>
                  <a:schemeClr val="bg1"/>
                </a:solidFill>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4" y="3539075"/>
            <a:ext cx="6245912" cy="1406101"/>
          </a:xfrm>
        </p:spPr>
        <p:txBody>
          <a:bodyPr rtlCol="0">
            <a:noAutofit/>
          </a:bodyPr>
          <a:lstStyle>
            <a:lvl1pPr marL="0" indent="0" algn="l">
              <a:buNone/>
              <a:defRPr sz="32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grpSp>
        <p:nvGrpSpPr>
          <p:cNvPr id="6" name="Grup 5">
            <a:extLst>
              <a:ext uri="{FF2B5EF4-FFF2-40B4-BE49-F238E27FC236}">
                <a16:creationId xmlns:a16="http://schemas.microsoft.com/office/drawing/2014/main" id="{89843C7E-5704-7A46-8974-F3BFA42E7310}"/>
              </a:ext>
            </a:extLst>
          </p:cNvPr>
          <p:cNvGrpSpPr/>
          <p:nvPr userDrawn="1"/>
        </p:nvGrpSpPr>
        <p:grpSpPr>
          <a:xfrm rot="16200000">
            <a:off x="8286528" y="2207195"/>
            <a:ext cx="3032351" cy="2443610"/>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17" name="Bentuk bebas 16">
            <a:extLst>
              <a:ext uri="{FF2B5EF4-FFF2-40B4-BE49-F238E27FC236}">
                <a16:creationId xmlns:a16="http://schemas.microsoft.com/office/drawing/2014/main" id="{0B179973-08D2-EF40-B516-35E75E906394}"/>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8" name="Bentuk bebas 17">
            <a:extLst>
              <a:ext uri="{FF2B5EF4-FFF2-40B4-BE49-F238E27FC236}">
                <a16:creationId xmlns:a16="http://schemas.microsoft.com/office/drawing/2014/main" id="{6C811FF3-E48A-194D-8022-65F8C3A17449}"/>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9865294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Grafik">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1"/>
            <a:ext cx="9779182" cy="3366815"/>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pPr rtl="0"/>
            <a:fld id="{8E39C280-D1CE-4C14-BB73-A42EFC7AA47C}" type="datetime1">
              <a:rPr lang="id-ID" noProof="0" smtClean="0"/>
              <a:t>06/11/2025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3697818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Bagan 2">
    <p:bg>
      <p:bgPr>
        <a:solidFill>
          <a:schemeClr val="accent2"/>
        </a:solidFill>
        <a:effectLst/>
      </p:bgPr>
    </p:bg>
    <p:spTree>
      <p:nvGrpSpPr>
        <p:cNvPr id="1" name=""/>
        <p:cNvGrpSpPr/>
        <p:nvPr/>
      </p:nvGrpSpPr>
      <p:grpSpPr>
        <a:xfrm>
          <a:off x="0" y="0"/>
          <a:ext cx="0" cy="0"/>
          <a:chOff x="0" y="0"/>
          <a:chExt cx="0" cy="0"/>
        </a:xfrm>
      </p:grpSpPr>
      <p:grpSp>
        <p:nvGrpSpPr>
          <p:cNvPr id="9" name="Grup 8">
            <a:extLst>
              <a:ext uri="{FF2B5EF4-FFF2-40B4-BE49-F238E27FC236}">
                <a16:creationId xmlns:a16="http://schemas.microsoft.com/office/drawing/2014/main" id="{ABA2A58C-57B7-834C-8F5C-3299322411B1}"/>
              </a:ext>
            </a:extLst>
          </p:cNvPr>
          <p:cNvGrpSpPr/>
          <p:nvPr userDrawn="1"/>
        </p:nvGrpSpPr>
        <p:grpSpPr>
          <a:xfrm rot="16200000">
            <a:off x="10772262" y="152641"/>
            <a:ext cx="1572380" cy="1267097"/>
            <a:chOff x="7413403" y="4976359"/>
            <a:chExt cx="2334986" cy="1881641"/>
          </a:xfrm>
        </p:grpSpPr>
        <p:sp>
          <p:nvSpPr>
            <p:cNvPr id="13" name="Bentuk bebas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4" name="Bentuk bebas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3"/>
            <a:ext cx="9779182" cy="3366813"/>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7CF46B1F-6981-4F1A-BBFE-32021A818C89}" type="datetime1">
              <a:rPr lang="id-ID" noProof="0" smtClean="0"/>
              <a:t>06/11/2025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31909451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utipan">
    <p:bg>
      <p:bgPr>
        <a:solidFill>
          <a:schemeClr val="accent1"/>
        </a:solidFill>
        <a:effectLst/>
      </p:bgPr>
    </p:bg>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0B5ED18-7A07-47F1-8056-CD86B076AFE2}"/>
              </a:ext>
            </a:extLst>
          </p:cNvPr>
          <p:cNvSpPr>
            <a:spLocks noGrp="1"/>
          </p:cNvSpPr>
          <p:nvPr>
            <p:ph type="title"/>
          </p:nvPr>
        </p:nvSpPr>
        <p:spPr>
          <a:xfrm>
            <a:off x="1798721" y="1684338"/>
            <a:ext cx="8594558" cy="2810460"/>
          </a:xfrm>
        </p:spPr>
        <p:txBody>
          <a:bodyPr rtlCol="0">
            <a:noAutofit/>
          </a:bodyPr>
          <a:lstStyle>
            <a:lvl1pPr algn="ctr">
              <a:lnSpc>
                <a:spcPct val="100000"/>
              </a:lnSpc>
              <a:defRPr sz="4600">
                <a:solidFill>
                  <a:schemeClr val="bg1"/>
                </a:solidFill>
                <a:latin typeface="+mj-lt"/>
              </a:defRPr>
            </a:lvl1pPr>
          </a:lstStyle>
          <a:p>
            <a:pPr rtl="0"/>
            <a:r>
              <a:rPr lang="en-US" noProof="0"/>
              <a:t>Click to edit Master title style</a:t>
            </a:r>
            <a:endParaRPr lang="id-ID" noProof="0"/>
          </a:p>
        </p:txBody>
      </p:sp>
      <p:sp>
        <p:nvSpPr>
          <p:cNvPr id="8" name="Tampungan Teks 7">
            <a:extLst>
              <a:ext uri="{FF2B5EF4-FFF2-40B4-BE49-F238E27FC236}">
                <a16:creationId xmlns:a16="http://schemas.microsoft.com/office/drawing/2014/main" id="{4C91C146-F9A8-9A4C-9508-8590923B8D9A}"/>
              </a:ext>
            </a:extLst>
          </p:cNvPr>
          <p:cNvSpPr>
            <a:spLocks noGrp="1"/>
          </p:cNvSpPr>
          <p:nvPr>
            <p:ph type="body" sz="quarter" idx="13" hasCustomPrompt="1"/>
          </p:nvPr>
        </p:nvSpPr>
        <p:spPr>
          <a:xfrm>
            <a:off x="381000" y="519405"/>
            <a:ext cx="1364297" cy="1094521"/>
          </a:xfrm>
        </p:spPr>
        <p:txBody>
          <a:bodyPr rtlCol="0">
            <a:noAutofit/>
          </a:bodyPr>
          <a:lstStyle>
            <a:lvl1pPr marL="0" indent="0" algn="ctr">
              <a:buNone/>
              <a:defRPr sz="23900" b="1">
                <a:solidFill>
                  <a:schemeClr val="accent1">
                    <a:lumMod val="75000"/>
                  </a:schemeClr>
                </a:solidFill>
                <a:latin typeface="Tenorite" pitchFamily="2" charset="0"/>
              </a:defRPr>
            </a:lvl1pPr>
            <a:lvl2pPr marL="457200" indent="0">
              <a:buNone/>
              <a:defRPr b="1">
                <a:solidFill>
                  <a:schemeClr val="bg1"/>
                </a:solidFill>
                <a:latin typeface="Tenorite" pitchFamily="2" charset="0"/>
              </a:defRPr>
            </a:lvl2pPr>
            <a:lvl3pPr marL="914400" indent="0">
              <a:buNone/>
              <a:defRPr b="1">
                <a:solidFill>
                  <a:schemeClr val="bg1"/>
                </a:solidFill>
                <a:latin typeface="Tenorite" pitchFamily="2" charset="0"/>
              </a:defRPr>
            </a:lvl3pPr>
            <a:lvl4pPr marL="1371600" indent="0">
              <a:buNone/>
              <a:defRPr b="1">
                <a:solidFill>
                  <a:schemeClr val="bg1"/>
                </a:solidFill>
                <a:latin typeface="Tenorite" pitchFamily="2" charset="0"/>
              </a:defRPr>
            </a:lvl4pPr>
            <a:lvl5pPr marL="1828800" indent="0">
              <a:buNone/>
              <a:defRPr b="1">
                <a:solidFill>
                  <a:schemeClr val="bg1"/>
                </a:solidFill>
                <a:latin typeface="Tenorite" pitchFamily="2" charset="0"/>
              </a:defRPr>
            </a:lvl5pPr>
          </a:lstStyle>
          <a:p>
            <a:pPr lvl="0" rtl="0"/>
            <a:r>
              <a:rPr lang="id-ID" noProof="0"/>
              <a:t>“</a:t>
            </a:r>
          </a:p>
        </p:txBody>
      </p:sp>
      <p:sp>
        <p:nvSpPr>
          <p:cNvPr id="10" name="Tampungan Teks 9">
            <a:extLst>
              <a:ext uri="{FF2B5EF4-FFF2-40B4-BE49-F238E27FC236}">
                <a16:creationId xmlns:a16="http://schemas.microsoft.com/office/drawing/2014/main" id="{322D6C2B-78AC-DD47-9289-067C968B06C1}"/>
              </a:ext>
            </a:extLst>
          </p:cNvPr>
          <p:cNvSpPr>
            <a:spLocks noGrp="1"/>
          </p:cNvSpPr>
          <p:nvPr>
            <p:ph type="body" sz="quarter" idx="14" hasCustomPrompt="1"/>
          </p:nvPr>
        </p:nvSpPr>
        <p:spPr>
          <a:xfrm>
            <a:off x="6881813" y="4494213"/>
            <a:ext cx="3511550" cy="679450"/>
          </a:xfrm>
        </p:spPr>
        <p:txBody>
          <a:bodyPr rtlCol="0">
            <a:noAutofit/>
          </a:bodyPr>
          <a:lstStyle>
            <a:lvl1pPr marL="0" indent="0" algn="r">
              <a:buNone/>
              <a:defRPr sz="2000">
                <a:solidFill>
                  <a:schemeClr val="bg1"/>
                </a:solidFill>
                <a:latin typeface="+mn-lt"/>
              </a:defRPr>
            </a:lvl1pPr>
            <a:lvl2pPr marL="457200" indent="0" algn="r">
              <a:buNone/>
              <a:defRPr sz="1800">
                <a:solidFill>
                  <a:schemeClr val="bg1"/>
                </a:solidFill>
                <a:latin typeface="Tenorite" pitchFamily="2" charset="0"/>
              </a:defRPr>
            </a:lvl2pPr>
            <a:lvl3pPr marL="914400" indent="0" algn="r">
              <a:buNone/>
              <a:defRPr sz="1600">
                <a:solidFill>
                  <a:schemeClr val="bg1"/>
                </a:solidFill>
                <a:latin typeface="Tenorite" pitchFamily="2" charset="0"/>
              </a:defRPr>
            </a:lvl3pPr>
            <a:lvl4pPr marL="1371600" indent="0" algn="r">
              <a:buNone/>
              <a:defRPr sz="1400">
                <a:solidFill>
                  <a:schemeClr val="bg1"/>
                </a:solidFill>
                <a:latin typeface="Tenorite" pitchFamily="2" charset="0"/>
              </a:defRPr>
            </a:lvl4pPr>
            <a:lvl5pPr marL="1828800" indent="0" algn="r">
              <a:buNone/>
              <a:defRPr sz="1400">
                <a:solidFill>
                  <a:schemeClr val="bg1"/>
                </a:solidFill>
                <a:latin typeface="Tenorite" pitchFamily="2" charset="0"/>
              </a:defRPr>
            </a:lvl5pPr>
          </a:lstStyle>
          <a:p>
            <a:pPr lvl="0" rtl="0"/>
            <a:r>
              <a:rPr lang="id-ID" noProof="0"/>
              <a:t>Klik untuk mengedit gaya teks Master</a:t>
            </a:r>
          </a:p>
        </p:txBody>
      </p:sp>
      <p:sp>
        <p:nvSpPr>
          <p:cNvPr id="9" name="Tampungan Teks 7">
            <a:extLst>
              <a:ext uri="{FF2B5EF4-FFF2-40B4-BE49-F238E27FC236}">
                <a16:creationId xmlns:a16="http://schemas.microsoft.com/office/drawing/2014/main" id="{612193CD-03AD-D74D-A5CD-747A9B53F49A}"/>
              </a:ext>
            </a:extLst>
          </p:cNvPr>
          <p:cNvSpPr>
            <a:spLocks noGrp="1"/>
          </p:cNvSpPr>
          <p:nvPr>
            <p:ph type="body" sz="quarter" idx="15" hasCustomPrompt="1"/>
          </p:nvPr>
        </p:nvSpPr>
        <p:spPr>
          <a:xfrm>
            <a:off x="10609104" y="3399692"/>
            <a:ext cx="1364297" cy="1094521"/>
          </a:xfrm>
        </p:spPr>
        <p:txBody>
          <a:bodyPr rtlCol="0">
            <a:noAutofit/>
          </a:bodyPr>
          <a:lstStyle>
            <a:lvl1pPr marL="0" indent="0" algn="ctr">
              <a:buNone/>
              <a:defRPr sz="23900" b="1">
                <a:solidFill>
                  <a:schemeClr val="accent1">
                    <a:lumMod val="75000"/>
                  </a:schemeClr>
                </a:solidFill>
                <a:latin typeface="Tenorite" pitchFamily="2" charset="0"/>
              </a:defRPr>
            </a:lvl1pPr>
            <a:lvl2pPr marL="457200" indent="0">
              <a:buNone/>
              <a:defRPr b="1">
                <a:solidFill>
                  <a:schemeClr val="bg1"/>
                </a:solidFill>
                <a:latin typeface="Tenorite" pitchFamily="2" charset="0"/>
              </a:defRPr>
            </a:lvl2pPr>
            <a:lvl3pPr marL="914400" indent="0">
              <a:buNone/>
              <a:defRPr b="1">
                <a:solidFill>
                  <a:schemeClr val="bg1"/>
                </a:solidFill>
                <a:latin typeface="Tenorite" pitchFamily="2" charset="0"/>
              </a:defRPr>
            </a:lvl3pPr>
            <a:lvl4pPr marL="1371600" indent="0">
              <a:buNone/>
              <a:defRPr b="1">
                <a:solidFill>
                  <a:schemeClr val="bg1"/>
                </a:solidFill>
                <a:latin typeface="Tenorite" pitchFamily="2" charset="0"/>
              </a:defRPr>
            </a:lvl4pPr>
            <a:lvl5pPr marL="1828800" indent="0">
              <a:buNone/>
              <a:defRPr b="1">
                <a:solidFill>
                  <a:schemeClr val="bg1"/>
                </a:solidFill>
                <a:latin typeface="Tenorite" pitchFamily="2" charset="0"/>
              </a:defRPr>
            </a:lvl5pPr>
          </a:lstStyle>
          <a:p>
            <a:pPr lvl="0" rtl="0"/>
            <a:r>
              <a:rPr lang="id-ID" noProof="0"/>
              <a:t>”</a:t>
            </a:r>
          </a:p>
        </p:txBody>
      </p:sp>
      <p:sp>
        <p:nvSpPr>
          <p:cNvPr id="3" name="Tampungan Tanggal 2">
            <a:extLst>
              <a:ext uri="{FF2B5EF4-FFF2-40B4-BE49-F238E27FC236}">
                <a16:creationId xmlns:a16="http://schemas.microsoft.com/office/drawing/2014/main" id="{A0C71211-4520-46A1-9487-4AE49C3239EF}"/>
              </a:ext>
            </a:extLst>
          </p:cNvPr>
          <p:cNvSpPr>
            <a:spLocks noGrp="1"/>
          </p:cNvSpPr>
          <p:nvPr>
            <p:ph type="dt" sz="half" idx="10"/>
          </p:nvPr>
        </p:nvSpPr>
        <p:spPr/>
        <p:txBody>
          <a:bodyPr rtlCol="0">
            <a:noAutofit/>
          </a:bodyPr>
          <a:lstStyle>
            <a:lvl1pPr>
              <a:defRPr>
                <a:solidFill>
                  <a:schemeClr val="accent2"/>
                </a:solidFill>
                <a:latin typeface="+mn-lt"/>
              </a:defRPr>
            </a:lvl1pPr>
          </a:lstStyle>
          <a:p>
            <a:pPr rtl="0"/>
            <a:fld id="{84E9CC79-66B9-422C-A06E-4D4DCD64D4AF}" type="datetime1">
              <a:rPr lang="id-ID" noProof="0" smtClean="0"/>
              <a:t>06/11/2025</a:t>
            </a:fld>
            <a:endParaRPr lang="id-ID" noProof="0"/>
          </a:p>
        </p:txBody>
      </p:sp>
      <p:sp>
        <p:nvSpPr>
          <p:cNvPr id="4" name="Tampungan Kaki 3">
            <a:extLst>
              <a:ext uri="{FF2B5EF4-FFF2-40B4-BE49-F238E27FC236}">
                <a16:creationId xmlns:a16="http://schemas.microsoft.com/office/drawing/2014/main" id="{96356206-85FD-45F5-A1F7-128DB34C860F}"/>
              </a:ext>
            </a:extLst>
          </p:cNvPr>
          <p:cNvSpPr>
            <a:spLocks noGrp="1"/>
          </p:cNvSpPr>
          <p:nvPr>
            <p:ph type="ftr" sz="quarter" idx="11"/>
          </p:nvPr>
        </p:nvSpPr>
        <p:spPr/>
        <p:txBody>
          <a:bodyPr rtlCol="0">
            <a:noAutofit/>
          </a:bodyPr>
          <a:lstStyle>
            <a:lvl1pPr>
              <a:defRPr>
                <a:solidFill>
                  <a:schemeClr val="accent2"/>
                </a:solidFill>
                <a:latin typeface="+mn-lt"/>
              </a:defRPr>
            </a:lvl1pPr>
          </a:lstStyle>
          <a:p>
            <a:pPr rtl="0"/>
            <a:r>
              <a:rPr lang="id-ID" noProof="0"/>
              <a:t>JUDUL PRESENTASI</a:t>
            </a:r>
          </a:p>
        </p:txBody>
      </p:sp>
      <p:sp>
        <p:nvSpPr>
          <p:cNvPr id="5" name="Tampungan Nomor Slide 4">
            <a:extLst>
              <a:ext uri="{FF2B5EF4-FFF2-40B4-BE49-F238E27FC236}">
                <a16:creationId xmlns:a16="http://schemas.microsoft.com/office/drawing/2014/main" id="{0203763F-C8CD-4BCB-9A0A-B10F000BC1DB}"/>
              </a:ext>
            </a:extLst>
          </p:cNvPr>
          <p:cNvSpPr>
            <a:spLocks noGrp="1"/>
          </p:cNvSpPr>
          <p:nvPr>
            <p:ph type="sldNum" sz="quarter" idx="12"/>
          </p:nvPr>
        </p:nvSpPr>
        <p:spPr/>
        <p:txBody>
          <a:bodyPr rtlCol="0">
            <a:noAutofit/>
          </a:bodyPr>
          <a:lstStyle>
            <a:lvl1pPr>
              <a:defRPr>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1476947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m">
    <p:spTree>
      <p:nvGrpSpPr>
        <p:cNvPr id="1" name=""/>
        <p:cNvGrpSpPr/>
        <p:nvPr/>
      </p:nvGrpSpPr>
      <p:grpSpPr>
        <a:xfrm>
          <a:off x="0" y="0"/>
          <a:ext cx="0" cy="0"/>
          <a:chOff x="0" y="0"/>
          <a:chExt cx="0" cy="0"/>
        </a:xfrm>
      </p:grpSpPr>
      <p:sp>
        <p:nvSpPr>
          <p:cNvPr id="30" name="Persegi panjang 29">
            <a:extLst>
              <a:ext uri="{FF2B5EF4-FFF2-40B4-BE49-F238E27FC236}">
                <a16:creationId xmlns:a16="http://schemas.microsoft.com/office/drawing/2014/main" id="{28C225EC-F6EF-1144-834A-F0B91974AA41}"/>
              </a:ext>
            </a:extLst>
          </p:cNvPr>
          <p:cNvSpPr/>
          <p:nvPr userDrawn="1"/>
        </p:nvSpPr>
        <p:spPr>
          <a:xfrm>
            <a:off x="0" y="-1664"/>
            <a:ext cx="9857012" cy="685966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31" name="Judul 1">
            <a:extLst>
              <a:ext uri="{FF2B5EF4-FFF2-40B4-BE49-F238E27FC236}">
                <a16:creationId xmlns:a16="http://schemas.microsoft.com/office/drawing/2014/main" id="{1E40CEAF-B1BB-174E-A798-3BA60D9C0458}"/>
              </a:ext>
            </a:extLst>
          </p:cNvPr>
          <p:cNvSpPr>
            <a:spLocks noGrp="1"/>
          </p:cNvSpPr>
          <p:nvPr>
            <p:ph type="title"/>
          </p:nvPr>
        </p:nvSpPr>
        <p:spPr>
          <a:xfrm>
            <a:off x="750430" y="381000"/>
            <a:ext cx="8401624" cy="1325563"/>
          </a:xfrm>
        </p:spPr>
        <p:txBody>
          <a:bodyPr lIns="0" rtlCol="0" anchor="b">
            <a:noAutofit/>
          </a:bodyPr>
          <a:lstStyle>
            <a:lvl1pPr>
              <a:defRPr sz="4800" b="1">
                <a:latin typeface="+mj-lt"/>
              </a:defRPr>
            </a:lvl1pPr>
          </a:lstStyle>
          <a:p>
            <a:pPr rtl="0"/>
            <a:r>
              <a:rPr lang="en-US" noProof="0"/>
              <a:t>Click to edit Master title style</a:t>
            </a:r>
            <a:endParaRPr lang="id-ID" noProof="0"/>
          </a:p>
        </p:txBody>
      </p:sp>
      <p:sp>
        <p:nvSpPr>
          <p:cNvPr id="6" name="Tampungan Gambar 23">
            <a:extLst>
              <a:ext uri="{FF2B5EF4-FFF2-40B4-BE49-F238E27FC236}">
                <a16:creationId xmlns:a16="http://schemas.microsoft.com/office/drawing/2014/main" id="{5E48B363-63E8-4F17-842B-53AD935A6529}"/>
              </a:ext>
            </a:extLst>
          </p:cNvPr>
          <p:cNvSpPr>
            <a:spLocks noGrp="1"/>
          </p:cNvSpPr>
          <p:nvPr>
            <p:ph type="pic" sz="quarter" idx="13"/>
          </p:nvPr>
        </p:nvSpPr>
        <p:spPr>
          <a:xfrm>
            <a:off x="750429" y="2227758"/>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0" name="Tampungan Teks 28">
            <a:extLst>
              <a:ext uri="{FF2B5EF4-FFF2-40B4-BE49-F238E27FC236}">
                <a16:creationId xmlns:a16="http://schemas.microsoft.com/office/drawing/2014/main" id="{CC3A7E03-4F06-4380-90A1-845651EEA3C0}"/>
              </a:ext>
            </a:extLst>
          </p:cNvPr>
          <p:cNvSpPr>
            <a:spLocks noGrp="1"/>
          </p:cNvSpPr>
          <p:nvPr>
            <p:ph type="body" sz="quarter" idx="17" hasCustomPrompt="1"/>
          </p:nvPr>
        </p:nvSpPr>
        <p:spPr>
          <a:xfrm>
            <a:off x="2123351" y="2426400"/>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1" name="Tampungan Teks 28">
            <a:extLst>
              <a:ext uri="{FF2B5EF4-FFF2-40B4-BE49-F238E27FC236}">
                <a16:creationId xmlns:a16="http://schemas.microsoft.com/office/drawing/2014/main" id="{31AF5791-727B-438A-A7EF-5D132167C89B}"/>
              </a:ext>
            </a:extLst>
          </p:cNvPr>
          <p:cNvSpPr>
            <a:spLocks noGrp="1"/>
          </p:cNvSpPr>
          <p:nvPr>
            <p:ph type="body" sz="quarter" idx="18" hasCustomPrompt="1"/>
          </p:nvPr>
        </p:nvSpPr>
        <p:spPr>
          <a:xfrm>
            <a:off x="2123350" y="2811646"/>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7" name="Tampungan Gambar 23">
            <a:extLst>
              <a:ext uri="{FF2B5EF4-FFF2-40B4-BE49-F238E27FC236}">
                <a16:creationId xmlns:a16="http://schemas.microsoft.com/office/drawing/2014/main" id="{9ABA5222-6FD6-405B-8AC8-18022C36590F}"/>
              </a:ext>
            </a:extLst>
          </p:cNvPr>
          <p:cNvSpPr>
            <a:spLocks noGrp="1"/>
          </p:cNvSpPr>
          <p:nvPr>
            <p:ph type="pic" sz="quarter" idx="14"/>
          </p:nvPr>
        </p:nvSpPr>
        <p:spPr>
          <a:xfrm>
            <a:off x="5495813" y="2227758"/>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2" name="Tampungan Teks 28">
            <a:extLst>
              <a:ext uri="{FF2B5EF4-FFF2-40B4-BE49-F238E27FC236}">
                <a16:creationId xmlns:a16="http://schemas.microsoft.com/office/drawing/2014/main" id="{A1A33FCF-D2EB-478E-8679-428657895F76}"/>
              </a:ext>
            </a:extLst>
          </p:cNvPr>
          <p:cNvSpPr>
            <a:spLocks noGrp="1"/>
          </p:cNvSpPr>
          <p:nvPr>
            <p:ph type="body" sz="quarter" idx="19" hasCustomPrompt="1"/>
          </p:nvPr>
        </p:nvSpPr>
        <p:spPr>
          <a:xfrm>
            <a:off x="6870817" y="242256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3" name="Tampungan Teks 28">
            <a:extLst>
              <a:ext uri="{FF2B5EF4-FFF2-40B4-BE49-F238E27FC236}">
                <a16:creationId xmlns:a16="http://schemas.microsoft.com/office/drawing/2014/main" id="{55274EF8-F641-41B2-89C1-FD94AFA48684}"/>
              </a:ext>
            </a:extLst>
          </p:cNvPr>
          <p:cNvSpPr>
            <a:spLocks noGrp="1"/>
          </p:cNvSpPr>
          <p:nvPr>
            <p:ph type="body" sz="quarter" idx="20" hasCustomPrompt="1"/>
          </p:nvPr>
        </p:nvSpPr>
        <p:spPr>
          <a:xfrm>
            <a:off x="6870816" y="280781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8" name="Tampungan Gambar 23">
            <a:extLst>
              <a:ext uri="{FF2B5EF4-FFF2-40B4-BE49-F238E27FC236}">
                <a16:creationId xmlns:a16="http://schemas.microsoft.com/office/drawing/2014/main" id="{124DE785-775F-4AE4-94B3-FA728188EBA5}"/>
              </a:ext>
            </a:extLst>
          </p:cNvPr>
          <p:cNvSpPr>
            <a:spLocks noGrp="1"/>
          </p:cNvSpPr>
          <p:nvPr>
            <p:ph type="pic" sz="quarter" idx="15"/>
          </p:nvPr>
        </p:nvSpPr>
        <p:spPr>
          <a:xfrm>
            <a:off x="750429" y="4254273"/>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4" name="Tampungan Teks 28">
            <a:extLst>
              <a:ext uri="{FF2B5EF4-FFF2-40B4-BE49-F238E27FC236}">
                <a16:creationId xmlns:a16="http://schemas.microsoft.com/office/drawing/2014/main" id="{5A429D4E-B795-4E55-852E-9E161F9EBD36}"/>
              </a:ext>
            </a:extLst>
          </p:cNvPr>
          <p:cNvSpPr>
            <a:spLocks noGrp="1"/>
          </p:cNvSpPr>
          <p:nvPr>
            <p:ph type="body" sz="quarter" idx="21" hasCustomPrompt="1"/>
          </p:nvPr>
        </p:nvSpPr>
        <p:spPr>
          <a:xfrm>
            <a:off x="2123351" y="4498793"/>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5" name="Tampungan Teks 28">
            <a:extLst>
              <a:ext uri="{FF2B5EF4-FFF2-40B4-BE49-F238E27FC236}">
                <a16:creationId xmlns:a16="http://schemas.microsoft.com/office/drawing/2014/main" id="{41D297CB-52EE-4DE4-AEAC-CD4AAF2BF17B}"/>
              </a:ext>
            </a:extLst>
          </p:cNvPr>
          <p:cNvSpPr>
            <a:spLocks noGrp="1"/>
          </p:cNvSpPr>
          <p:nvPr>
            <p:ph type="body" sz="quarter" idx="22" hasCustomPrompt="1"/>
          </p:nvPr>
        </p:nvSpPr>
        <p:spPr>
          <a:xfrm>
            <a:off x="2123350" y="4884039"/>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9" name="Tampungan Gambar 23">
            <a:extLst>
              <a:ext uri="{FF2B5EF4-FFF2-40B4-BE49-F238E27FC236}">
                <a16:creationId xmlns:a16="http://schemas.microsoft.com/office/drawing/2014/main" id="{F5694B35-7776-4DB9-9EB7-3AF076EC357D}"/>
              </a:ext>
            </a:extLst>
          </p:cNvPr>
          <p:cNvSpPr>
            <a:spLocks noGrp="1"/>
          </p:cNvSpPr>
          <p:nvPr>
            <p:ph type="pic" sz="quarter" idx="16"/>
          </p:nvPr>
        </p:nvSpPr>
        <p:spPr>
          <a:xfrm>
            <a:off x="5495813" y="4254273"/>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6" name="Tampungan Teks 28">
            <a:extLst>
              <a:ext uri="{FF2B5EF4-FFF2-40B4-BE49-F238E27FC236}">
                <a16:creationId xmlns:a16="http://schemas.microsoft.com/office/drawing/2014/main" id="{AD7B736B-3A10-499F-8F23-4437982C8231}"/>
              </a:ext>
            </a:extLst>
          </p:cNvPr>
          <p:cNvSpPr>
            <a:spLocks noGrp="1"/>
          </p:cNvSpPr>
          <p:nvPr>
            <p:ph type="body" sz="quarter" idx="23" hasCustomPrompt="1"/>
          </p:nvPr>
        </p:nvSpPr>
        <p:spPr>
          <a:xfrm>
            <a:off x="6870817" y="4498793"/>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7" name="Tampungan Teks 28">
            <a:extLst>
              <a:ext uri="{FF2B5EF4-FFF2-40B4-BE49-F238E27FC236}">
                <a16:creationId xmlns:a16="http://schemas.microsoft.com/office/drawing/2014/main" id="{07165540-290D-4A38-87DE-F52B05BD6A1A}"/>
              </a:ext>
            </a:extLst>
          </p:cNvPr>
          <p:cNvSpPr>
            <a:spLocks noGrp="1"/>
          </p:cNvSpPr>
          <p:nvPr>
            <p:ph type="body" sz="quarter" idx="24" hasCustomPrompt="1"/>
          </p:nvPr>
        </p:nvSpPr>
        <p:spPr>
          <a:xfrm>
            <a:off x="6870816" y="4884039"/>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 name="Tampungan Tanggal 2">
            <a:extLst>
              <a:ext uri="{FF2B5EF4-FFF2-40B4-BE49-F238E27FC236}">
                <a16:creationId xmlns:a16="http://schemas.microsoft.com/office/drawing/2014/main" id="{A0C71211-4520-46A1-9487-4AE49C3239EF}"/>
              </a:ext>
            </a:extLst>
          </p:cNvPr>
          <p:cNvSpPr>
            <a:spLocks noGrp="1"/>
          </p:cNvSpPr>
          <p:nvPr>
            <p:ph type="dt" sz="half" idx="10"/>
          </p:nvPr>
        </p:nvSpPr>
        <p:spPr>
          <a:xfrm>
            <a:off x="381000" y="6356350"/>
            <a:ext cx="1569803" cy="365125"/>
          </a:xfrm>
        </p:spPr>
        <p:txBody>
          <a:bodyPr rtlCol="0">
            <a:noAutofit/>
          </a:bodyPr>
          <a:lstStyle>
            <a:lvl1pPr>
              <a:defRPr>
                <a:solidFill>
                  <a:schemeClr val="accent3"/>
                </a:solidFill>
                <a:latin typeface="+mn-lt"/>
              </a:defRPr>
            </a:lvl1pPr>
          </a:lstStyle>
          <a:p>
            <a:pPr rtl="0"/>
            <a:fld id="{7B48DF3E-AD03-4E2F-9529-7FF1401E86D2}" type="datetime1">
              <a:rPr lang="id-ID" noProof="0" smtClean="0"/>
              <a:t>06/11/2025</a:t>
            </a:fld>
            <a:endParaRPr lang="id-ID" noProof="0"/>
          </a:p>
        </p:txBody>
      </p:sp>
      <p:sp>
        <p:nvSpPr>
          <p:cNvPr id="4" name="Tampungan Kaki 3">
            <a:extLst>
              <a:ext uri="{FF2B5EF4-FFF2-40B4-BE49-F238E27FC236}">
                <a16:creationId xmlns:a16="http://schemas.microsoft.com/office/drawing/2014/main" id="{96356206-85FD-45F5-A1F7-128DB34C860F}"/>
              </a:ext>
            </a:extLst>
          </p:cNvPr>
          <p:cNvSpPr>
            <a:spLocks noGrp="1"/>
          </p:cNvSpPr>
          <p:nvPr>
            <p:ph type="ftr" sz="quarter" idx="11"/>
          </p:nvPr>
        </p:nvSpPr>
        <p:spPr>
          <a:xfrm>
            <a:off x="2871106" y="6356350"/>
            <a:ext cx="4114800" cy="365125"/>
          </a:xfrm>
        </p:spPr>
        <p:txBody>
          <a:bodyPr rtlCol="0">
            <a:noAutofit/>
          </a:bodyPr>
          <a:lstStyle>
            <a:lvl1pPr>
              <a:defRPr>
                <a:solidFill>
                  <a:schemeClr val="accent3"/>
                </a:solidFill>
                <a:latin typeface="+mn-lt"/>
              </a:defRPr>
            </a:lvl1pPr>
          </a:lstStyle>
          <a:p>
            <a:pPr rtl="0"/>
            <a:r>
              <a:rPr lang="id-ID" noProof="0"/>
              <a:t>JUDUL PRESENTASI</a:t>
            </a:r>
          </a:p>
        </p:txBody>
      </p:sp>
      <p:sp>
        <p:nvSpPr>
          <p:cNvPr id="5" name="Tampungan Nomor Slide 4">
            <a:extLst>
              <a:ext uri="{FF2B5EF4-FFF2-40B4-BE49-F238E27FC236}">
                <a16:creationId xmlns:a16="http://schemas.microsoft.com/office/drawing/2014/main" id="{0203763F-C8CD-4BCB-9A0A-B10F000BC1DB}"/>
              </a:ext>
            </a:extLst>
          </p:cNvPr>
          <p:cNvSpPr>
            <a:spLocks noGrp="1"/>
          </p:cNvSpPr>
          <p:nvPr>
            <p:ph type="sldNum" sz="quarter" idx="12"/>
          </p:nvPr>
        </p:nvSpPr>
        <p:spPr>
          <a:xfrm>
            <a:off x="8332334" y="6356350"/>
            <a:ext cx="1167495" cy="365125"/>
          </a:xfrm>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
        <p:nvSpPr>
          <p:cNvPr id="19" name="Bentuk bebas 18">
            <a:extLst>
              <a:ext uri="{FF2B5EF4-FFF2-40B4-BE49-F238E27FC236}">
                <a16:creationId xmlns:a16="http://schemas.microsoft.com/office/drawing/2014/main" id="{AAB3BC7E-B34F-EF47-B125-1574C5484E22}"/>
              </a:ext>
            </a:extLst>
          </p:cNvPr>
          <p:cNvSpPr/>
          <p:nvPr userDrawn="1"/>
        </p:nvSpPr>
        <p:spPr>
          <a:xfrm rot="16200000" flipV="1">
            <a:off x="9499940" y="355410"/>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1" name="Bentuk bebas 20">
            <a:extLst>
              <a:ext uri="{FF2B5EF4-FFF2-40B4-BE49-F238E27FC236}">
                <a16:creationId xmlns:a16="http://schemas.microsoft.com/office/drawing/2014/main" id="{7CBC82D0-4F72-C649-8B7F-D4B087957B6C}"/>
              </a:ext>
            </a:extLst>
          </p:cNvPr>
          <p:cNvSpPr/>
          <p:nvPr userDrawn="1"/>
        </p:nvSpPr>
        <p:spPr>
          <a:xfrm flipH="1">
            <a:off x="10866436" y="1879977"/>
            <a:ext cx="1325563" cy="1325563"/>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5" name="Bentuk bebas 24">
            <a:extLst>
              <a:ext uri="{FF2B5EF4-FFF2-40B4-BE49-F238E27FC236}">
                <a16:creationId xmlns:a16="http://schemas.microsoft.com/office/drawing/2014/main" id="{9383F23A-D872-2A4C-B386-A9D269BE694D}"/>
              </a:ext>
            </a:extLst>
          </p:cNvPr>
          <p:cNvSpPr/>
          <p:nvPr userDrawn="1"/>
        </p:nvSpPr>
        <p:spPr>
          <a:xfrm>
            <a:off x="11024507" y="-1664"/>
            <a:ext cx="1167494" cy="1881641"/>
          </a:xfrm>
          <a:custGeom>
            <a:avLst/>
            <a:gdLst>
              <a:gd name="connsiteX0" fmla="*/ 1167473 w 1167494"/>
              <a:gd name="connsiteY0" fmla="*/ 0 h 1881641"/>
              <a:gd name="connsiteX1" fmla="*/ 1167493 w 1167494"/>
              <a:gd name="connsiteY1" fmla="*/ 0 h 1881641"/>
              <a:gd name="connsiteX2" fmla="*/ 1167493 w 1167494"/>
              <a:gd name="connsiteY2" fmla="*/ 714148 h 1881641"/>
              <a:gd name="connsiteX3" fmla="*/ 1166666 w 1167494"/>
              <a:gd name="connsiteY3" fmla="*/ 730534 h 1881641"/>
              <a:gd name="connsiteX4" fmla="*/ 1167494 w 1167494"/>
              <a:gd name="connsiteY4" fmla="*/ 730534 h 1881641"/>
              <a:gd name="connsiteX5" fmla="*/ 1167494 w 1167494"/>
              <a:gd name="connsiteY5" fmla="*/ 1378059 h 1881641"/>
              <a:gd name="connsiteX6" fmla="*/ 1167493 w 1167494"/>
              <a:gd name="connsiteY6" fmla="*/ 1378059 h 1881641"/>
              <a:gd name="connsiteX7" fmla="*/ 1167493 w 1167494"/>
              <a:gd name="connsiteY7" fmla="*/ 1881641 h 1881641"/>
              <a:gd name="connsiteX8" fmla="*/ 0 w 1167494"/>
              <a:gd name="connsiteY8" fmla="*/ 1881641 h 1881641"/>
              <a:gd name="connsiteX9" fmla="*/ 0 w 1167494"/>
              <a:gd name="connsiteY9" fmla="*/ 1234116 h 1881641"/>
              <a:gd name="connsiteX10" fmla="*/ 0 w 1167494"/>
              <a:gd name="connsiteY10" fmla="*/ 1167492 h 1881641"/>
              <a:gd name="connsiteX11" fmla="*/ 1048124 w 1167494"/>
              <a:gd name="connsiteY11" fmla="*/ 6027 h 1881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67494" h="1881641">
                <a:moveTo>
                  <a:pt x="1167473" y="0"/>
                </a:moveTo>
                <a:lnTo>
                  <a:pt x="1167493" y="0"/>
                </a:lnTo>
                <a:lnTo>
                  <a:pt x="1167493" y="714148"/>
                </a:lnTo>
                <a:lnTo>
                  <a:pt x="1166666" y="730534"/>
                </a:lnTo>
                <a:lnTo>
                  <a:pt x="1167494" y="730534"/>
                </a:lnTo>
                <a:lnTo>
                  <a:pt x="1167494" y="1378059"/>
                </a:lnTo>
                <a:lnTo>
                  <a:pt x="1167493" y="1378059"/>
                </a:lnTo>
                <a:lnTo>
                  <a:pt x="1167493" y="1881641"/>
                </a:lnTo>
                <a:lnTo>
                  <a:pt x="0" y="1881641"/>
                </a:lnTo>
                <a:lnTo>
                  <a:pt x="0" y="1234116"/>
                </a:lnTo>
                <a:lnTo>
                  <a:pt x="0" y="1167492"/>
                </a:lnTo>
                <a:cubicBezTo>
                  <a:pt x="0" y="563002"/>
                  <a:pt x="459408" y="65814"/>
                  <a:pt x="1048124" y="6027"/>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6" name="Oval 25">
            <a:extLst>
              <a:ext uri="{FF2B5EF4-FFF2-40B4-BE49-F238E27FC236}">
                <a16:creationId xmlns:a16="http://schemas.microsoft.com/office/drawing/2014/main" id="{9221FFDB-AAE2-5943-97A1-82D66AE05DB4}"/>
              </a:ext>
            </a:extLst>
          </p:cNvPr>
          <p:cNvSpPr/>
          <p:nvPr userDrawn="1"/>
        </p:nvSpPr>
        <p:spPr>
          <a:xfrm>
            <a:off x="10334091" y="2737752"/>
            <a:ext cx="1380830" cy="138083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rtl="0"/>
            <a:endParaRPr lang="id-ID" noProof="0"/>
          </a:p>
        </p:txBody>
      </p:sp>
      <p:sp>
        <p:nvSpPr>
          <p:cNvPr id="27" name="Bentuk bebas 26">
            <a:extLst>
              <a:ext uri="{FF2B5EF4-FFF2-40B4-BE49-F238E27FC236}">
                <a16:creationId xmlns:a16="http://schemas.microsoft.com/office/drawing/2014/main" id="{2E58EEF7-63CA-A845-BAC4-9D3BE05918B5}"/>
              </a:ext>
            </a:extLst>
          </p:cNvPr>
          <p:cNvSpPr/>
          <p:nvPr userDrawn="1"/>
        </p:nvSpPr>
        <p:spPr>
          <a:xfrm rot="16200000" flipH="1">
            <a:off x="10667432" y="5333432"/>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8" name="Bentuk bebas 27">
            <a:extLst>
              <a:ext uri="{FF2B5EF4-FFF2-40B4-BE49-F238E27FC236}">
                <a16:creationId xmlns:a16="http://schemas.microsoft.com/office/drawing/2014/main" id="{757A4624-D8ED-2E4B-AF8C-00DFA6A72D5F}"/>
              </a:ext>
            </a:extLst>
          </p:cNvPr>
          <p:cNvSpPr/>
          <p:nvPr userDrawn="1"/>
        </p:nvSpPr>
        <p:spPr>
          <a:xfrm flipV="1">
            <a:off x="9857012" y="3651505"/>
            <a:ext cx="1325563" cy="1325563"/>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9" name="Bentuk bebas 28">
            <a:extLst>
              <a:ext uri="{FF2B5EF4-FFF2-40B4-BE49-F238E27FC236}">
                <a16:creationId xmlns:a16="http://schemas.microsoft.com/office/drawing/2014/main" id="{DF312EF8-91BE-5946-BE31-8CFE107A2FEA}"/>
              </a:ext>
            </a:extLst>
          </p:cNvPr>
          <p:cNvSpPr/>
          <p:nvPr userDrawn="1"/>
        </p:nvSpPr>
        <p:spPr>
          <a:xfrm flipH="1" flipV="1">
            <a:off x="9857013" y="4976359"/>
            <a:ext cx="1167494" cy="1881641"/>
          </a:xfrm>
          <a:custGeom>
            <a:avLst/>
            <a:gdLst>
              <a:gd name="connsiteX0" fmla="*/ 1167473 w 1167494"/>
              <a:gd name="connsiteY0" fmla="*/ 0 h 1881641"/>
              <a:gd name="connsiteX1" fmla="*/ 1167493 w 1167494"/>
              <a:gd name="connsiteY1" fmla="*/ 0 h 1881641"/>
              <a:gd name="connsiteX2" fmla="*/ 1167493 w 1167494"/>
              <a:gd name="connsiteY2" fmla="*/ 714148 h 1881641"/>
              <a:gd name="connsiteX3" fmla="*/ 1166666 w 1167494"/>
              <a:gd name="connsiteY3" fmla="*/ 730534 h 1881641"/>
              <a:gd name="connsiteX4" fmla="*/ 1167494 w 1167494"/>
              <a:gd name="connsiteY4" fmla="*/ 730534 h 1881641"/>
              <a:gd name="connsiteX5" fmla="*/ 1167494 w 1167494"/>
              <a:gd name="connsiteY5" fmla="*/ 1378059 h 1881641"/>
              <a:gd name="connsiteX6" fmla="*/ 1167493 w 1167494"/>
              <a:gd name="connsiteY6" fmla="*/ 1378059 h 1881641"/>
              <a:gd name="connsiteX7" fmla="*/ 1167493 w 1167494"/>
              <a:gd name="connsiteY7" fmla="*/ 1881641 h 1881641"/>
              <a:gd name="connsiteX8" fmla="*/ 0 w 1167494"/>
              <a:gd name="connsiteY8" fmla="*/ 1881641 h 1881641"/>
              <a:gd name="connsiteX9" fmla="*/ 0 w 1167494"/>
              <a:gd name="connsiteY9" fmla="*/ 1234116 h 1881641"/>
              <a:gd name="connsiteX10" fmla="*/ 0 w 1167494"/>
              <a:gd name="connsiteY10" fmla="*/ 1167492 h 1881641"/>
              <a:gd name="connsiteX11" fmla="*/ 1048124 w 1167494"/>
              <a:gd name="connsiteY11" fmla="*/ 6027 h 1881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67494" h="1881641">
                <a:moveTo>
                  <a:pt x="1167473" y="0"/>
                </a:moveTo>
                <a:lnTo>
                  <a:pt x="1167493" y="0"/>
                </a:lnTo>
                <a:lnTo>
                  <a:pt x="1167493" y="714148"/>
                </a:lnTo>
                <a:lnTo>
                  <a:pt x="1166666" y="730534"/>
                </a:lnTo>
                <a:lnTo>
                  <a:pt x="1167494" y="730534"/>
                </a:lnTo>
                <a:lnTo>
                  <a:pt x="1167494" y="1378059"/>
                </a:lnTo>
                <a:lnTo>
                  <a:pt x="1167493" y="1378059"/>
                </a:lnTo>
                <a:lnTo>
                  <a:pt x="1167493" y="1881641"/>
                </a:lnTo>
                <a:lnTo>
                  <a:pt x="0" y="1881641"/>
                </a:lnTo>
                <a:lnTo>
                  <a:pt x="0" y="1234116"/>
                </a:lnTo>
                <a:lnTo>
                  <a:pt x="0" y="1167492"/>
                </a:lnTo>
                <a:cubicBezTo>
                  <a:pt x="0" y="563002"/>
                  <a:pt x="459408" y="65814"/>
                  <a:pt x="1048124" y="6027"/>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3154419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luruh tim">
    <p:bg>
      <p:bgPr>
        <a:solidFill>
          <a:schemeClr val="accent2"/>
        </a:solidFill>
        <a:effectLst/>
      </p:bgPr>
    </p:bg>
    <p:spTree>
      <p:nvGrpSpPr>
        <p:cNvPr id="1" name=""/>
        <p:cNvGrpSpPr/>
        <p:nvPr/>
      </p:nvGrpSpPr>
      <p:grpSpPr>
        <a:xfrm>
          <a:off x="0" y="0"/>
          <a:ext cx="0" cy="0"/>
          <a:chOff x="0" y="0"/>
          <a:chExt cx="0" cy="0"/>
        </a:xfrm>
      </p:grpSpPr>
      <p:sp>
        <p:nvSpPr>
          <p:cNvPr id="54" name="Judul 1">
            <a:extLst>
              <a:ext uri="{FF2B5EF4-FFF2-40B4-BE49-F238E27FC236}">
                <a16:creationId xmlns:a16="http://schemas.microsoft.com/office/drawing/2014/main" id="{6825B690-1AD7-4243-AC42-D2CF19B7B02C}"/>
              </a:ext>
            </a:extLst>
          </p:cNvPr>
          <p:cNvSpPr>
            <a:spLocks noGrp="1"/>
          </p:cNvSpPr>
          <p:nvPr>
            <p:ph type="title"/>
          </p:nvPr>
        </p:nvSpPr>
        <p:spPr>
          <a:xfrm>
            <a:off x="750430" y="381000"/>
            <a:ext cx="10678142" cy="1325563"/>
          </a:xfrm>
        </p:spPr>
        <p:txBody>
          <a:bodyPr lIns="0" rtlCol="0" anchor="b">
            <a:noAutofit/>
          </a:bodyPr>
          <a:lstStyle>
            <a:lvl1pPr>
              <a:defRPr sz="4800" b="1">
                <a:latin typeface="+mj-lt"/>
              </a:defRPr>
            </a:lvl1pPr>
          </a:lstStyle>
          <a:p>
            <a:pPr rtl="0"/>
            <a:r>
              <a:rPr lang="en-US" noProof="0"/>
              <a:t>Click to edit Master title style</a:t>
            </a:r>
            <a:endParaRPr lang="id-ID" noProof="0"/>
          </a:p>
        </p:txBody>
      </p:sp>
      <p:sp>
        <p:nvSpPr>
          <p:cNvPr id="6" name="Tampungan Gambar 23">
            <a:extLst>
              <a:ext uri="{FF2B5EF4-FFF2-40B4-BE49-F238E27FC236}">
                <a16:creationId xmlns:a16="http://schemas.microsoft.com/office/drawing/2014/main" id="{5E48B363-63E8-4F17-842B-53AD935A6529}"/>
              </a:ext>
            </a:extLst>
          </p:cNvPr>
          <p:cNvSpPr>
            <a:spLocks noGrp="1"/>
          </p:cNvSpPr>
          <p:nvPr>
            <p:ph type="pic" sz="quarter" idx="13"/>
          </p:nvPr>
        </p:nvSpPr>
        <p:spPr>
          <a:xfrm>
            <a:off x="750429"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1" name="Tampungan Teks 28">
            <a:extLst>
              <a:ext uri="{FF2B5EF4-FFF2-40B4-BE49-F238E27FC236}">
                <a16:creationId xmlns:a16="http://schemas.microsoft.com/office/drawing/2014/main" id="{1825005B-0520-EC49-9A5C-554CB700387B}"/>
              </a:ext>
            </a:extLst>
          </p:cNvPr>
          <p:cNvSpPr>
            <a:spLocks noGrp="1"/>
          </p:cNvSpPr>
          <p:nvPr>
            <p:ph type="body" sz="quarter" idx="17" hasCustomPrompt="1"/>
          </p:nvPr>
        </p:nvSpPr>
        <p:spPr>
          <a:xfrm>
            <a:off x="750430"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2" name="Tampungan Teks 28">
            <a:extLst>
              <a:ext uri="{FF2B5EF4-FFF2-40B4-BE49-F238E27FC236}">
                <a16:creationId xmlns:a16="http://schemas.microsoft.com/office/drawing/2014/main" id="{B6697B92-AF89-2C46-BC1E-6CB47E8EA421}"/>
              </a:ext>
            </a:extLst>
          </p:cNvPr>
          <p:cNvSpPr>
            <a:spLocks noGrp="1"/>
          </p:cNvSpPr>
          <p:nvPr>
            <p:ph type="body" sz="quarter" idx="18" hasCustomPrompt="1"/>
          </p:nvPr>
        </p:nvSpPr>
        <p:spPr>
          <a:xfrm>
            <a:off x="750429"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3" name="Tampungan Gambar 23">
            <a:extLst>
              <a:ext uri="{FF2B5EF4-FFF2-40B4-BE49-F238E27FC236}">
                <a16:creationId xmlns:a16="http://schemas.microsoft.com/office/drawing/2014/main" id="{FA9FEBB0-45F1-DF45-89C4-B343F8B20BA0}"/>
              </a:ext>
            </a:extLst>
          </p:cNvPr>
          <p:cNvSpPr>
            <a:spLocks noGrp="1"/>
          </p:cNvSpPr>
          <p:nvPr>
            <p:ph type="pic" sz="quarter" idx="28"/>
          </p:nvPr>
        </p:nvSpPr>
        <p:spPr>
          <a:xfrm>
            <a:off x="3549397"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4" name="Tampungan Teks 28">
            <a:extLst>
              <a:ext uri="{FF2B5EF4-FFF2-40B4-BE49-F238E27FC236}">
                <a16:creationId xmlns:a16="http://schemas.microsoft.com/office/drawing/2014/main" id="{EF331731-A7FC-C245-A9C1-0B1A2E994DB6}"/>
              </a:ext>
            </a:extLst>
          </p:cNvPr>
          <p:cNvSpPr>
            <a:spLocks noGrp="1"/>
          </p:cNvSpPr>
          <p:nvPr>
            <p:ph type="body" sz="quarter" idx="29" hasCustomPrompt="1"/>
          </p:nvPr>
        </p:nvSpPr>
        <p:spPr>
          <a:xfrm>
            <a:off x="3549398"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5" name="Tampungan Teks 28">
            <a:extLst>
              <a:ext uri="{FF2B5EF4-FFF2-40B4-BE49-F238E27FC236}">
                <a16:creationId xmlns:a16="http://schemas.microsoft.com/office/drawing/2014/main" id="{313B974E-E762-EE48-B2DF-C8F10DF73444}"/>
              </a:ext>
            </a:extLst>
          </p:cNvPr>
          <p:cNvSpPr>
            <a:spLocks noGrp="1"/>
          </p:cNvSpPr>
          <p:nvPr>
            <p:ph type="body" sz="quarter" idx="30" hasCustomPrompt="1"/>
          </p:nvPr>
        </p:nvSpPr>
        <p:spPr>
          <a:xfrm>
            <a:off x="3549397"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6" name="Tampungan Gambar 23">
            <a:extLst>
              <a:ext uri="{FF2B5EF4-FFF2-40B4-BE49-F238E27FC236}">
                <a16:creationId xmlns:a16="http://schemas.microsoft.com/office/drawing/2014/main" id="{8BA62E8C-79E6-D245-B706-FFB1E051B2D6}"/>
              </a:ext>
            </a:extLst>
          </p:cNvPr>
          <p:cNvSpPr>
            <a:spLocks noGrp="1"/>
          </p:cNvSpPr>
          <p:nvPr>
            <p:ph type="pic" sz="quarter" idx="31"/>
          </p:nvPr>
        </p:nvSpPr>
        <p:spPr>
          <a:xfrm>
            <a:off x="6348367"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7" name="Tampungan Teks 28">
            <a:extLst>
              <a:ext uri="{FF2B5EF4-FFF2-40B4-BE49-F238E27FC236}">
                <a16:creationId xmlns:a16="http://schemas.microsoft.com/office/drawing/2014/main" id="{4199EE50-5386-0446-8ADA-23C1B0D6EA4F}"/>
              </a:ext>
            </a:extLst>
          </p:cNvPr>
          <p:cNvSpPr>
            <a:spLocks noGrp="1"/>
          </p:cNvSpPr>
          <p:nvPr>
            <p:ph type="body" sz="quarter" idx="32" hasCustomPrompt="1"/>
          </p:nvPr>
        </p:nvSpPr>
        <p:spPr>
          <a:xfrm>
            <a:off x="6348368"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8" name="Tampungan Teks 28">
            <a:extLst>
              <a:ext uri="{FF2B5EF4-FFF2-40B4-BE49-F238E27FC236}">
                <a16:creationId xmlns:a16="http://schemas.microsoft.com/office/drawing/2014/main" id="{478AB5CA-B5A5-934D-BF51-1485953A703D}"/>
              </a:ext>
            </a:extLst>
          </p:cNvPr>
          <p:cNvSpPr>
            <a:spLocks noGrp="1"/>
          </p:cNvSpPr>
          <p:nvPr>
            <p:ph type="body" sz="quarter" idx="33" hasCustomPrompt="1"/>
          </p:nvPr>
        </p:nvSpPr>
        <p:spPr>
          <a:xfrm>
            <a:off x="6348367"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9" name="Tampungan Gambar 23">
            <a:extLst>
              <a:ext uri="{FF2B5EF4-FFF2-40B4-BE49-F238E27FC236}">
                <a16:creationId xmlns:a16="http://schemas.microsoft.com/office/drawing/2014/main" id="{3D78BE06-1FC7-3C43-BD15-F4137B564B58}"/>
              </a:ext>
            </a:extLst>
          </p:cNvPr>
          <p:cNvSpPr>
            <a:spLocks noGrp="1"/>
          </p:cNvSpPr>
          <p:nvPr>
            <p:ph type="pic" sz="quarter" idx="34"/>
          </p:nvPr>
        </p:nvSpPr>
        <p:spPr>
          <a:xfrm>
            <a:off x="9147335"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0" name="Tampungan Teks 28">
            <a:extLst>
              <a:ext uri="{FF2B5EF4-FFF2-40B4-BE49-F238E27FC236}">
                <a16:creationId xmlns:a16="http://schemas.microsoft.com/office/drawing/2014/main" id="{14F01FCC-4797-0343-8739-20331C751C18}"/>
              </a:ext>
            </a:extLst>
          </p:cNvPr>
          <p:cNvSpPr>
            <a:spLocks noGrp="1"/>
          </p:cNvSpPr>
          <p:nvPr>
            <p:ph type="body" sz="quarter" idx="35" hasCustomPrompt="1"/>
          </p:nvPr>
        </p:nvSpPr>
        <p:spPr>
          <a:xfrm>
            <a:off x="9147336"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1" name="Tampungan Teks 28">
            <a:extLst>
              <a:ext uri="{FF2B5EF4-FFF2-40B4-BE49-F238E27FC236}">
                <a16:creationId xmlns:a16="http://schemas.microsoft.com/office/drawing/2014/main" id="{33FBE6CA-EC7A-1A4B-ADA3-6B78F2DE09C2}"/>
              </a:ext>
            </a:extLst>
          </p:cNvPr>
          <p:cNvSpPr>
            <a:spLocks noGrp="1"/>
          </p:cNvSpPr>
          <p:nvPr>
            <p:ph type="body" sz="quarter" idx="36" hasCustomPrompt="1"/>
          </p:nvPr>
        </p:nvSpPr>
        <p:spPr>
          <a:xfrm>
            <a:off x="9147335"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2" name="Tampungan Gambar 23">
            <a:extLst>
              <a:ext uri="{FF2B5EF4-FFF2-40B4-BE49-F238E27FC236}">
                <a16:creationId xmlns:a16="http://schemas.microsoft.com/office/drawing/2014/main" id="{6DD7CCE4-AD48-B64F-909E-F88961FBDFC5}"/>
              </a:ext>
            </a:extLst>
          </p:cNvPr>
          <p:cNvSpPr>
            <a:spLocks noGrp="1"/>
          </p:cNvSpPr>
          <p:nvPr>
            <p:ph type="pic" sz="quarter" idx="37"/>
          </p:nvPr>
        </p:nvSpPr>
        <p:spPr>
          <a:xfrm>
            <a:off x="750429"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3" name="Tampungan Teks 28">
            <a:extLst>
              <a:ext uri="{FF2B5EF4-FFF2-40B4-BE49-F238E27FC236}">
                <a16:creationId xmlns:a16="http://schemas.microsoft.com/office/drawing/2014/main" id="{C076E7E2-3D95-EA47-BF86-444615F1F141}"/>
              </a:ext>
            </a:extLst>
          </p:cNvPr>
          <p:cNvSpPr>
            <a:spLocks noGrp="1"/>
          </p:cNvSpPr>
          <p:nvPr>
            <p:ph type="body" sz="quarter" idx="38" hasCustomPrompt="1"/>
          </p:nvPr>
        </p:nvSpPr>
        <p:spPr>
          <a:xfrm>
            <a:off x="750430"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4" name="Tampungan Teks 28">
            <a:extLst>
              <a:ext uri="{FF2B5EF4-FFF2-40B4-BE49-F238E27FC236}">
                <a16:creationId xmlns:a16="http://schemas.microsoft.com/office/drawing/2014/main" id="{612499D2-373C-3940-97A5-FCA8B245BE45}"/>
              </a:ext>
            </a:extLst>
          </p:cNvPr>
          <p:cNvSpPr>
            <a:spLocks noGrp="1"/>
          </p:cNvSpPr>
          <p:nvPr>
            <p:ph type="body" sz="quarter" idx="39" hasCustomPrompt="1"/>
          </p:nvPr>
        </p:nvSpPr>
        <p:spPr>
          <a:xfrm>
            <a:off x="750429"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5" name="Tampungan Gambar 23">
            <a:extLst>
              <a:ext uri="{FF2B5EF4-FFF2-40B4-BE49-F238E27FC236}">
                <a16:creationId xmlns:a16="http://schemas.microsoft.com/office/drawing/2014/main" id="{24B34D6D-4F7E-3942-B8D7-9970BDE53C10}"/>
              </a:ext>
            </a:extLst>
          </p:cNvPr>
          <p:cNvSpPr>
            <a:spLocks noGrp="1"/>
          </p:cNvSpPr>
          <p:nvPr>
            <p:ph type="pic" sz="quarter" idx="40"/>
          </p:nvPr>
        </p:nvSpPr>
        <p:spPr>
          <a:xfrm>
            <a:off x="3549397"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6" name="Tampungan Teks 28">
            <a:extLst>
              <a:ext uri="{FF2B5EF4-FFF2-40B4-BE49-F238E27FC236}">
                <a16:creationId xmlns:a16="http://schemas.microsoft.com/office/drawing/2014/main" id="{D34EDB1D-7E85-D242-B6AE-F6D6907D325A}"/>
              </a:ext>
            </a:extLst>
          </p:cNvPr>
          <p:cNvSpPr>
            <a:spLocks noGrp="1"/>
          </p:cNvSpPr>
          <p:nvPr>
            <p:ph type="body" sz="quarter" idx="41" hasCustomPrompt="1"/>
          </p:nvPr>
        </p:nvSpPr>
        <p:spPr>
          <a:xfrm>
            <a:off x="3549398"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7" name="Tampungan Teks 28">
            <a:extLst>
              <a:ext uri="{FF2B5EF4-FFF2-40B4-BE49-F238E27FC236}">
                <a16:creationId xmlns:a16="http://schemas.microsoft.com/office/drawing/2014/main" id="{3E3BFFF0-114B-6D42-B5E0-8020AC2E26BF}"/>
              </a:ext>
            </a:extLst>
          </p:cNvPr>
          <p:cNvSpPr>
            <a:spLocks noGrp="1"/>
          </p:cNvSpPr>
          <p:nvPr>
            <p:ph type="body" sz="quarter" idx="42" hasCustomPrompt="1"/>
          </p:nvPr>
        </p:nvSpPr>
        <p:spPr>
          <a:xfrm>
            <a:off x="3549397"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8" name="Tampungan Gambar 23">
            <a:extLst>
              <a:ext uri="{FF2B5EF4-FFF2-40B4-BE49-F238E27FC236}">
                <a16:creationId xmlns:a16="http://schemas.microsoft.com/office/drawing/2014/main" id="{EB4488EE-E854-724E-95AE-B9943EE249EA}"/>
              </a:ext>
            </a:extLst>
          </p:cNvPr>
          <p:cNvSpPr>
            <a:spLocks noGrp="1"/>
          </p:cNvSpPr>
          <p:nvPr>
            <p:ph type="pic" sz="quarter" idx="43"/>
          </p:nvPr>
        </p:nvSpPr>
        <p:spPr>
          <a:xfrm>
            <a:off x="6348367"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9" name="Tampungan Teks 28">
            <a:extLst>
              <a:ext uri="{FF2B5EF4-FFF2-40B4-BE49-F238E27FC236}">
                <a16:creationId xmlns:a16="http://schemas.microsoft.com/office/drawing/2014/main" id="{C5551B4D-583E-D644-9069-EC096CE76F50}"/>
              </a:ext>
            </a:extLst>
          </p:cNvPr>
          <p:cNvSpPr>
            <a:spLocks noGrp="1"/>
          </p:cNvSpPr>
          <p:nvPr>
            <p:ph type="body" sz="quarter" idx="44" hasCustomPrompt="1"/>
          </p:nvPr>
        </p:nvSpPr>
        <p:spPr>
          <a:xfrm>
            <a:off x="6348368"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50" name="Tampungan Teks 28">
            <a:extLst>
              <a:ext uri="{FF2B5EF4-FFF2-40B4-BE49-F238E27FC236}">
                <a16:creationId xmlns:a16="http://schemas.microsoft.com/office/drawing/2014/main" id="{E30C4783-1643-2243-BB4F-E99E04D9216B}"/>
              </a:ext>
            </a:extLst>
          </p:cNvPr>
          <p:cNvSpPr>
            <a:spLocks noGrp="1"/>
          </p:cNvSpPr>
          <p:nvPr>
            <p:ph type="body" sz="quarter" idx="45" hasCustomPrompt="1"/>
          </p:nvPr>
        </p:nvSpPr>
        <p:spPr>
          <a:xfrm>
            <a:off x="6348367"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51" name="Tampungan Gambar 23">
            <a:extLst>
              <a:ext uri="{FF2B5EF4-FFF2-40B4-BE49-F238E27FC236}">
                <a16:creationId xmlns:a16="http://schemas.microsoft.com/office/drawing/2014/main" id="{7BBADCE0-02E8-3249-8CBA-17D3783DFE70}"/>
              </a:ext>
            </a:extLst>
          </p:cNvPr>
          <p:cNvSpPr>
            <a:spLocks noGrp="1"/>
          </p:cNvSpPr>
          <p:nvPr>
            <p:ph type="pic" sz="quarter" idx="46"/>
          </p:nvPr>
        </p:nvSpPr>
        <p:spPr>
          <a:xfrm>
            <a:off x="9147335"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52" name="Tampungan Teks 28">
            <a:extLst>
              <a:ext uri="{FF2B5EF4-FFF2-40B4-BE49-F238E27FC236}">
                <a16:creationId xmlns:a16="http://schemas.microsoft.com/office/drawing/2014/main" id="{8D294C40-97E4-FF4F-8A02-10FC7D0EE8B0}"/>
              </a:ext>
            </a:extLst>
          </p:cNvPr>
          <p:cNvSpPr>
            <a:spLocks noGrp="1"/>
          </p:cNvSpPr>
          <p:nvPr>
            <p:ph type="body" sz="quarter" idx="47" hasCustomPrompt="1"/>
          </p:nvPr>
        </p:nvSpPr>
        <p:spPr>
          <a:xfrm>
            <a:off x="9147336"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53" name="Tampungan Teks 28">
            <a:extLst>
              <a:ext uri="{FF2B5EF4-FFF2-40B4-BE49-F238E27FC236}">
                <a16:creationId xmlns:a16="http://schemas.microsoft.com/office/drawing/2014/main" id="{8B38241F-01B5-574C-A827-67C6352C463C}"/>
              </a:ext>
            </a:extLst>
          </p:cNvPr>
          <p:cNvSpPr>
            <a:spLocks noGrp="1"/>
          </p:cNvSpPr>
          <p:nvPr>
            <p:ph type="body" sz="quarter" idx="48" hasCustomPrompt="1"/>
          </p:nvPr>
        </p:nvSpPr>
        <p:spPr>
          <a:xfrm>
            <a:off x="9147335"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18" name="Tampungan Tanggal 17">
            <a:extLst>
              <a:ext uri="{FF2B5EF4-FFF2-40B4-BE49-F238E27FC236}">
                <a16:creationId xmlns:a16="http://schemas.microsoft.com/office/drawing/2014/main" id="{30445668-2DC5-E84C-8B16-922BC95F13F2}"/>
              </a:ext>
            </a:extLst>
          </p:cNvPr>
          <p:cNvSpPr>
            <a:spLocks noGrp="1"/>
          </p:cNvSpPr>
          <p:nvPr>
            <p:ph type="dt" sz="half" idx="25"/>
          </p:nvPr>
        </p:nvSpPr>
        <p:spPr/>
        <p:txBody>
          <a:bodyPr rtlCol="0">
            <a:noAutofit/>
          </a:bodyPr>
          <a:lstStyle>
            <a:lvl1pPr>
              <a:defRPr>
                <a:solidFill>
                  <a:schemeClr val="accent3"/>
                </a:solidFill>
                <a:latin typeface="+mn-lt"/>
              </a:defRPr>
            </a:lvl1pPr>
          </a:lstStyle>
          <a:p>
            <a:pPr rtl="0"/>
            <a:fld id="{0313E8A0-0BEB-4298-AEE4-B7CCF6490583}" type="datetime1">
              <a:rPr lang="id-ID" noProof="0" smtClean="0"/>
              <a:t>06/11/2025</a:t>
            </a:fld>
            <a:endParaRPr lang="id-ID" noProof="0"/>
          </a:p>
        </p:txBody>
      </p:sp>
      <p:sp>
        <p:nvSpPr>
          <p:cNvPr id="22" name="Tampungan Kaki 21">
            <a:extLst>
              <a:ext uri="{FF2B5EF4-FFF2-40B4-BE49-F238E27FC236}">
                <a16:creationId xmlns:a16="http://schemas.microsoft.com/office/drawing/2014/main" id="{D9227732-A878-814C-8621-64ED1B2CCF9F}"/>
              </a:ext>
            </a:extLst>
          </p:cNvPr>
          <p:cNvSpPr>
            <a:spLocks noGrp="1"/>
          </p:cNvSpPr>
          <p:nvPr>
            <p:ph type="ftr" sz="quarter" idx="26"/>
          </p:nvPr>
        </p:nvSpPr>
        <p:spPr/>
        <p:txBody>
          <a:bodyPr rtlCol="0">
            <a:noAutofit/>
          </a:bodyPr>
          <a:lstStyle>
            <a:lvl1pPr>
              <a:defRPr>
                <a:solidFill>
                  <a:schemeClr val="accent3"/>
                </a:solidFill>
                <a:latin typeface="+mn-lt"/>
              </a:defRPr>
            </a:lvl1pPr>
          </a:lstStyle>
          <a:p>
            <a:pPr rtl="0"/>
            <a:r>
              <a:rPr lang="id-ID" noProof="0"/>
              <a:t>JUDUL PRESENTASI</a:t>
            </a:r>
          </a:p>
        </p:txBody>
      </p:sp>
      <p:sp>
        <p:nvSpPr>
          <p:cNvPr id="23" name="Tampungan Nomor Slide 22">
            <a:extLst>
              <a:ext uri="{FF2B5EF4-FFF2-40B4-BE49-F238E27FC236}">
                <a16:creationId xmlns:a16="http://schemas.microsoft.com/office/drawing/2014/main" id="{CE9F02AC-6DFB-0C47-BC8E-4B0594007F33}"/>
              </a:ext>
            </a:extLst>
          </p:cNvPr>
          <p:cNvSpPr>
            <a:spLocks noGrp="1"/>
          </p:cNvSpPr>
          <p:nvPr>
            <p:ph type="sldNum" sz="quarter" idx="27"/>
          </p:nvPr>
        </p:nvSpPr>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0057219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Garis waktu">
    <p:bg>
      <p:bgPr>
        <a:solidFill>
          <a:schemeClr val="accent1"/>
        </a:solidFill>
        <a:effectLst/>
      </p:bgPr>
    </p:bg>
    <p:spTree>
      <p:nvGrpSpPr>
        <p:cNvPr id="1" name=""/>
        <p:cNvGrpSpPr/>
        <p:nvPr/>
      </p:nvGrpSpPr>
      <p:grpSpPr>
        <a:xfrm>
          <a:off x="0" y="0"/>
          <a:ext cx="0" cy="0"/>
          <a:chOff x="0" y="0"/>
          <a:chExt cx="0" cy="0"/>
        </a:xfrm>
      </p:grpSpPr>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solidFill>
                  <a:schemeClr val="bg1"/>
                </a:solidFill>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1"/>
            <a:ext cx="9779182" cy="3366815"/>
          </a:xfrm>
        </p:spPr>
        <p:txBody>
          <a:bodyPr rtlCol="0">
            <a:noAutofit/>
          </a:bodyPr>
          <a:lstStyle>
            <a:lvl1pPr marL="0" indent="0">
              <a:buNone/>
              <a:defRPr>
                <a:solidFill>
                  <a:schemeClr val="bg1"/>
                </a:solidFill>
                <a:latin typeface="+mn-lt"/>
              </a:defRPr>
            </a:lvl1pPr>
            <a:lvl2pPr marL="457200" indent="0">
              <a:buNone/>
              <a:defRPr>
                <a:solidFill>
                  <a:schemeClr val="bg1"/>
                </a:solidFill>
                <a:latin typeface="+mn-lt"/>
              </a:defRPr>
            </a:lvl2pPr>
            <a:lvl3pPr marL="914400" indent="0">
              <a:buNone/>
              <a:defRPr>
                <a:solidFill>
                  <a:schemeClr val="bg1"/>
                </a:solidFill>
                <a:latin typeface="+mn-lt"/>
              </a:defRPr>
            </a:lvl3pPr>
            <a:lvl4pPr marL="1371600" indent="0">
              <a:buNone/>
              <a:defRPr>
                <a:solidFill>
                  <a:schemeClr val="bg1"/>
                </a:solidFill>
                <a:latin typeface="+mn-lt"/>
              </a:defRPr>
            </a:lvl4pPr>
            <a:lvl5pPr marL="1828800" indent="0">
              <a:buNone/>
              <a:defRPr>
                <a:solidFill>
                  <a:schemeClr val="bg1"/>
                </a:solidFill>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5FB06667-F309-4D31-9192-FA935AFD6E2C}" type="datetime1">
              <a:rPr lang="id-ID" noProof="0" smtClean="0"/>
              <a:t>06/11/2025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2"/>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5692755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2 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528203"/>
            <a:ext cx="4663440"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6" name="Bentuk bebas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864F080E-00EF-45FB-879B-543FC5219789}" type="datetime1">
              <a:rPr lang="id-ID" noProof="0" smtClean="0"/>
              <a:t>06/11/2025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
        <p:nvSpPr>
          <p:cNvPr id="13" name="Tampungan Konten 2">
            <a:extLst>
              <a:ext uri="{FF2B5EF4-FFF2-40B4-BE49-F238E27FC236}">
                <a16:creationId xmlns:a16="http://schemas.microsoft.com/office/drawing/2014/main" id="{94CA559C-3355-DE44-ACF9-BDB6083C4225}"/>
              </a:ext>
            </a:extLst>
          </p:cNvPr>
          <p:cNvSpPr>
            <a:spLocks noGrp="1"/>
          </p:cNvSpPr>
          <p:nvPr>
            <p:ph idx="10" hasCustomPrompt="1"/>
          </p:nvPr>
        </p:nvSpPr>
        <p:spPr>
          <a:xfrm>
            <a:off x="6283235" y="2528203"/>
            <a:ext cx="4663440"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4" name="Tampungan Konten 2">
            <a:extLst>
              <a:ext uri="{FF2B5EF4-FFF2-40B4-BE49-F238E27FC236}">
                <a16:creationId xmlns:a16="http://schemas.microsoft.com/office/drawing/2014/main" id="{0B33DABA-7BF5-1147-BA5E-63B92F220E51}"/>
              </a:ext>
            </a:extLst>
          </p:cNvPr>
          <p:cNvSpPr>
            <a:spLocks noGrp="1"/>
          </p:cNvSpPr>
          <p:nvPr>
            <p:ph idx="11" hasCustomPrompt="1"/>
          </p:nvPr>
        </p:nvSpPr>
        <p:spPr>
          <a:xfrm>
            <a:off x="1167493" y="2005689"/>
            <a:ext cx="4663440"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5" name="Tampungan Konten 2">
            <a:extLst>
              <a:ext uri="{FF2B5EF4-FFF2-40B4-BE49-F238E27FC236}">
                <a16:creationId xmlns:a16="http://schemas.microsoft.com/office/drawing/2014/main" id="{1B05BEE9-8BC0-EC44-B913-DB6426DF2EA7}"/>
              </a:ext>
            </a:extLst>
          </p:cNvPr>
          <p:cNvSpPr>
            <a:spLocks noGrp="1"/>
          </p:cNvSpPr>
          <p:nvPr>
            <p:ph idx="12" hasCustomPrompt="1"/>
          </p:nvPr>
        </p:nvSpPr>
        <p:spPr>
          <a:xfrm>
            <a:off x="6283235" y="2005689"/>
            <a:ext cx="4663440"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Tree>
    <p:extLst>
      <p:ext uri="{BB962C8B-B14F-4D97-AF65-F5344CB8AC3E}">
        <p14:creationId xmlns:p14="http://schemas.microsoft.com/office/powerpoint/2010/main" val="2131912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3 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1" y="2526318"/>
            <a:ext cx="3218688"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rot="5400000">
            <a:off x="8580896" y="0"/>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a:off x="-2364"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6" name="Bentuk bebas 5">
            <a:extLst>
              <a:ext uri="{FF2B5EF4-FFF2-40B4-BE49-F238E27FC236}">
                <a16:creationId xmlns:a16="http://schemas.microsoft.com/office/drawing/2014/main" id="{D11C9832-A021-954E-A34F-2988D1189AE9}"/>
              </a:ext>
            </a:extLst>
          </p:cNvPr>
          <p:cNvSpPr/>
          <p:nvPr userDrawn="1"/>
        </p:nvSpPr>
        <p:spPr>
          <a:xfrm rot="5400000" flipH="1">
            <a:off x="11258144" y="5924144"/>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2587417"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67114"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pPr rtl="0"/>
            <a:fld id="{FED39403-5B82-4458-B314-3455B2B980C6}" type="datetime1">
              <a:rPr lang="id-ID" noProof="0" smtClean="0"/>
              <a:t>06/11/2025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3" name="Tampungan Konten 2">
            <a:extLst>
              <a:ext uri="{FF2B5EF4-FFF2-40B4-BE49-F238E27FC236}">
                <a16:creationId xmlns:a16="http://schemas.microsoft.com/office/drawing/2014/main" id="{94CA559C-3355-DE44-ACF9-BDB6083C4225}"/>
              </a:ext>
            </a:extLst>
          </p:cNvPr>
          <p:cNvSpPr>
            <a:spLocks noGrp="1"/>
          </p:cNvSpPr>
          <p:nvPr>
            <p:ph idx="10" hasCustomPrompt="1"/>
          </p:nvPr>
        </p:nvSpPr>
        <p:spPr>
          <a:xfrm>
            <a:off x="4683787" y="2526318"/>
            <a:ext cx="3173279"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4" name="Tampungan Konten 2">
            <a:extLst>
              <a:ext uri="{FF2B5EF4-FFF2-40B4-BE49-F238E27FC236}">
                <a16:creationId xmlns:a16="http://schemas.microsoft.com/office/drawing/2014/main" id="{0B33DABA-7BF5-1147-BA5E-63B92F220E51}"/>
              </a:ext>
            </a:extLst>
          </p:cNvPr>
          <p:cNvSpPr>
            <a:spLocks noGrp="1"/>
          </p:cNvSpPr>
          <p:nvPr>
            <p:ph idx="11" hasCustomPrompt="1"/>
          </p:nvPr>
        </p:nvSpPr>
        <p:spPr>
          <a:xfrm>
            <a:off x="1167493"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5" name="Tampungan Konten 2">
            <a:extLst>
              <a:ext uri="{FF2B5EF4-FFF2-40B4-BE49-F238E27FC236}">
                <a16:creationId xmlns:a16="http://schemas.microsoft.com/office/drawing/2014/main" id="{1B05BEE9-8BC0-EC44-B913-DB6426DF2EA7}"/>
              </a:ext>
            </a:extLst>
          </p:cNvPr>
          <p:cNvSpPr>
            <a:spLocks noGrp="1"/>
          </p:cNvSpPr>
          <p:nvPr>
            <p:ph idx="12" hasCustomPrompt="1"/>
          </p:nvPr>
        </p:nvSpPr>
        <p:spPr>
          <a:xfrm>
            <a:off x="4683788"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6" name="Tampungan Konten 2">
            <a:extLst>
              <a:ext uri="{FF2B5EF4-FFF2-40B4-BE49-F238E27FC236}">
                <a16:creationId xmlns:a16="http://schemas.microsoft.com/office/drawing/2014/main" id="{43D62993-A055-DF4F-9286-4FFE3A5C7FD7}"/>
              </a:ext>
            </a:extLst>
          </p:cNvPr>
          <p:cNvSpPr>
            <a:spLocks noGrp="1"/>
          </p:cNvSpPr>
          <p:nvPr>
            <p:ph idx="13" hasCustomPrompt="1"/>
          </p:nvPr>
        </p:nvSpPr>
        <p:spPr>
          <a:xfrm>
            <a:off x="8200082" y="2526318"/>
            <a:ext cx="3173279"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7" name="Tampungan Konten 2">
            <a:extLst>
              <a:ext uri="{FF2B5EF4-FFF2-40B4-BE49-F238E27FC236}">
                <a16:creationId xmlns:a16="http://schemas.microsoft.com/office/drawing/2014/main" id="{A896DA2E-4448-254C-86D1-9E16E63CC6A0}"/>
              </a:ext>
            </a:extLst>
          </p:cNvPr>
          <p:cNvSpPr>
            <a:spLocks noGrp="1"/>
          </p:cNvSpPr>
          <p:nvPr>
            <p:ph idx="14" hasCustomPrompt="1"/>
          </p:nvPr>
        </p:nvSpPr>
        <p:spPr>
          <a:xfrm>
            <a:off x="8200083"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7569764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Slide Akhir">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4" y="1122363"/>
            <a:ext cx="6220278" cy="2387600"/>
          </a:xfrm>
        </p:spPr>
        <p:txBody>
          <a:bodyPr rtlCol="0" anchor="b">
            <a:noAutofit/>
          </a:bodyPr>
          <a:lstStyle>
            <a:lvl1pPr algn="l">
              <a:defRPr sz="6000" b="1">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3" y="3602038"/>
            <a:ext cx="6220277" cy="2247219"/>
          </a:xfrm>
        </p:spPr>
        <p:txBody>
          <a:bodyPr rtlCol="0">
            <a:noAutofit/>
          </a:bodyPr>
          <a:lstStyle>
            <a:lvl1pPr marL="0" indent="0" algn="l">
              <a:buNone/>
              <a:defRPr sz="28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sp>
        <p:nvSpPr>
          <p:cNvPr id="4" name="Persegi 3">
            <a:extLst>
              <a:ext uri="{FF2B5EF4-FFF2-40B4-BE49-F238E27FC236}">
                <a16:creationId xmlns:a16="http://schemas.microsoft.com/office/drawing/2014/main" id="{9AC79249-FDC0-364D-A734-AE1DE1605D28}"/>
              </a:ext>
            </a:extLst>
          </p:cNvPr>
          <p:cNvSpPr/>
          <p:nvPr userDrawn="1"/>
        </p:nvSpPr>
        <p:spPr>
          <a:xfrm>
            <a:off x="8264426" y="0"/>
            <a:ext cx="392757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grpSp>
        <p:nvGrpSpPr>
          <p:cNvPr id="6" name="Grup 5">
            <a:extLst>
              <a:ext uri="{FF2B5EF4-FFF2-40B4-BE49-F238E27FC236}">
                <a16:creationId xmlns:a16="http://schemas.microsoft.com/office/drawing/2014/main" id="{F15FBB50-09C8-B64E-AE57-67C5E70810CB}"/>
              </a:ext>
            </a:extLst>
          </p:cNvPr>
          <p:cNvGrpSpPr/>
          <p:nvPr userDrawn="1"/>
        </p:nvGrpSpPr>
        <p:grpSpPr>
          <a:xfrm>
            <a:off x="8264427" y="3685939"/>
            <a:ext cx="3927573" cy="3178856"/>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2" name="Bentuk bebas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7" name="Bentuk bebas 16">
            <a:extLst>
              <a:ext uri="{FF2B5EF4-FFF2-40B4-BE49-F238E27FC236}">
                <a16:creationId xmlns:a16="http://schemas.microsoft.com/office/drawing/2014/main" id="{39563C76-BC00-DE47-88F5-C24D3CE3325A}"/>
              </a:ext>
            </a:extLst>
          </p:cNvPr>
          <p:cNvSpPr/>
          <p:nvPr userDrawn="1"/>
        </p:nvSpPr>
        <p:spPr>
          <a:xfrm>
            <a:off x="10228214" y="-1"/>
            <a:ext cx="1963787" cy="3178856"/>
          </a:xfrm>
          <a:custGeom>
            <a:avLst/>
            <a:gdLst>
              <a:gd name="connsiteX0" fmla="*/ 0 w 1963787"/>
              <a:gd name="connsiteY0" fmla="*/ 0 h 3178856"/>
              <a:gd name="connsiteX1" fmla="*/ 1963787 w 1963787"/>
              <a:gd name="connsiteY1" fmla="*/ 0 h 3178856"/>
              <a:gd name="connsiteX2" fmla="*/ 1963787 w 1963787"/>
              <a:gd name="connsiteY2" fmla="*/ 1967129 h 3178856"/>
              <a:gd name="connsiteX3" fmla="*/ 1963787 w 1963787"/>
              <a:gd name="connsiteY3" fmla="*/ 2349671 h 3178856"/>
              <a:gd name="connsiteX4" fmla="*/ 1963787 w 1963787"/>
              <a:gd name="connsiteY4" fmla="*/ 3178856 h 3178856"/>
              <a:gd name="connsiteX5" fmla="*/ 1963753 w 1963787"/>
              <a:gd name="connsiteY5" fmla="*/ 3178856 h 3178856"/>
              <a:gd name="connsiteX6" fmla="*/ 1763002 w 1963787"/>
              <a:gd name="connsiteY6" fmla="*/ 3168629 h 3178856"/>
              <a:gd name="connsiteX7" fmla="*/ 0 w 1963787"/>
              <a:gd name="connsiteY7" fmla="*/ 1197921 h 3178856"/>
              <a:gd name="connsiteX8" fmla="*/ 0 w 1963787"/>
              <a:gd name="connsiteY8" fmla="*/ 1039961 h 3178856"/>
              <a:gd name="connsiteX9" fmla="*/ 0 w 1963787"/>
              <a:gd name="connsiteY9" fmla="*/ 0 h 3178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3787" h="3178856">
                <a:moveTo>
                  <a:pt x="0" y="0"/>
                </a:moveTo>
                <a:lnTo>
                  <a:pt x="1963787" y="0"/>
                </a:lnTo>
                <a:lnTo>
                  <a:pt x="1963787" y="1967129"/>
                </a:lnTo>
                <a:lnTo>
                  <a:pt x="1963787" y="2349671"/>
                </a:lnTo>
                <a:lnTo>
                  <a:pt x="1963787" y="3178856"/>
                </a:lnTo>
                <a:lnTo>
                  <a:pt x="1963753" y="3178856"/>
                </a:lnTo>
                <a:lnTo>
                  <a:pt x="1763002" y="3168629"/>
                </a:lnTo>
                <a:cubicBezTo>
                  <a:pt x="772749" y="3067186"/>
                  <a:pt x="0" y="2223585"/>
                  <a:pt x="0" y="1197921"/>
                </a:cubicBezTo>
                <a:lnTo>
                  <a:pt x="0" y="1039961"/>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25447069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Judul 1">
            <a:extLst>
              <a:ext uri="{FF2B5EF4-FFF2-40B4-BE49-F238E27FC236}">
                <a16:creationId xmlns:a16="http://schemas.microsoft.com/office/drawing/2014/main" id="{9198F9AA-2C87-421D-97C1-B4248DFDC2C2}"/>
              </a:ext>
            </a:extLst>
          </p:cNvPr>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p>
            <a:pPr rtl="0"/>
            <a:r>
              <a:rPr lang="id-ID" noProof="0"/>
              <a:t>Klik untuk mengedit gaya judul Master</a:t>
            </a:r>
          </a:p>
        </p:txBody>
      </p:sp>
      <p:sp>
        <p:nvSpPr>
          <p:cNvPr id="3" name="Tampungan Teks 2">
            <a:extLst>
              <a:ext uri="{FF2B5EF4-FFF2-40B4-BE49-F238E27FC236}">
                <a16:creationId xmlns:a16="http://schemas.microsoft.com/office/drawing/2014/main" id="{AE98FC63-C8D2-4CE6-A3F1-EE8ED24590C4}"/>
              </a:ext>
            </a:extLst>
          </p:cNvPr>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Tampungan Tanggal 3">
            <a:extLst>
              <a:ext uri="{FF2B5EF4-FFF2-40B4-BE49-F238E27FC236}">
                <a16:creationId xmlns:a16="http://schemas.microsoft.com/office/drawing/2014/main" id="{EED77A09-15C2-4E47-948E-AACAFCA47D40}"/>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tx2"/>
                </a:solidFill>
                <a:latin typeface="+mn-lt"/>
              </a:defRPr>
            </a:lvl1pPr>
          </a:lstStyle>
          <a:p>
            <a:pPr rtl="0"/>
            <a:fld id="{C829E6E2-2665-481C-9621-3949D48D67CF}" type="datetime1">
              <a:rPr lang="id-ID" noProof="0" smtClean="0"/>
              <a:t>06/11/2025</a:t>
            </a:fld>
            <a:endParaRPr lang="id-ID" noProof="0"/>
          </a:p>
        </p:txBody>
      </p:sp>
      <p:sp>
        <p:nvSpPr>
          <p:cNvPr id="5" name="Tampungan Kaki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tx2"/>
                </a:solidFill>
                <a:latin typeface="+mn-lt"/>
              </a:defRPr>
            </a:lvl1pPr>
          </a:lstStyle>
          <a:p>
            <a:pPr rtl="0"/>
            <a:r>
              <a:rPr lang="id-ID" noProof="0"/>
              <a:t>JUDUL PRESENTASI</a:t>
            </a:r>
          </a:p>
        </p:txBody>
      </p:sp>
      <p:sp>
        <p:nvSpPr>
          <p:cNvPr id="6" name="Tampungan Nomor Slide 5">
            <a:extLst>
              <a:ext uri="{FF2B5EF4-FFF2-40B4-BE49-F238E27FC236}">
                <a16:creationId xmlns:a16="http://schemas.microsoft.com/office/drawing/2014/main" id="{CDC57CF0-034F-450D-937C-718D5AF1A059}"/>
              </a:ext>
            </a:extLst>
          </p:cNvPr>
          <p:cNvSpPr>
            <a:spLocks noGrp="1"/>
          </p:cNvSpPr>
          <p:nvPr>
            <p:ph type="sldNum" sz="quarter" idx="4"/>
          </p:nvPr>
        </p:nvSpPr>
        <p:spPr>
          <a:xfrm>
            <a:off x="9067800" y="6356350"/>
            <a:ext cx="2743200" cy="365125"/>
          </a:xfrm>
          <a:prstGeom prst="rect">
            <a:avLst/>
          </a:prstGeom>
        </p:spPr>
        <p:txBody>
          <a:bodyPr vert="horz" lIns="91440" tIns="45720" rIns="91440" bIns="45720" rtlCol="0" anchor="ctr">
            <a:noAutofit/>
          </a:bodyPr>
          <a:lstStyle>
            <a:lvl1pPr algn="r">
              <a:defRPr sz="1200">
                <a:solidFill>
                  <a:schemeClr val="tx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9" r:id="rId4"/>
    <p:sldLayoutId id="2147483660" r:id="rId5"/>
    <p:sldLayoutId id="2147483661" r:id="rId6"/>
    <p:sldLayoutId id="2147483654" r:id="rId7"/>
    <p:sldLayoutId id="2147483658" r:id="rId8"/>
    <p:sldLayoutId id="2147483662" r:id="rId9"/>
    <p:sldLayoutId id="2147483663" r:id="rId10"/>
    <p:sldLayoutId id="2147483664" r:id="rId11"/>
    <p:sldLayoutId id="2147483665" r:id="rId12"/>
    <p:sldLayoutId id="2147483666" r:id="rId13"/>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9.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0.png"/><Relationship Id="rId7"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9.xml"/><Relationship Id="rId6" Type="http://schemas.openxmlformats.org/officeDocument/2006/relationships/image" Target="../media/image90.png"/><Relationship Id="rId5" Type="http://schemas.openxmlformats.org/officeDocument/2006/relationships/image" Target="../media/image80.png"/><Relationship Id="rId4" Type="http://schemas.openxmlformats.org/officeDocument/2006/relationships/image" Target="../media/image70.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3" Type="http://schemas.openxmlformats.org/officeDocument/2006/relationships/hyperlink" Target="https://www.hudl.com/blog/expected-goals-xg-explained" TargetMode="External"/><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8.xml"/><Relationship Id="rId1" Type="http://schemas.openxmlformats.org/officeDocument/2006/relationships/slideLayout" Target="../slideLayouts/slideLayout11.xml"/></Relationships>
</file>

<file path=ppt/slides/_rels/slide4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9.xml"/><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0.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2.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3.xml"/><Relationship Id="rId1" Type="http://schemas.openxmlformats.org/officeDocument/2006/relationships/slideLayout" Target="../slideLayouts/slideLayout11.xml"/></Relationships>
</file>

<file path=ppt/slides/_rels/slide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4.xml"/><Relationship Id="rId1" Type="http://schemas.openxmlformats.org/officeDocument/2006/relationships/slideLayout" Target="../slideLayouts/slideLayout11.xml"/><Relationship Id="rId4" Type="http://schemas.openxmlformats.org/officeDocument/2006/relationships/image" Target="../media/image32.png"/></Relationships>
</file>

<file path=ppt/slides/_rels/slide5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6.xml"/><Relationship Id="rId1" Type="http://schemas.openxmlformats.org/officeDocument/2006/relationships/slideLayout" Target="../slideLayouts/slideLayout6.xml"/><Relationship Id="rId5" Type="http://schemas.openxmlformats.org/officeDocument/2006/relationships/image" Target="../media/image33.png"/><Relationship Id="rId4" Type="http://schemas.openxmlformats.org/officeDocument/2006/relationships/image" Target="../media/image120.png"/></Relationships>
</file>

<file path=ppt/slides/_rels/slide5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7.xml"/><Relationship Id="rId1" Type="http://schemas.openxmlformats.org/officeDocument/2006/relationships/slideLayout" Target="../slideLayouts/slideLayout6.xml"/><Relationship Id="rId5" Type="http://schemas.openxmlformats.org/officeDocument/2006/relationships/image" Target="../media/image140.png"/><Relationship Id="rId4" Type="http://schemas.openxmlformats.org/officeDocument/2006/relationships/image" Target="../media/image130.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1.xml"/><Relationship Id="rId1" Type="http://schemas.openxmlformats.org/officeDocument/2006/relationships/slideLayout" Target="../slideLayouts/slideLayout9.xml"/></Relationships>
</file>

<file path=ppt/slides/_rels/slide6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2.xml"/><Relationship Id="rId1" Type="http://schemas.openxmlformats.org/officeDocument/2006/relationships/slideLayout" Target="../slideLayouts/slideLayout9.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9.xml"/></Relationships>
</file>

<file path=ppt/slides/_rels/slide6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4.xml"/><Relationship Id="rId1" Type="http://schemas.openxmlformats.org/officeDocument/2006/relationships/slideLayout" Target="../slideLayouts/slideLayout9.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9.xml"/></Relationships>
</file>

<file path=ppt/slides/_rels/slide6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6.xml"/><Relationship Id="rId1" Type="http://schemas.openxmlformats.org/officeDocument/2006/relationships/slideLayout" Target="../slideLayouts/slideLayout9.xml"/></Relationships>
</file>

<file path=ppt/slides/_rels/slide6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7.xml"/><Relationship Id="rId1" Type="http://schemas.openxmlformats.org/officeDocument/2006/relationships/slideLayout" Target="../slideLayouts/slideLayout9.xml"/></Relationships>
</file>

<file path=ppt/slides/_rels/slide6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8.xml"/><Relationship Id="rId1" Type="http://schemas.openxmlformats.org/officeDocument/2006/relationships/slideLayout" Target="../slideLayouts/slideLayout9.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9.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71.xml"/><Relationship Id="rId1" Type="http://schemas.openxmlformats.org/officeDocument/2006/relationships/slideLayout" Target="../slideLayouts/slideLayout9.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1.xml"/></Relationships>
</file>

<file path=ppt/slides/_rels/slide7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5.xml"/><Relationship Id="rId1" Type="http://schemas.openxmlformats.org/officeDocument/2006/relationships/slideLayout" Target="../slideLayouts/slideLayout1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14.png"/></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9.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9.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9.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9.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51DF3D98-3C30-4CFC-8643-C81E829C8C25}"/>
              </a:ext>
            </a:extLst>
          </p:cNvPr>
          <p:cNvSpPr>
            <a:spLocks noGrp="1"/>
          </p:cNvSpPr>
          <p:nvPr>
            <p:ph type="ctrTitle"/>
          </p:nvPr>
        </p:nvSpPr>
        <p:spPr>
          <a:xfrm>
            <a:off x="1167493" y="1122363"/>
            <a:ext cx="7462157" cy="2387600"/>
          </a:xfrm>
        </p:spPr>
        <p:txBody>
          <a:bodyPr rtlCol="0"/>
          <a:lstStyle/>
          <a:p>
            <a:pPr>
              <a:lnSpc>
                <a:spcPts val="2800"/>
              </a:lnSpc>
            </a:pPr>
            <a:r>
              <a:rPr lang="id-ID" sz="2800" dirty="0"/>
              <a:t>PENERAPAN </a:t>
            </a:r>
            <a:r>
              <a:rPr lang="id-ID" sz="2800" i="1" dirty="0"/>
              <a:t>LIGHT</a:t>
            </a:r>
            <a:r>
              <a:rPr lang="id-ID" sz="2800" dirty="0"/>
              <a:t> </a:t>
            </a:r>
            <a:r>
              <a:rPr lang="id-ID" sz="2800" i="1" dirty="0"/>
              <a:t>GRADIENT</a:t>
            </a:r>
            <a:r>
              <a:rPr lang="id-ID" sz="2800" dirty="0"/>
              <a:t> </a:t>
            </a:r>
            <a:r>
              <a:rPr lang="id-ID" sz="2800" i="1" dirty="0"/>
              <a:t>BOOSTING</a:t>
            </a:r>
            <a:r>
              <a:rPr lang="id-ID" sz="2800" dirty="0"/>
              <a:t> </a:t>
            </a:r>
            <a:r>
              <a:rPr lang="id-ID" sz="2800" i="1" dirty="0"/>
              <a:t>MACHINE</a:t>
            </a:r>
            <a:r>
              <a:rPr lang="id-ID" sz="2800" dirty="0"/>
              <a:t> (LIGHTGBM) UNTUK PREDIKSI NILAI </a:t>
            </a:r>
            <a:r>
              <a:rPr lang="id-ID" sz="2800" i="1" dirty="0"/>
              <a:t>EXPECTED</a:t>
            </a:r>
            <a:r>
              <a:rPr lang="id-ID" sz="2800" dirty="0"/>
              <a:t> </a:t>
            </a:r>
            <a:r>
              <a:rPr lang="id-ID" sz="2800" i="1" dirty="0"/>
              <a:t>GOALS</a:t>
            </a:r>
            <a:r>
              <a:rPr lang="id-ID" sz="2800" dirty="0"/>
              <a:t> (</a:t>
            </a:r>
            <a:r>
              <a:rPr lang="en-GB" sz="2800" dirty="0"/>
              <a:t>x</a:t>
            </a:r>
            <a:r>
              <a:rPr lang="id-ID" sz="2800" dirty="0"/>
              <a:t>G) DALAM ANALISIS SEPAK BOLA</a:t>
            </a:r>
          </a:p>
        </p:txBody>
      </p:sp>
      <p:sp>
        <p:nvSpPr>
          <p:cNvPr id="3" name="Subjudul 2">
            <a:extLst>
              <a:ext uri="{FF2B5EF4-FFF2-40B4-BE49-F238E27FC236}">
                <a16:creationId xmlns:a16="http://schemas.microsoft.com/office/drawing/2014/main" id="{A068D447-28D3-4F5F-B2DC-FD67E9015868}"/>
              </a:ext>
            </a:extLst>
          </p:cNvPr>
          <p:cNvSpPr>
            <a:spLocks noGrp="1"/>
          </p:cNvSpPr>
          <p:nvPr>
            <p:ph type="subTitle" idx="1"/>
          </p:nvPr>
        </p:nvSpPr>
        <p:spPr>
          <a:xfrm>
            <a:off x="1167494" y="3602038"/>
            <a:ext cx="3218770" cy="806675"/>
          </a:xfrm>
        </p:spPr>
        <p:txBody>
          <a:bodyPr rtlCol="0"/>
          <a:lstStyle/>
          <a:p>
            <a:pPr rtl="0">
              <a:lnSpc>
                <a:spcPts val="2000"/>
              </a:lnSpc>
              <a:spcBef>
                <a:spcPts val="0"/>
              </a:spcBef>
            </a:pPr>
            <a:r>
              <a:rPr lang="en-GB" sz="2400" dirty="0"/>
              <a:t>Fadhil Raihan Akbar</a:t>
            </a:r>
          </a:p>
          <a:p>
            <a:pPr rtl="0">
              <a:lnSpc>
                <a:spcPts val="2000"/>
              </a:lnSpc>
              <a:spcBef>
                <a:spcPts val="0"/>
              </a:spcBef>
            </a:pPr>
            <a:r>
              <a:rPr lang="en-GB" sz="2400" b="1" dirty="0"/>
              <a:t>NIM</a:t>
            </a:r>
            <a:r>
              <a:rPr lang="en-GB" sz="2400" dirty="0"/>
              <a:t>. </a:t>
            </a:r>
            <a:r>
              <a:rPr lang="en-GB" sz="2400" b="1" dirty="0"/>
              <a:t>11210930000101</a:t>
            </a:r>
            <a:endParaRPr lang="id-ID" sz="2400" b="1" dirty="0"/>
          </a:p>
        </p:txBody>
      </p:sp>
      <p:pic>
        <p:nvPicPr>
          <p:cNvPr id="5" name="Picture 4">
            <a:extLst>
              <a:ext uri="{FF2B5EF4-FFF2-40B4-BE49-F238E27FC236}">
                <a16:creationId xmlns:a16="http://schemas.microsoft.com/office/drawing/2014/main" id="{F178C27A-9CF5-401F-6C11-BF50CFD967A0}"/>
              </a:ext>
            </a:extLst>
          </p:cNvPr>
          <p:cNvPicPr>
            <a:picLocks noChangeAspect="1"/>
          </p:cNvPicPr>
          <p:nvPr/>
        </p:nvPicPr>
        <p:blipFill>
          <a:blip r:embed="rId3"/>
          <a:stretch>
            <a:fillRect/>
          </a:stretch>
        </p:blipFill>
        <p:spPr>
          <a:xfrm>
            <a:off x="1296080" y="200025"/>
            <a:ext cx="1366515" cy="1628775"/>
          </a:xfrm>
          <a:prstGeom prst="rect">
            <a:avLst/>
          </a:prstGeom>
        </p:spPr>
      </p:pic>
      <p:sp>
        <p:nvSpPr>
          <p:cNvPr id="6" name="Subjudul 2">
            <a:extLst>
              <a:ext uri="{FF2B5EF4-FFF2-40B4-BE49-F238E27FC236}">
                <a16:creationId xmlns:a16="http://schemas.microsoft.com/office/drawing/2014/main" id="{20CD1806-F875-C7FF-986B-7D69010152E6}"/>
              </a:ext>
            </a:extLst>
          </p:cNvPr>
          <p:cNvSpPr txBox="1">
            <a:spLocks/>
          </p:cNvSpPr>
          <p:nvPr/>
        </p:nvSpPr>
        <p:spPr>
          <a:xfrm>
            <a:off x="2434319" y="5197476"/>
            <a:ext cx="3218770" cy="806675"/>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lnSpc>
                <a:spcPts val="2000"/>
              </a:lnSpc>
              <a:spcBef>
                <a:spcPts val="0"/>
              </a:spcBef>
            </a:pPr>
            <a:r>
              <a:rPr lang="en-GB" sz="2400" dirty="0"/>
              <a:t>Dosen </a:t>
            </a:r>
            <a:r>
              <a:rPr lang="en-GB" sz="2400" dirty="0" err="1"/>
              <a:t>Pembimbing</a:t>
            </a:r>
            <a:r>
              <a:rPr lang="en-GB" sz="2400" dirty="0"/>
              <a:t> 1</a:t>
            </a:r>
          </a:p>
          <a:p>
            <a:pPr algn="ctr">
              <a:lnSpc>
                <a:spcPts val="2400"/>
              </a:lnSpc>
              <a:spcBef>
                <a:spcPts val="0"/>
              </a:spcBef>
            </a:pPr>
            <a:r>
              <a:rPr lang="id-ID" sz="2400" b="1" dirty="0"/>
              <a:t>Dr. Qurrotul Aini, MT.</a:t>
            </a:r>
          </a:p>
        </p:txBody>
      </p:sp>
      <p:sp>
        <p:nvSpPr>
          <p:cNvPr id="7" name="Subjudul 2">
            <a:extLst>
              <a:ext uri="{FF2B5EF4-FFF2-40B4-BE49-F238E27FC236}">
                <a16:creationId xmlns:a16="http://schemas.microsoft.com/office/drawing/2014/main" id="{EF80EB8D-B372-78F0-0E25-E88BC2403917}"/>
              </a:ext>
            </a:extLst>
          </p:cNvPr>
          <p:cNvSpPr txBox="1">
            <a:spLocks/>
          </p:cNvSpPr>
          <p:nvPr/>
        </p:nvSpPr>
        <p:spPr>
          <a:xfrm>
            <a:off x="6586538" y="5197476"/>
            <a:ext cx="4086224" cy="806675"/>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lnSpc>
                <a:spcPts val="2000"/>
              </a:lnSpc>
              <a:spcBef>
                <a:spcPts val="0"/>
              </a:spcBef>
            </a:pPr>
            <a:r>
              <a:rPr lang="en-GB" sz="2400" dirty="0"/>
              <a:t>Dosen </a:t>
            </a:r>
            <a:r>
              <a:rPr lang="en-GB" sz="2400" dirty="0" err="1"/>
              <a:t>Pembimbing</a:t>
            </a:r>
            <a:r>
              <a:rPr lang="en-GB" sz="2400" dirty="0"/>
              <a:t> 2</a:t>
            </a:r>
          </a:p>
          <a:p>
            <a:pPr algn="ctr">
              <a:lnSpc>
                <a:spcPts val="2400"/>
              </a:lnSpc>
              <a:spcBef>
                <a:spcPts val="0"/>
              </a:spcBef>
            </a:pPr>
            <a:r>
              <a:rPr lang="id-ID" sz="2400" b="1" dirty="0" err="1"/>
              <a:t>Nida'ul</a:t>
            </a:r>
            <a:r>
              <a:rPr lang="id-ID" sz="2400" b="1" dirty="0"/>
              <a:t> Hasanati, S.T.,MMSI.</a:t>
            </a:r>
          </a:p>
        </p:txBody>
      </p:sp>
    </p:spTree>
    <p:extLst>
      <p:ext uri="{BB962C8B-B14F-4D97-AF65-F5344CB8AC3E}">
        <p14:creationId xmlns:p14="http://schemas.microsoft.com/office/powerpoint/2010/main" val="225930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7D148-4E9F-218D-0CAE-EFC01133DE41}"/>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F7B15747-D2A1-592F-EA5B-B41F5AAF2A8A}"/>
              </a:ext>
            </a:extLst>
          </p:cNvPr>
          <p:cNvSpPr>
            <a:spLocks noGrp="1"/>
          </p:cNvSpPr>
          <p:nvPr>
            <p:ph type="title"/>
          </p:nvPr>
        </p:nvSpPr>
        <p:spPr>
          <a:xfrm>
            <a:off x="1167492" y="381000"/>
            <a:ext cx="9779183" cy="1325563"/>
          </a:xfrm>
        </p:spPr>
        <p:txBody>
          <a:bodyPr rtlCol="0"/>
          <a:lstStyle/>
          <a:p>
            <a:pPr rtl="0"/>
            <a:r>
              <a:rPr lang="en-GB" dirty="0"/>
              <a:t>Al-</a:t>
            </a:r>
            <a:r>
              <a:rPr lang="en-GB" dirty="0" err="1"/>
              <a:t>Alaq</a:t>
            </a:r>
            <a:r>
              <a:rPr lang="en-GB" dirty="0"/>
              <a:t> 1-5</a:t>
            </a:r>
            <a:endParaRPr lang="id-ID" dirty="0"/>
          </a:p>
        </p:txBody>
      </p:sp>
      <p:sp>
        <p:nvSpPr>
          <p:cNvPr id="4" name="Tampungan Konten 3">
            <a:extLst>
              <a:ext uri="{FF2B5EF4-FFF2-40B4-BE49-F238E27FC236}">
                <a16:creationId xmlns:a16="http://schemas.microsoft.com/office/drawing/2014/main" id="{735DD3C0-4274-8316-486D-64F0F6768A22}"/>
              </a:ext>
            </a:extLst>
          </p:cNvPr>
          <p:cNvSpPr>
            <a:spLocks noGrp="1"/>
          </p:cNvSpPr>
          <p:nvPr>
            <p:ph idx="1"/>
          </p:nvPr>
        </p:nvSpPr>
        <p:spPr>
          <a:xfrm>
            <a:off x="1167492" y="2020529"/>
            <a:ext cx="9157607" cy="3347884"/>
          </a:xfrm>
        </p:spPr>
        <p:txBody>
          <a:bodyPr vert="horz" lIns="91440" tIns="45720" rIns="91440" bIns="45720" rtlCol="0" anchor="t">
            <a:normAutofit fontScale="85000" lnSpcReduction="10000"/>
          </a:bodyPr>
          <a:lstStyle/>
          <a:p>
            <a:pPr algn="r"/>
            <a:r>
              <a:rPr lang="ar-AE" sz="4800" dirty="0"/>
              <a:t>ٱقْرَأْ بِٱسْمِ رَبِّكَ ٱلَّذِى خَلَقَ ١خَلَقَ ٱلْإِنسَـٰنَ مِنْ عَلَقٍ ٢ٱقْرَأْ وَرَبُّكَ ٱلْأَكْرَمُ ٣ٱلَّذِى عَلَّمَ بِٱلْقَلَمِ ٤عَلَّمَ ٱلْإِنسَـٰنَ مَا لَمْ يَعْلَمْ </a:t>
            </a:r>
            <a:r>
              <a:rPr lang="ar-AE" sz="3200" dirty="0"/>
              <a:t>٥</a:t>
            </a:r>
            <a:endParaRPr lang="en-GB" sz="3200" dirty="0"/>
          </a:p>
          <a:p>
            <a:r>
              <a:rPr lang="en-GB" sz="3200" dirty="0"/>
              <a:t>1. </a:t>
            </a:r>
            <a:r>
              <a:rPr lang="en-GB" sz="3200" dirty="0" err="1"/>
              <a:t>Bacalah</a:t>
            </a:r>
            <a:r>
              <a:rPr lang="en-GB" sz="3200" dirty="0"/>
              <a:t> </a:t>
            </a:r>
            <a:r>
              <a:rPr lang="en-GB" sz="3200" dirty="0" err="1"/>
              <a:t>dengan</a:t>
            </a:r>
            <a:r>
              <a:rPr lang="en-GB" sz="3200" dirty="0"/>
              <a:t> (</a:t>
            </a:r>
            <a:r>
              <a:rPr lang="en-GB" sz="3200" dirty="0" err="1"/>
              <a:t>menyebut</a:t>
            </a:r>
            <a:r>
              <a:rPr lang="en-GB" sz="3200" dirty="0"/>
              <a:t>) nama </a:t>
            </a:r>
            <a:r>
              <a:rPr lang="en-GB" sz="3200" dirty="0" err="1"/>
              <a:t>Tuhanmu</a:t>
            </a:r>
            <a:r>
              <a:rPr lang="en-GB" sz="3200" dirty="0"/>
              <a:t> yang </a:t>
            </a:r>
            <a:r>
              <a:rPr lang="en-GB" sz="3200" dirty="0" err="1"/>
              <a:t>menciptakan</a:t>
            </a:r>
            <a:r>
              <a:rPr lang="en-GB" sz="3200" dirty="0"/>
              <a:t> 2. </a:t>
            </a:r>
            <a:r>
              <a:rPr lang="pt-BR" sz="3200" dirty="0"/>
              <a:t>Dia telah menciptakan manusia dari segumpal darah 3. Bacalah, dan Tuhanmulah Yang Mahamulia 4. Yang mengajar (manusia) dengan pena 5. Dia mengajarkan manusia apa yang tidak diketahuinya.</a:t>
            </a:r>
            <a:endParaRPr lang="ar-AE" sz="3200" dirty="0"/>
          </a:p>
        </p:txBody>
      </p:sp>
      <p:sp>
        <p:nvSpPr>
          <p:cNvPr id="9" name="Tampungan Nomor Slide 8">
            <a:extLst>
              <a:ext uri="{FF2B5EF4-FFF2-40B4-BE49-F238E27FC236}">
                <a16:creationId xmlns:a16="http://schemas.microsoft.com/office/drawing/2014/main" id="{D67054B4-F7B9-3AEE-8A0C-375D9ADED946}"/>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a:t>
            </a:fld>
            <a:endParaRPr lang="id-ID"/>
          </a:p>
        </p:txBody>
      </p:sp>
    </p:spTree>
    <p:extLst>
      <p:ext uri="{BB962C8B-B14F-4D97-AF65-F5344CB8AC3E}">
        <p14:creationId xmlns:p14="http://schemas.microsoft.com/office/powerpoint/2010/main" val="41925977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8C543F67-9C70-4748-8C0C-3A7863422F99}"/>
              </a:ext>
            </a:extLst>
          </p:cNvPr>
          <p:cNvSpPr>
            <a:spLocks noGrp="1"/>
          </p:cNvSpPr>
          <p:nvPr>
            <p:ph type="title"/>
          </p:nvPr>
        </p:nvSpPr>
        <p:spPr>
          <a:xfrm>
            <a:off x="1167492" y="381000"/>
            <a:ext cx="9779183" cy="1325563"/>
          </a:xfrm>
        </p:spPr>
        <p:txBody>
          <a:bodyPr rtlCol="0"/>
          <a:lstStyle/>
          <a:p>
            <a:pPr rtl="0"/>
            <a:r>
              <a:rPr lang="en-GB" dirty="0"/>
              <a:t>Agenda </a:t>
            </a:r>
            <a:r>
              <a:rPr lang="en-GB" dirty="0" err="1"/>
              <a:t>Presentasi</a:t>
            </a:r>
            <a:endParaRPr lang="id-ID" dirty="0"/>
          </a:p>
        </p:txBody>
      </p:sp>
      <p:sp>
        <p:nvSpPr>
          <p:cNvPr id="3" name="Tampungan Konten 2">
            <a:extLst>
              <a:ext uri="{FF2B5EF4-FFF2-40B4-BE49-F238E27FC236}">
                <a16:creationId xmlns:a16="http://schemas.microsoft.com/office/drawing/2014/main" id="{95B371F2-DBA5-415A-82C8-651F587B857A}"/>
              </a:ext>
            </a:extLst>
          </p:cNvPr>
          <p:cNvSpPr>
            <a:spLocks noGrp="1"/>
          </p:cNvSpPr>
          <p:nvPr>
            <p:ph type="body" idx="1"/>
          </p:nvPr>
        </p:nvSpPr>
        <p:spPr>
          <a:xfrm>
            <a:off x="1167492" y="2653167"/>
            <a:ext cx="9779183" cy="3436483"/>
          </a:xfrm>
        </p:spPr>
        <p:txBody>
          <a:bodyPr vert="horz" lIns="91440" tIns="45720" rIns="91440" bIns="45720" rtlCol="0" anchor="t">
            <a:normAutofit fontScale="92500" lnSpcReduction="10000"/>
          </a:bodyPr>
          <a:lstStyle/>
          <a:p>
            <a:pPr marL="457200" indent="-457200">
              <a:buFont typeface="+mj-lt"/>
              <a:buAutoNum type="arabicPeriod"/>
            </a:pPr>
            <a:r>
              <a:rPr lang="en-GB" sz="2800" b="1" dirty="0"/>
              <a:t>PENDAHULUAN</a:t>
            </a:r>
          </a:p>
          <a:p>
            <a:pPr marL="457200" indent="-457200">
              <a:buFont typeface="+mj-lt"/>
              <a:buAutoNum type="arabicPeriod"/>
            </a:pPr>
            <a:r>
              <a:rPr lang="en-GB" sz="2800" b="1" dirty="0"/>
              <a:t>TINJAUAN PUSTAKA</a:t>
            </a:r>
          </a:p>
          <a:p>
            <a:pPr marL="457200" indent="-457200">
              <a:buFont typeface="+mj-lt"/>
              <a:buAutoNum type="arabicPeriod"/>
            </a:pPr>
            <a:r>
              <a:rPr lang="en-GB" sz="2800" b="1" dirty="0"/>
              <a:t>METODOLOGI PENELITIAN</a:t>
            </a:r>
          </a:p>
          <a:p>
            <a:pPr marL="457200" indent="-457200">
              <a:buFont typeface="+mj-lt"/>
              <a:buAutoNum type="arabicPeriod"/>
            </a:pPr>
            <a:r>
              <a:rPr lang="en-GB" sz="2800" b="1" dirty="0"/>
              <a:t>HASIL DAN PEMBAHASAN</a:t>
            </a:r>
          </a:p>
          <a:p>
            <a:pPr marL="457200" indent="-457200">
              <a:buFont typeface="+mj-lt"/>
              <a:buAutoNum type="arabicPeriod"/>
            </a:pPr>
            <a:r>
              <a:rPr lang="en-GB" sz="2800" b="1" dirty="0"/>
              <a:t>PENUTUP</a:t>
            </a:r>
          </a:p>
        </p:txBody>
      </p:sp>
      <p:sp>
        <p:nvSpPr>
          <p:cNvPr id="6" name="Tampungan Nomor Slide 5">
            <a:extLst>
              <a:ext uri="{FF2B5EF4-FFF2-40B4-BE49-F238E27FC236}">
                <a16:creationId xmlns:a16="http://schemas.microsoft.com/office/drawing/2014/main" id="{134C72D2-EFDF-844A-8472-CB49A59B127B}"/>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3</a:t>
            </a:fld>
            <a:endParaRPr lang="id-ID"/>
          </a:p>
        </p:txBody>
      </p:sp>
    </p:spTree>
    <p:extLst>
      <p:ext uri="{BB962C8B-B14F-4D97-AF65-F5344CB8AC3E}">
        <p14:creationId xmlns:p14="http://schemas.microsoft.com/office/powerpoint/2010/main" val="16397991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3AF65A7-995A-9F45-891C-82D9B9D40801}"/>
              </a:ext>
            </a:extLst>
          </p:cNvPr>
          <p:cNvSpPr>
            <a:spLocks noGrp="1"/>
          </p:cNvSpPr>
          <p:nvPr>
            <p:ph type="title"/>
          </p:nvPr>
        </p:nvSpPr>
        <p:spPr>
          <a:xfrm>
            <a:off x="3366114" y="1729567"/>
            <a:ext cx="5459771" cy="2810460"/>
          </a:xfrm>
        </p:spPr>
        <p:txBody>
          <a:bodyPr rtlCol="0">
            <a:normAutofit/>
          </a:bodyPr>
          <a:lstStyle/>
          <a:p>
            <a:pPr rtl="0"/>
            <a:r>
              <a:rPr lang="en-GB" sz="4800" dirty="0"/>
              <a:t>PENDAHULUAN</a:t>
            </a:r>
            <a:endParaRPr lang="id-ID" sz="4800" dirty="0"/>
          </a:p>
        </p:txBody>
      </p:sp>
      <p:sp>
        <p:nvSpPr>
          <p:cNvPr id="3" name="Tampungan Tanggal 2">
            <a:extLst>
              <a:ext uri="{FF2B5EF4-FFF2-40B4-BE49-F238E27FC236}">
                <a16:creationId xmlns:a16="http://schemas.microsoft.com/office/drawing/2014/main" id="{8D3F7063-A64B-CB42-8BBF-BF52424269A8}"/>
              </a:ext>
            </a:extLst>
          </p:cNvPr>
          <p:cNvSpPr>
            <a:spLocks noGrp="1"/>
          </p:cNvSpPr>
          <p:nvPr>
            <p:ph type="dt" sz="half" idx="10"/>
          </p:nvPr>
        </p:nvSpPr>
        <p:spPr/>
        <p:txBody>
          <a:bodyPr rtlCol="0"/>
          <a:lstStyle/>
          <a:p>
            <a:pPr rtl="0"/>
            <a:fld id="{A808DD98-197B-46F5-A6AA-BDA332D7E685}" type="datetime1">
              <a:rPr lang="id-ID" smtClean="0"/>
              <a:t>06/11/2025</a:t>
            </a:fld>
            <a:endParaRPr lang="id-ID"/>
          </a:p>
        </p:txBody>
      </p:sp>
      <p:sp>
        <p:nvSpPr>
          <p:cNvPr id="5" name="Tampungan Nomor Slide 4">
            <a:extLst>
              <a:ext uri="{FF2B5EF4-FFF2-40B4-BE49-F238E27FC236}">
                <a16:creationId xmlns:a16="http://schemas.microsoft.com/office/drawing/2014/main" id="{7003A5E2-8F37-D546-BCD9-24A2037BB54D}"/>
              </a:ext>
            </a:extLst>
          </p:cNvPr>
          <p:cNvSpPr>
            <a:spLocks noGrp="1"/>
          </p:cNvSpPr>
          <p:nvPr>
            <p:ph type="sldNum" sz="quarter" idx="12"/>
          </p:nvPr>
        </p:nvSpPr>
        <p:spPr/>
        <p:txBody>
          <a:bodyPr rtlCol="0"/>
          <a:lstStyle/>
          <a:p>
            <a:pPr rtl="0"/>
            <a:fld id="{294A09A9-5501-47C1-A89A-A340965A2BE2}" type="slidenum">
              <a:rPr lang="id-ID" smtClean="0"/>
              <a:pPr rtl="0"/>
              <a:t>4</a:t>
            </a:fld>
            <a:endParaRPr lang="id-ID"/>
          </a:p>
        </p:txBody>
      </p:sp>
    </p:spTree>
    <p:extLst>
      <p:ext uri="{BB962C8B-B14F-4D97-AF65-F5344CB8AC3E}">
        <p14:creationId xmlns:p14="http://schemas.microsoft.com/office/powerpoint/2010/main" val="26399837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51A22-4259-1094-CC64-61CC4CF539F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E2AE2A3-FE13-169F-B0F0-1256BBAA6768}"/>
              </a:ext>
            </a:extLst>
          </p:cNvPr>
          <p:cNvSpPr>
            <a:spLocks noGrp="1"/>
          </p:cNvSpPr>
          <p:nvPr>
            <p:ph type="title"/>
          </p:nvPr>
        </p:nvSpPr>
        <p:spPr>
          <a:xfrm>
            <a:off x="1167492" y="381000"/>
            <a:ext cx="9779183" cy="1325563"/>
          </a:xfrm>
        </p:spPr>
        <p:txBody>
          <a:bodyPr rtlCol="0"/>
          <a:lstStyle/>
          <a:p>
            <a:pPr rtl="0"/>
            <a:r>
              <a:rPr lang="en-GB" dirty="0"/>
              <a:t>Latar </a:t>
            </a:r>
            <a:r>
              <a:rPr lang="en-GB" dirty="0" err="1"/>
              <a:t>Belakang</a:t>
            </a:r>
            <a:endParaRPr lang="id-ID" dirty="0"/>
          </a:p>
        </p:txBody>
      </p:sp>
      <p:sp>
        <p:nvSpPr>
          <p:cNvPr id="3" name="Tampungan Konten 2">
            <a:extLst>
              <a:ext uri="{FF2B5EF4-FFF2-40B4-BE49-F238E27FC236}">
                <a16:creationId xmlns:a16="http://schemas.microsoft.com/office/drawing/2014/main" id="{2AD2762D-9C48-81CF-CFF0-1A42FFAB9B9F}"/>
              </a:ext>
            </a:extLst>
          </p:cNvPr>
          <p:cNvSpPr>
            <a:spLocks noGrp="1"/>
          </p:cNvSpPr>
          <p:nvPr>
            <p:ph type="body" idx="1"/>
          </p:nvPr>
        </p:nvSpPr>
        <p:spPr>
          <a:xfrm>
            <a:off x="1167492" y="2653167"/>
            <a:ext cx="9779183" cy="3436483"/>
          </a:xfrm>
        </p:spPr>
        <p:txBody>
          <a:bodyPr vert="horz" lIns="91440" tIns="45720" rIns="91440" bIns="45720" rtlCol="0" anchor="t">
            <a:normAutofit fontScale="85000" lnSpcReduction="20000"/>
          </a:bodyPr>
          <a:lstStyle/>
          <a:p>
            <a:pPr marL="342900" indent="-342900">
              <a:buFont typeface="Arial" panose="020B0604020202020204" pitchFamily="34" charset="0"/>
              <a:buChar char="•"/>
            </a:pPr>
            <a:r>
              <a:rPr lang="id-ID" dirty="0"/>
              <a:t>Sepak bola modern telah bertransformasi menjadi industri global di mana analisis data</a:t>
            </a:r>
            <a:r>
              <a:rPr lang="en-GB" dirty="0"/>
              <a:t> (data-driven)</a:t>
            </a:r>
            <a:r>
              <a:rPr lang="id-ID" dirty="0"/>
              <a:t> menjadi kunci untuk meraih keunggulan kompetitif. Dalam konteks ini, metrik analitis seperti </a:t>
            </a:r>
            <a:r>
              <a:rPr lang="id-ID" i="1" dirty="0" err="1"/>
              <a:t>Expected</a:t>
            </a:r>
            <a:r>
              <a:rPr lang="id-ID" i="1" dirty="0"/>
              <a:t> </a:t>
            </a:r>
            <a:r>
              <a:rPr lang="id-ID" i="1" dirty="0" err="1"/>
              <a:t>Goals</a:t>
            </a:r>
            <a:r>
              <a:rPr lang="id-ID" dirty="0"/>
              <a:t> (</a:t>
            </a:r>
            <a:r>
              <a:rPr lang="id-ID" dirty="0" err="1"/>
              <a:t>xG</a:t>
            </a:r>
            <a:r>
              <a:rPr lang="id-ID" dirty="0"/>
              <a:t>) menjadi fundamental.</a:t>
            </a:r>
            <a:endParaRPr lang="en-GB" dirty="0"/>
          </a:p>
          <a:p>
            <a:pPr marL="342900" indent="-342900">
              <a:buFont typeface="Arial" panose="020B0604020202020204" pitchFamily="34" charset="0"/>
              <a:buChar char="•"/>
            </a:pPr>
            <a:r>
              <a:rPr lang="id-ID" dirty="0"/>
              <a:t>Secara sederhana, </a:t>
            </a:r>
            <a:r>
              <a:rPr lang="id-ID" dirty="0" err="1"/>
              <a:t>xG</a:t>
            </a:r>
            <a:r>
              <a:rPr lang="id-ID" dirty="0"/>
              <a:t> adalah skor yang mengukur kualitas sebuah peluang, dengan nilai </a:t>
            </a:r>
            <a:r>
              <a:rPr lang="id-ID" b="1" dirty="0"/>
              <a:t>dari</a:t>
            </a:r>
            <a:r>
              <a:rPr lang="id-ID" dirty="0"/>
              <a:t> 0 (tidak mungkin gol) </a:t>
            </a:r>
            <a:r>
              <a:rPr lang="id-ID" b="1" dirty="0"/>
              <a:t>hingga</a:t>
            </a:r>
            <a:r>
              <a:rPr lang="id-ID" dirty="0"/>
              <a:t> 1 (pasti gol). Skor ini dihitung dengan menganalisis ribuan data tembakan sejenis untuk menjawab pertanyaan: </a:t>
            </a:r>
            <a:r>
              <a:rPr lang="id-ID" i="1" dirty="0"/>
              <a:t>"Seberapa besar kemungkinan tembakan dari posisi dan situasi ini menjadi gol?"</a:t>
            </a:r>
            <a:r>
              <a:rPr lang="id-ID" dirty="0"/>
              <a:t> (</a:t>
            </a:r>
            <a:r>
              <a:rPr lang="id-ID" dirty="0" err="1"/>
              <a:t>Rathke</a:t>
            </a:r>
            <a:r>
              <a:rPr lang="id-ID" dirty="0"/>
              <a:t>, 2017; </a:t>
            </a:r>
            <a:r>
              <a:rPr lang="id-ID" dirty="0" err="1"/>
              <a:t>Eggels</a:t>
            </a:r>
            <a:r>
              <a:rPr lang="id-ID" dirty="0"/>
              <a:t>, 2016).</a:t>
            </a:r>
            <a:endParaRPr lang="en-GB" dirty="0"/>
          </a:p>
        </p:txBody>
      </p:sp>
      <p:sp>
        <p:nvSpPr>
          <p:cNvPr id="6" name="Tampungan Nomor Slide 5">
            <a:extLst>
              <a:ext uri="{FF2B5EF4-FFF2-40B4-BE49-F238E27FC236}">
                <a16:creationId xmlns:a16="http://schemas.microsoft.com/office/drawing/2014/main" id="{5698DF03-8674-39BD-80D8-50B5F9158BBA}"/>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5</a:t>
            </a:fld>
            <a:endParaRPr lang="id-ID"/>
          </a:p>
        </p:txBody>
      </p:sp>
    </p:spTree>
    <p:extLst>
      <p:ext uri="{BB962C8B-B14F-4D97-AF65-F5344CB8AC3E}">
        <p14:creationId xmlns:p14="http://schemas.microsoft.com/office/powerpoint/2010/main" val="39077714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912DF434-28DB-4621-A497-D62C41CE0419}"/>
              </a:ext>
            </a:extLst>
          </p:cNvPr>
          <p:cNvSpPr>
            <a:spLocks noGrp="1"/>
          </p:cNvSpPr>
          <p:nvPr>
            <p:ph type="title"/>
          </p:nvPr>
        </p:nvSpPr>
        <p:spPr>
          <a:xfrm>
            <a:off x="1167492" y="381000"/>
            <a:ext cx="9779183" cy="1325563"/>
          </a:xfrm>
        </p:spPr>
        <p:txBody>
          <a:bodyPr rtlCol="0"/>
          <a:lstStyle/>
          <a:p>
            <a:pPr rtl="0"/>
            <a:r>
              <a:rPr lang="en-GB" dirty="0"/>
              <a:t>Latar </a:t>
            </a:r>
            <a:r>
              <a:rPr lang="en-GB" dirty="0" err="1"/>
              <a:t>Belakang</a:t>
            </a:r>
            <a:endParaRPr lang="id-ID" dirty="0"/>
          </a:p>
        </p:txBody>
      </p:sp>
      <p:sp>
        <p:nvSpPr>
          <p:cNvPr id="3" name="Tampungan Konten 2">
            <a:extLst>
              <a:ext uri="{FF2B5EF4-FFF2-40B4-BE49-F238E27FC236}">
                <a16:creationId xmlns:a16="http://schemas.microsoft.com/office/drawing/2014/main" id="{22788C46-D0BC-4307-AE55-7601A139E7CB}"/>
              </a:ext>
            </a:extLst>
          </p:cNvPr>
          <p:cNvSpPr>
            <a:spLocks noGrp="1"/>
          </p:cNvSpPr>
          <p:nvPr>
            <p:ph idx="1"/>
          </p:nvPr>
        </p:nvSpPr>
        <p:spPr>
          <a:xfrm>
            <a:off x="1167493" y="2017467"/>
            <a:ext cx="9779182" cy="3526990"/>
          </a:xfrm>
        </p:spPr>
        <p:txBody>
          <a:bodyPr vert="horz" lIns="91440" tIns="45720" rIns="91440" bIns="45720" rtlCol="0" anchor="t">
            <a:normAutofit/>
          </a:bodyPr>
          <a:lstStyle/>
          <a:p>
            <a:pPr marL="342900" indent="-342900">
              <a:buFont typeface="Arial" panose="020B0604020202020204" pitchFamily="34" charset="0"/>
              <a:buChar char="•"/>
            </a:pPr>
            <a:r>
              <a:rPr lang="id-ID" sz="2000" dirty="0"/>
              <a:t>Tantangan utama dalam pemodelan </a:t>
            </a:r>
            <a:r>
              <a:rPr lang="id-ID" sz="2000" dirty="0" err="1"/>
              <a:t>xG</a:t>
            </a:r>
            <a:r>
              <a:rPr lang="id-ID" sz="2000" dirty="0"/>
              <a:t> adalah sifat data sepak bola yang sangat kompleks dan </a:t>
            </a:r>
            <a:r>
              <a:rPr lang="id-ID" sz="2000" b="1" dirty="0"/>
              <a:t>non-linear</a:t>
            </a:r>
            <a:r>
              <a:rPr lang="id-ID" sz="2000" dirty="0"/>
              <a:t>. Model linear (misalnya, Regresi Logistik) terbukti tidak memadai, sementara model non-linear yang lebih akurat </a:t>
            </a:r>
            <a:r>
              <a:rPr lang="id-ID" sz="2000" dirty="0" err="1"/>
              <a:t>seringkali</a:t>
            </a:r>
            <a:r>
              <a:rPr lang="id-ID" sz="2000" dirty="0"/>
              <a:t> mengorbankan </a:t>
            </a:r>
            <a:r>
              <a:rPr lang="id-ID" sz="2000" b="1" dirty="0"/>
              <a:t>efisiensi komputasi</a:t>
            </a:r>
            <a:r>
              <a:rPr lang="id-ID" sz="2000" dirty="0"/>
              <a:t> secara signifikan, menjadikannya lambat dan berat. (</a:t>
            </a:r>
            <a:r>
              <a:rPr lang="id-ID" sz="2000" dirty="0" err="1"/>
              <a:t>Anzer</a:t>
            </a:r>
            <a:r>
              <a:rPr lang="id-ID" sz="2000" dirty="0"/>
              <a:t> &amp; </a:t>
            </a:r>
            <a:r>
              <a:rPr lang="id-ID" sz="2000" dirty="0" err="1"/>
              <a:t>Bauer</a:t>
            </a:r>
            <a:r>
              <a:rPr lang="id-ID" sz="2000" dirty="0"/>
              <a:t>, 2021; </a:t>
            </a:r>
            <a:r>
              <a:rPr lang="id-ID" sz="2000" dirty="0" err="1"/>
              <a:t>Méndez</a:t>
            </a:r>
            <a:r>
              <a:rPr lang="id-ID" sz="2000" dirty="0"/>
              <a:t> </a:t>
            </a:r>
            <a:r>
              <a:rPr lang="id-ID" sz="2000" dirty="0" err="1"/>
              <a:t>et</a:t>
            </a:r>
            <a:r>
              <a:rPr lang="id-ID" sz="2000" dirty="0"/>
              <a:t> </a:t>
            </a:r>
            <a:r>
              <a:rPr lang="id-ID" sz="2000" dirty="0" err="1"/>
              <a:t>al.</a:t>
            </a:r>
            <a:r>
              <a:rPr lang="id-ID" sz="2000" dirty="0"/>
              <a:t>, 2023; </a:t>
            </a:r>
            <a:r>
              <a:rPr lang="id-ID" sz="2000" dirty="0" err="1"/>
              <a:t>Hewitt</a:t>
            </a:r>
            <a:r>
              <a:rPr lang="id-ID" sz="2000" dirty="0"/>
              <a:t> &amp; </a:t>
            </a:r>
            <a:r>
              <a:rPr lang="id-ID" sz="2000" dirty="0" err="1"/>
              <a:t>Karakuş</a:t>
            </a:r>
            <a:r>
              <a:rPr lang="id-ID" sz="2000" dirty="0"/>
              <a:t>, 2023).</a:t>
            </a:r>
            <a:endParaRPr lang="en-GB" sz="2000" dirty="0"/>
          </a:p>
          <a:p>
            <a:pPr marL="342900" indent="-342900">
              <a:buFont typeface="Arial" panose="020B0604020202020204" pitchFamily="34" charset="0"/>
              <a:buChar char="•"/>
            </a:pPr>
            <a:r>
              <a:rPr lang="id-ID" sz="2000" b="1" dirty="0" err="1"/>
              <a:t>LightGBM</a:t>
            </a:r>
            <a:r>
              <a:rPr lang="id-ID" sz="2000" dirty="0"/>
              <a:t> diajukan sebagai solusi ideal. Sebagai model yang berbasis </a:t>
            </a:r>
            <a:r>
              <a:rPr lang="id-ID" sz="2000" i="1" dirty="0" err="1"/>
              <a:t>decision</a:t>
            </a:r>
            <a:r>
              <a:rPr lang="id-ID" sz="2000" i="1" dirty="0"/>
              <a:t> </a:t>
            </a:r>
            <a:r>
              <a:rPr lang="id-ID" sz="2000" i="1" dirty="0" err="1"/>
              <a:t>tree</a:t>
            </a:r>
            <a:r>
              <a:rPr lang="id-ID" sz="2000" dirty="0"/>
              <a:t>, ia secara inheren bersifat </a:t>
            </a:r>
            <a:r>
              <a:rPr lang="id-ID" sz="2000" b="1" dirty="0"/>
              <a:t>non-linear</a:t>
            </a:r>
            <a:r>
              <a:rPr lang="id-ID" sz="2000" dirty="0"/>
              <a:t> karena kemampuannya </a:t>
            </a:r>
            <a:r>
              <a:rPr lang="id-ID" sz="2000" dirty="0" err="1"/>
              <a:t>mempartisi</a:t>
            </a:r>
            <a:r>
              <a:rPr lang="id-ID" sz="2000" dirty="0"/>
              <a:t> data ke dalam segmen-segmen kompleks, sehingga mampu menangkap hubungan antar variabel yang tidak lurus. Keunggulannya adalah kombinasi antara </a:t>
            </a:r>
            <a:r>
              <a:rPr lang="id-ID" sz="2000" b="1" dirty="0"/>
              <a:t>akurasi tinggi</a:t>
            </a:r>
            <a:r>
              <a:rPr lang="id-ID" sz="2000" dirty="0"/>
              <a:t> dan </a:t>
            </a:r>
            <a:r>
              <a:rPr lang="id-ID" sz="2000" b="1" dirty="0"/>
              <a:t>efisiensi luar biasa</a:t>
            </a:r>
            <a:r>
              <a:rPr lang="id-ID" sz="2000" dirty="0"/>
              <a:t>, dengan waktu pelatihan terbukti </a:t>
            </a:r>
            <a:r>
              <a:rPr lang="id-ID" sz="2000" b="1" dirty="0"/>
              <a:t>lebih dari 10 kali lebih cepat</a:t>
            </a:r>
            <a:r>
              <a:rPr lang="id-ID" sz="2000" dirty="0"/>
              <a:t> dibandingkan implementasi </a:t>
            </a:r>
            <a:r>
              <a:rPr lang="id-ID" sz="2000" i="1" dirty="0" err="1"/>
              <a:t>boosting</a:t>
            </a:r>
            <a:r>
              <a:rPr lang="id-ID" sz="2000" dirty="0"/>
              <a:t> populer lainnya. (Ke </a:t>
            </a:r>
            <a:r>
              <a:rPr lang="id-ID" sz="2000" dirty="0" err="1"/>
              <a:t>et</a:t>
            </a:r>
            <a:r>
              <a:rPr lang="id-ID" sz="2000" dirty="0"/>
              <a:t> </a:t>
            </a:r>
            <a:r>
              <a:rPr lang="id-ID" sz="2000" dirty="0" err="1"/>
              <a:t>al.</a:t>
            </a:r>
            <a:r>
              <a:rPr lang="id-ID" sz="2000" dirty="0"/>
              <a:t>, 2017; </a:t>
            </a:r>
            <a:r>
              <a:rPr lang="id-ID" sz="2000" dirty="0" err="1"/>
              <a:t>Florek</a:t>
            </a:r>
            <a:r>
              <a:rPr lang="id-ID" sz="2000" dirty="0"/>
              <a:t> &amp; </a:t>
            </a:r>
            <a:r>
              <a:rPr lang="id-ID" sz="2000" dirty="0" err="1"/>
              <a:t>Zagdański</a:t>
            </a:r>
            <a:r>
              <a:rPr lang="id-ID" sz="2000" dirty="0"/>
              <a:t>, 2023).</a:t>
            </a:r>
          </a:p>
        </p:txBody>
      </p:sp>
      <p:sp>
        <p:nvSpPr>
          <p:cNvPr id="4" name="Tampungan Tanggal 3">
            <a:extLst>
              <a:ext uri="{FF2B5EF4-FFF2-40B4-BE49-F238E27FC236}">
                <a16:creationId xmlns:a16="http://schemas.microsoft.com/office/drawing/2014/main" id="{5739303D-13C0-6A41-947A-F998CC47B32E}"/>
              </a:ext>
            </a:extLst>
          </p:cNvPr>
          <p:cNvSpPr>
            <a:spLocks noGrp="1"/>
          </p:cNvSpPr>
          <p:nvPr>
            <p:ph type="dt" sz="half" idx="2"/>
          </p:nvPr>
        </p:nvSpPr>
        <p:spPr>
          <a:xfrm>
            <a:off x="381000" y="6356350"/>
            <a:ext cx="2743200" cy="365125"/>
          </a:xfrm>
        </p:spPr>
        <p:txBody>
          <a:bodyPr rtlCol="0"/>
          <a:lstStyle/>
          <a:p>
            <a:pPr rtl="0"/>
            <a:fld id="{70C69C4D-CAFD-4E0E-94E0-4B1709D96441}" type="datetime1">
              <a:rPr lang="id-ID" smtClean="0"/>
              <a:t>06/11/2025</a:t>
            </a:fld>
            <a:endParaRPr lang="id-ID"/>
          </a:p>
        </p:txBody>
      </p:sp>
      <p:sp>
        <p:nvSpPr>
          <p:cNvPr id="6" name="Tampungan Nomor Slide 5">
            <a:extLst>
              <a:ext uri="{FF2B5EF4-FFF2-40B4-BE49-F238E27FC236}">
                <a16:creationId xmlns:a16="http://schemas.microsoft.com/office/drawing/2014/main" id="{60D470D0-6D64-5E42-9515-048F8779CD5E}"/>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6</a:t>
            </a:fld>
            <a:endParaRPr lang="id-ID"/>
          </a:p>
        </p:txBody>
      </p:sp>
    </p:spTree>
    <p:extLst>
      <p:ext uri="{BB962C8B-B14F-4D97-AF65-F5344CB8AC3E}">
        <p14:creationId xmlns:p14="http://schemas.microsoft.com/office/powerpoint/2010/main" val="1325608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ampungan Kaki 4">
            <a:extLst>
              <a:ext uri="{FF2B5EF4-FFF2-40B4-BE49-F238E27FC236}">
                <a16:creationId xmlns:a16="http://schemas.microsoft.com/office/drawing/2014/main" id="{AA926C73-F226-914E-AC56-BF3172765F9F}"/>
              </a:ext>
            </a:extLst>
          </p:cNvPr>
          <p:cNvSpPr>
            <a:spLocks noGrp="1"/>
          </p:cNvSpPr>
          <p:nvPr>
            <p:ph type="ftr" sz="quarter" idx="3"/>
          </p:nvPr>
        </p:nvSpPr>
        <p:spPr>
          <a:xfrm>
            <a:off x="3580129" y="5898134"/>
            <a:ext cx="5652318" cy="365125"/>
          </a:xfrm>
        </p:spPr>
        <p:txBody>
          <a:bodyPr rtlCol="0"/>
          <a:lstStyle/>
          <a:p>
            <a:r>
              <a:rPr lang="en-GB" sz="1800" dirty="0"/>
              <a:t>Tabel </a:t>
            </a:r>
            <a:r>
              <a:rPr lang="id-ID" sz="1800" dirty="0"/>
              <a:t>Keterbatasan Model Linear</a:t>
            </a:r>
            <a:r>
              <a:rPr lang="en-GB" sz="1800" dirty="0"/>
              <a:t> </a:t>
            </a:r>
            <a:r>
              <a:rPr lang="id-ID" sz="1800" dirty="0"/>
              <a:t>(</a:t>
            </a:r>
            <a:r>
              <a:rPr lang="id-ID" sz="1800" dirty="0" err="1"/>
              <a:t>Méndez</a:t>
            </a:r>
            <a:r>
              <a:rPr lang="id-ID" sz="1800" dirty="0"/>
              <a:t> </a:t>
            </a:r>
            <a:r>
              <a:rPr lang="id-ID" sz="1800" dirty="0" err="1"/>
              <a:t>et</a:t>
            </a:r>
            <a:r>
              <a:rPr lang="id-ID" sz="1800" dirty="0"/>
              <a:t> </a:t>
            </a:r>
            <a:r>
              <a:rPr lang="id-ID" sz="1800" dirty="0" err="1"/>
              <a:t>al.</a:t>
            </a:r>
            <a:r>
              <a:rPr lang="id-ID" sz="1800" dirty="0"/>
              <a:t> 2023)</a:t>
            </a:r>
          </a:p>
        </p:txBody>
      </p:sp>
      <p:sp>
        <p:nvSpPr>
          <p:cNvPr id="7" name="Tampungan Nomor Slide 6">
            <a:extLst>
              <a:ext uri="{FF2B5EF4-FFF2-40B4-BE49-F238E27FC236}">
                <a16:creationId xmlns:a16="http://schemas.microsoft.com/office/drawing/2014/main" id="{50A86E01-62BB-5145-A6C3-515717DD327C}"/>
              </a:ext>
            </a:extLst>
          </p:cNvPr>
          <p:cNvSpPr>
            <a:spLocks noGrp="1"/>
          </p:cNvSpPr>
          <p:nvPr>
            <p:ph type="sldNum" sz="quarter" idx="4"/>
          </p:nvPr>
        </p:nvSpPr>
        <p:spPr/>
        <p:txBody>
          <a:bodyPr rtlCol="0"/>
          <a:lstStyle/>
          <a:p>
            <a:pPr rtl="0"/>
            <a:fld id="{294A09A9-5501-47C1-A89A-A340965A2BE2}" type="slidenum">
              <a:rPr lang="id-ID" smtClean="0"/>
              <a:pPr rtl="0"/>
              <a:t>7</a:t>
            </a:fld>
            <a:endParaRPr lang="id-ID" dirty="0"/>
          </a:p>
        </p:txBody>
      </p:sp>
      <p:graphicFrame>
        <p:nvGraphicFramePr>
          <p:cNvPr id="10" name="Table 9">
            <a:extLst>
              <a:ext uri="{FF2B5EF4-FFF2-40B4-BE49-F238E27FC236}">
                <a16:creationId xmlns:a16="http://schemas.microsoft.com/office/drawing/2014/main" id="{0E396080-5464-AC2C-5D4B-6DF67CF1A299}"/>
              </a:ext>
            </a:extLst>
          </p:cNvPr>
          <p:cNvGraphicFramePr>
            <a:graphicFrameLocks noGrp="1"/>
          </p:cNvGraphicFramePr>
          <p:nvPr>
            <p:extLst>
              <p:ext uri="{D42A27DB-BD31-4B8C-83A1-F6EECF244321}">
                <p14:modId xmlns:p14="http://schemas.microsoft.com/office/powerpoint/2010/main" val="3348498498"/>
              </p:ext>
            </p:extLst>
          </p:nvPr>
        </p:nvGraphicFramePr>
        <p:xfrm>
          <a:off x="1091381" y="1120878"/>
          <a:ext cx="10128162" cy="4684165"/>
        </p:xfrm>
        <a:graphic>
          <a:graphicData uri="http://schemas.openxmlformats.org/drawingml/2006/table">
            <a:tbl>
              <a:tblPr firstRow="1" firstCol="1" bandRow="1">
                <a:tableStyleId>{5C22544A-7EE6-4342-B048-85BDC9FD1C3A}</a:tableStyleId>
              </a:tblPr>
              <a:tblGrid>
                <a:gridCol w="3376054">
                  <a:extLst>
                    <a:ext uri="{9D8B030D-6E8A-4147-A177-3AD203B41FA5}">
                      <a16:colId xmlns:a16="http://schemas.microsoft.com/office/drawing/2014/main" val="3209082739"/>
                    </a:ext>
                  </a:extLst>
                </a:gridCol>
                <a:gridCol w="3376054">
                  <a:extLst>
                    <a:ext uri="{9D8B030D-6E8A-4147-A177-3AD203B41FA5}">
                      <a16:colId xmlns:a16="http://schemas.microsoft.com/office/drawing/2014/main" val="1888921284"/>
                    </a:ext>
                  </a:extLst>
                </a:gridCol>
                <a:gridCol w="3376054">
                  <a:extLst>
                    <a:ext uri="{9D8B030D-6E8A-4147-A177-3AD203B41FA5}">
                      <a16:colId xmlns:a16="http://schemas.microsoft.com/office/drawing/2014/main" val="4077521047"/>
                    </a:ext>
                  </a:extLst>
                </a:gridCol>
              </a:tblGrid>
              <a:tr h="1009261">
                <a:tc>
                  <a:txBody>
                    <a:bodyPr/>
                    <a:lstStyle/>
                    <a:p>
                      <a:pPr algn="l">
                        <a:lnSpc>
                          <a:spcPct val="150000"/>
                        </a:lnSpc>
                        <a:buNone/>
                      </a:pPr>
                      <a:r>
                        <a:rPr lang="id-ID" sz="2000" dirty="0"/>
                        <a:t>Metrik Evaluasi</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Model Non-Linear (MLP)</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Model Linear (Regresi Logistik)</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196113673"/>
                  </a:ext>
                </a:extLst>
              </a:tr>
              <a:tr h="918726">
                <a:tc>
                  <a:txBody>
                    <a:bodyPr/>
                    <a:lstStyle/>
                    <a:p>
                      <a:pPr algn="l">
                        <a:lnSpc>
                          <a:spcPct val="150000"/>
                        </a:lnSpc>
                        <a:buNone/>
                      </a:pPr>
                      <a:r>
                        <a:rPr lang="id-ID" sz="2000" dirty="0"/>
                        <a:t>ROC AUC</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0.87</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0.82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071363258"/>
                  </a:ext>
                </a:extLst>
              </a:tr>
              <a:tr h="918726">
                <a:tc>
                  <a:txBody>
                    <a:bodyPr/>
                    <a:lstStyle/>
                    <a:p>
                      <a:pPr algn="l">
                        <a:lnSpc>
                          <a:spcPct val="150000"/>
                        </a:lnSpc>
                        <a:buNone/>
                      </a:pPr>
                      <a:r>
                        <a:rPr lang="id-ID" sz="2000" dirty="0" err="1"/>
                        <a:t>Brier</a:t>
                      </a:r>
                      <a:r>
                        <a:rPr lang="id-ID" sz="2000" dirty="0"/>
                        <a:t> </a:t>
                      </a:r>
                      <a:r>
                        <a:rPr lang="id-ID" sz="2000" dirty="0" err="1"/>
                        <a:t>Score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0.076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0.081</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984725224"/>
                  </a:ext>
                </a:extLst>
              </a:tr>
              <a:tr h="918726">
                <a:tc>
                  <a:txBody>
                    <a:bodyPr/>
                    <a:lstStyle/>
                    <a:p>
                      <a:pPr algn="l">
                        <a:lnSpc>
                          <a:spcPct val="150000"/>
                        </a:lnSpc>
                        <a:buNone/>
                      </a:pPr>
                      <a:r>
                        <a:rPr lang="id-ID" sz="2000" dirty="0"/>
                        <a:t>Log-</a:t>
                      </a:r>
                      <a:r>
                        <a:rPr lang="id-ID" sz="2000" dirty="0" err="1"/>
                        <a:t>Loss</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0.262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0.280</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696177661"/>
                  </a:ext>
                </a:extLst>
              </a:tr>
              <a:tr h="918726">
                <a:tc>
                  <a:txBody>
                    <a:bodyPr/>
                    <a:lstStyle/>
                    <a:p>
                      <a:pPr algn="l">
                        <a:lnSpc>
                          <a:spcPct val="150000"/>
                        </a:lnSpc>
                        <a:buNone/>
                      </a:pPr>
                      <a:r>
                        <a:rPr lang="id-ID" sz="2000" dirty="0"/>
                        <a:t>F1-Score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0.41</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0.34</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214560729"/>
                  </a:ext>
                </a:extLst>
              </a:tr>
            </a:tbl>
          </a:graphicData>
        </a:graphic>
      </p:graphicFrame>
    </p:spTree>
    <p:extLst>
      <p:ext uri="{BB962C8B-B14F-4D97-AF65-F5344CB8AC3E}">
        <p14:creationId xmlns:p14="http://schemas.microsoft.com/office/powerpoint/2010/main" val="15273869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68338-ECBF-989D-1638-94790D36BCD1}"/>
            </a:ext>
          </a:extLst>
        </p:cNvPr>
        <p:cNvGrpSpPr/>
        <p:nvPr/>
      </p:nvGrpSpPr>
      <p:grpSpPr>
        <a:xfrm>
          <a:off x="0" y="0"/>
          <a:ext cx="0" cy="0"/>
          <a:chOff x="0" y="0"/>
          <a:chExt cx="0" cy="0"/>
        </a:xfrm>
      </p:grpSpPr>
      <p:sp>
        <p:nvSpPr>
          <p:cNvPr id="5" name="Tampungan Kaki 4">
            <a:extLst>
              <a:ext uri="{FF2B5EF4-FFF2-40B4-BE49-F238E27FC236}">
                <a16:creationId xmlns:a16="http://schemas.microsoft.com/office/drawing/2014/main" id="{4C71EDAF-8447-660F-CF54-A308225702BA}"/>
              </a:ext>
            </a:extLst>
          </p:cNvPr>
          <p:cNvSpPr>
            <a:spLocks noGrp="1"/>
          </p:cNvSpPr>
          <p:nvPr>
            <p:ph type="ftr" sz="quarter" idx="3"/>
          </p:nvPr>
        </p:nvSpPr>
        <p:spPr>
          <a:xfrm>
            <a:off x="2815771" y="5898134"/>
            <a:ext cx="6749143" cy="365125"/>
          </a:xfrm>
        </p:spPr>
        <p:txBody>
          <a:bodyPr rtlCol="0"/>
          <a:lstStyle/>
          <a:p>
            <a:r>
              <a:rPr lang="en-GB" sz="1800" dirty="0"/>
              <a:t>Tabel </a:t>
            </a:r>
            <a:r>
              <a:rPr lang="en-GB" sz="1800" dirty="0" err="1"/>
              <a:t>Perbandingan</a:t>
            </a:r>
            <a:r>
              <a:rPr lang="en-GB" sz="1800" dirty="0"/>
              <a:t> Waktu </a:t>
            </a:r>
            <a:r>
              <a:rPr lang="en-GB" sz="1800" dirty="0" err="1"/>
              <a:t>Pelatihan</a:t>
            </a:r>
            <a:r>
              <a:rPr lang="en-GB" sz="1800" dirty="0"/>
              <a:t> </a:t>
            </a:r>
            <a:r>
              <a:rPr lang="id-ID" sz="1800" dirty="0"/>
              <a:t>(</a:t>
            </a:r>
            <a:r>
              <a:rPr lang="id-ID" sz="1800" dirty="0" err="1"/>
              <a:t>Florek</a:t>
            </a:r>
            <a:r>
              <a:rPr lang="id-ID" sz="1800" dirty="0"/>
              <a:t> &amp; </a:t>
            </a:r>
            <a:r>
              <a:rPr lang="id-ID" sz="1800" dirty="0" err="1"/>
              <a:t>Zagdański</a:t>
            </a:r>
            <a:r>
              <a:rPr lang="id-ID" sz="1800" dirty="0"/>
              <a:t>, 2023)</a:t>
            </a:r>
          </a:p>
        </p:txBody>
      </p:sp>
      <p:sp>
        <p:nvSpPr>
          <p:cNvPr id="7" name="Tampungan Nomor Slide 6">
            <a:extLst>
              <a:ext uri="{FF2B5EF4-FFF2-40B4-BE49-F238E27FC236}">
                <a16:creationId xmlns:a16="http://schemas.microsoft.com/office/drawing/2014/main" id="{A2A488E4-DFD5-DE4F-C6CE-75A6EFEE2D2D}"/>
              </a:ext>
            </a:extLst>
          </p:cNvPr>
          <p:cNvSpPr>
            <a:spLocks noGrp="1"/>
          </p:cNvSpPr>
          <p:nvPr>
            <p:ph type="sldNum" sz="quarter" idx="4"/>
          </p:nvPr>
        </p:nvSpPr>
        <p:spPr/>
        <p:txBody>
          <a:bodyPr rtlCol="0"/>
          <a:lstStyle/>
          <a:p>
            <a:pPr rtl="0"/>
            <a:fld id="{294A09A9-5501-47C1-A89A-A340965A2BE2}" type="slidenum">
              <a:rPr lang="id-ID" smtClean="0"/>
              <a:pPr rtl="0"/>
              <a:t>8</a:t>
            </a:fld>
            <a:endParaRPr lang="id-ID" dirty="0"/>
          </a:p>
        </p:txBody>
      </p:sp>
      <p:graphicFrame>
        <p:nvGraphicFramePr>
          <p:cNvPr id="10" name="Table 9">
            <a:extLst>
              <a:ext uri="{FF2B5EF4-FFF2-40B4-BE49-F238E27FC236}">
                <a16:creationId xmlns:a16="http://schemas.microsoft.com/office/drawing/2014/main" id="{7CA923E5-4F0A-96B5-C3A7-D9241BACC7F9}"/>
              </a:ext>
            </a:extLst>
          </p:cNvPr>
          <p:cNvGraphicFramePr>
            <a:graphicFrameLocks noGrp="1"/>
          </p:cNvGraphicFramePr>
          <p:nvPr>
            <p:extLst>
              <p:ext uri="{D42A27DB-BD31-4B8C-83A1-F6EECF244321}">
                <p14:modId xmlns:p14="http://schemas.microsoft.com/office/powerpoint/2010/main" val="3891162626"/>
              </p:ext>
            </p:extLst>
          </p:nvPr>
        </p:nvGraphicFramePr>
        <p:xfrm>
          <a:off x="1076632" y="594742"/>
          <a:ext cx="9444500" cy="5210303"/>
        </p:xfrm>
        <a:graphic>
          <a:graphicData uri="http://schemas.openxmlformats.org/drawingml/2006/table">
            <a:tbl>
              <a:tblPr firstRow="1" firstCol="1" bandRow="1">
                <a:tableStyleId>{5C22544A-7EE6-4342-B048-85BDC9FD1C3A}</a:tableStyleId>
              </a:tblPr>
              <a:tblGrid>
                <a:gridCol w="1888900">
                  <a:extLst>
                    <a:ext uri="{9D8B030D-6E8A-4147-A177-3AD203B41FA5}">
                      <a16:colId xmlns:a16="http://schemas.microsoft.com/office/drawing/2014/main" val="3209082739"/>
                    </a:ext>
                  </a:extLst>
                </a:gridCol>
                <a:gridCol w="1888900">
                  <a:extLst>
                    <a:ext uri="{9D8B030D-6E8A-4147-A177-3AD203B41FA5}">
                      <a16:colId xmlns:a16="http://schemas.microsoft.com/office/drawing/2014/main" val="1888921284"/>
                    </a:ext>
                  </a:extLst>
                </a:gridCol>
                <a:gridCol w="1888900">
                  <a:extLst>
                    <a:ext uri="{9D8B030D-6E8A-4147-A177-3AD203B41FA5}">
                      <a16:colId xmlns:a16="http://schemas.microsoft.com/office/drawing/2014/main" val="4077521047"/>
                    </a:ext>
                  </a:extLst>
                </a:gridCol>
                <a:gridCol w="1888900">
                  <a:extLst>
                    <a:ext uri="{9D8B030D-6E8A-4147-A177-3AD203B41FA5}">
                      <a16:colId xmlns:a16="http://schemas.microsoft.com/office/drawing/2014/main" val="2736218579"/>
                    </a:ext>
                  </a:extLst>
                </a:gridCol>
                <a:gridCol w="1888900">
                  <a:extLst>
                    <a:ext uri="{9D8B030D-6E8A-4147-A177-3AD203B41FA5}">
                      <a16:colId xmlns:a16="http://schemas.microsoft.com/office/drawing/2014/main" val="2430063282"/>
                    </a:ext>
                  </a:extLst>
                </a:gridCol>
              </a:tblGrid>
              <a:tr h="1122623">
                <a:tc>
                  <a:txBody>
                    <a:bodyPr/>
                    <a:lstStyle/>
                    <a:p>
                      <a:pPr algn="l">
                        <a:lnSpc>
                          <a:spcPct val="150000"/>
                        </a:lnSpc>
                        <a:buNone/>
                      </a:pPr>
                      <a:r>
                        <a:rPr lang="id-ID" sz="2000" kern="0" dirty="0" err="1">
                          <a:effectLst/>
                        </a:rPr>
                        <a:t>Dataset</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LightGBM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GBM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XGBoost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CatBoost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196113673"/>
                  </a:ext>
                </a:extLst>
              </a:tr>
              <a:tr h="1021920">
                <a:tc>
                  <a:txBody>
                    <a:bodyPr/>
                    <a:lstStyle/>
                    <a:p>
                      <a:pPr algn="l">
                        <a:lnSpc>
                          <a:spcPct val="150000"/>
                        </a:lnSpc>
                        <a:buNone/>
                      </a:pPr>
                      <a:r>
                        <a:rPr lang="id-ID" sz="2000" kern="0" dirty="0" err="1">
                          <a:effectLst/>
                        </a:rPr>
                        <a:t>Heart</a:t>
                      </a:r>
                      <a:r>
                        <a:rPr lang="id-ID" sz="2000" kern="0" dirty="0">
                          <a:effectLst/>
                        </a:rPr>
                        <a:t> </a:t>
                      </a:r>
                      <a:r>
                        <a:rPr lang="id-ID" sz="2000" kern="0" dirty="0" err="1">
                          <a:effectLst/>
                        </a:rPr>
                        <a:t>Disease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0,583</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1,417</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60,449</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4,143</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071363258"/>
                  </a:ext>
                </a:extLst>
              </a:tr>
              <a:tr h="1021920">
                <a:tc>
                  <a:txBody>
                    <a:bodyPr/>
                    <a:lstStyle/>
                    <a:p>
                      <a:pPr algn="l">
                        <a:lnSpc>
                          <a:spcPct val="150000"/>
                        </a:lnSpc>
                        <a:buNone/>
                      </a:pPr>
                      <a:r>
                        <a:rPr lang="id-ID" sz="2000" kern="0">
                          <a:effectLst/>
                        </a:rPr>
                        <a:t>Mushrooms</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6,432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11,659</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45,696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13,889</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984725224"/>
                  </a:ext>
                </a:extLst>
              </a:tr>
              <a:tr h="1021920">
                <a:tc>
                  <a:txBody>
                    <a:bodyPr/>
                    <a:lstStyle/>
                    <a:p>
                      <a:pPr algn="l">
                        <a:lnSpc>
                          <a:spcPct val="150000"/>
                        </a:lnSpc>
                        <a:buNone/>
                      </a:pPr>
                      <a:r>
                        <a:rPr lang="id-ID" sz="2000" kern="0">
                          <a:effectLst/>
                        </a:rPr>
                        <a:t>Breast Cancer</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0,722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5,296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85,364</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53,840</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696177661"/>
                  </a:ext>
                </a:extLst>
              </a:tr>
              <a:tr h="1021920">
                <a:tc>
                  <a:txBody>
                    <a:bodyPr/>
                    <a:lstStyle/>
                    <a:p>
                      <a:pPr algn="l">
                        <a:lnSpc>
                          <a:spcPct val="150000"/>
                        </a:lnSpc>
                        <a:buNone/>
                      </a:pPr>
                      <a:r>
                        <a:rPr lang="id-ID" sz="2000" kern="0" dirty="0">
                          <a:effectLst/>
                        </a:rPr>
                        <a:t>Leukemia</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3,010</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32,633</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51,568</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375,332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214560729"/>
                  </a:ext>
                </a:extLst>
              </a:tr>
            </a:tbl>
          </a:graphicData>
        </a:graphic>
      </p:graphicFrame>
    </p:spTree>
    <p:extLst>
      <p:ext uri="{BB962C8B-B14F-4D97-AF65-F5344CB8AC3E}">
        <p14:creationId xmlns:p14="http://schemas.microsoft.com/office/powerpoint/2010/main" val="37767070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ampungan Nomor Slide 8">
            <a:extLst>
              <a:ext uri="{FF2B5EF4-FFF2-40B4-BE49-F238E27FC236}">
                <a16:creationId xmlns:a16="http://schemas.microsoft.com/office/drawing/2014/main" id="{6FD448B0-743E-0045-8131-69B4EEC58365}"/>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9</a:t>
            </a:fld>
            <a:endParaRPr lang="id-ID"/>
          </a:p>
        </p:txBody>
      </p:sp>
      <p:pic>
        <p:nvPicPr>
          <p:cNvPr id="8" name="Picture 7">
            <a:extLst>
              <a:ext uri="{FF2B5EF4-FFF2-40B4-BE49-F238E27FC236}">
                <a16:creationId xmlns:a16="http://schemas.microsoft.com/office/drawing/2014/main" id="{AF94E4D4-116E-7319-DF5F-878836869AF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393641" y="265471"/>
            <a:ext cx="7425893" cy="5213188"/>
          </a:xfrm>
          <a:prstGeom prst="rect">
            <a:avLst/>
          </a:prstGeom>
          <a:noFill/>
          <a:ln>
            <a:noFill/>
          </a:ln>
        </p:spPr>
      </p:pic>
      <p:sp>
        <p:nvSpPr>
          <p:cNvPr id="10" name="Tampungan Kaki 4">
            <a:extLst>
              <a:ext uri="{FF2B5EF4-FFF2-40B4-BE49-F238E27FC236}">
                <a16:creationId xmlns:a16="http://schemas.microsoft.com/office/drawing/2014/main" id="{A6CD7973-EAE2-95BD-DA58-D971E2D965C4}"/>
              </a:ext>
            </a:extLst>
          </p:cNvPr>
          <p:cNvSpPr txBox="1">
            <a:spLocks/>
          </p:cNvSpPr>
          <p:nvPr/>
        </p:nvSpPr>
        <p:spPr>
          <a:xfrm>
            <a:off x="1902542" y="5533863"/>
            <a:ext cx="6150078" cy="365125"/>
          </a:xfrm>
          <a:prstGeom prst="rect">
            <a:avLst/>
          </a:prstGeom>
        </p:spPr>
        <p:txBody>
          <a:bodyPr vert="horz" lIns="91440" tIns="45720" rIns="91440" bIns="45720" rtlCol="0" anchor="ctr">
            <a:noAutofit/>
          </a:bodyPr>
          <a:lstStyle>
            <a:defPPr rtl="0">
              <a:defRPr lang="id-ID"/>
            </a:defPPr>
            <a:lvl1pPr marL="0" algn="ctr" defTabSz="914400" rtl="0" eaLnBrk="1" latinLnBrk="0" hangingPunct="1">
              <a:defRPr sz="12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800" dirty="0"/>
              <a:t>Visualisasi Hubungan Non-Linear Data Sepak Bola (StatsBomb, 2022)</a:t>
            </a:r>
            <a:endParaRPr lang="id-ID" sz="1800" dirty="0"/>
          </a:p>
        </p:txBody>
      </p:sp>
    </p:spTree>
    <p:extLst>
      <p:ext uri="{BB962C8B-B14F-4D97-AF65-F5344CB8AC3E}">
        <p14:creationId xmlns:p14="http://schemas.microsoft.com/office/powerpoint/2010/main" val="25631196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1C1B3-EA43-380C-A30B-62986EFE7690}"/>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E0F4E0BC-D929-D038-0131-4935F009E1B0}"/>
              </a:ext>
            </a:extLst>
          </p:cNvPr>
          <p:cNvSpPr>
            <a:spLocks noGrp="1"/>
          </p:cNvSpPr>
          <p:nvPr>
            <p:ph type="title"/>
          </p:nvPr>
        </p:nvSpPr>
        <p:spPr>
          <a:xfrm>
            <a:off x="1167492" y="381000"/>
            <a:ext cx="9779183" cy="1325563"/>
          </a:xfrm>
        </p:spPr>
        <p:txBody>
          <a:bodyPr rtlCol="0"/>
          <a:lstStyle/>
          <a:p>
            <a:pPr rtl="0"/>
            <a:r>
              <a:rPr lang="en-GB" dirty="0" err="1"/>
              <a:t>Identifikasi</a:t>
            </a:r>
            <a:r>
              <a:rPr lang="en-GB" dirty="0"/>
              <a:t> </a:t>
            </a:r>
            <a:r>
              <a:rPr lang="en-GB" dirty="0" err="1"/>
              <a:t>Masalah</a:t>
            </a:r>
            <a:endParaRPr lang="id-ID" dirty="0"/>
          </a:p>
        </p:txBody>
      </p:sp>
      <p:sp>
        <p:nvSpPr>
          <p:cNvPr id="4" name="Tampungan Konten 3">
            <a:extLst>
              <a:ext uri="{FF2B5EF4-FFF2-40B4-BE49-F238E27FC236}">
                <a16:creationId xmlns:a16="http://schemas.microsoft.com/office/drawing/2014/main" id="{9D760D44-7E7A-26B5-6C89-92FAB0CD7182}"/>
              </a:ext>
            </a:extLst>
          </p:cNvPr>
          <p:cNvSpPr>
            <a:spLocks noGrp="1"/>
          </p:cNvSpPr>
          <p:nvPr>
            <p:ph idx="1"/>
          </p:nvPr>
        </p:nvSpPr>
        <p:spPr>
          <a:xfrm>
            <a:off x="1167492" y="2020529"/>
            <a:ext cx="9157607" cy="3347884"/>
          </a:xfrm>
        </p:spPr>
        <p:txBody>
          <a:bodyPr vert="horz" lIns="91440" tIns="45720" rIns="91440" bIns="45720" rtlCol="0" anchor="t">
            <a:normAutofit/>
          </a:bodyPr>
          <a:lstStyle/>
          <a:p>
            <a:pPr marL="342900" indent="-342900">
              <a:buFont typeface="Arial" panose="020B0604020202020204" pitchFamily="34" charset="0"/>
              <a:buChar char="•"/>
            </a:pPr>
            <a:r>
              <a:rPr lang="id-ID" sz="3200" dirty="0"/>
              <a:t>Model yang umum digunakan (seperti Regresi Logistik) kesulitan menangkap </a:t>
            </a:r>
            <a:r>
              <a:rPr lang="id-ID" sz="3200" b="1" dirty="0"/>
              <a:t>pola data yang kompleks (non-linear)</a:t>
            </a:r>
            <a:r>
              <a:rPr lang="id-ID" sz="3200" dirty="0"/>
              <a:t> dalam sepak bola.</a:t>
            </a:r>
          </a:p>
          <a:p>
            <a:pPr marL="342900" indent="-342900">
              <a:buFont typeface="Arial" panose="020B0604020202020204" pitchFamily="34" charset="0"/>
              <a:buChar char="•"/>
            </a:pPr>
            <a:r>
              <a:rPr lang="en-GB" sz="3200" dirty="0" err="1"/>
              <a:t>Namun</a:t>
            </a:r>
            <a:r>
              <a:rPr lang="en-GB" sz="3200" dirty="0"/>
              <a:t>, a</a:t>
            </a:r>
            <a:r>
              <a:rPr lang="id-ID" sz="3200" dirty="0" err="1"/>
              <a:t>lgoritma</a:t>
            </a:r>
            <a:r>
              <a:rPr lang="id-ID" sz="3200" dirty="0"/>
              <a:t> yang lebih </a:t>
            </a:r>
            <a:r>
              <a:rPr lang="en-GB" sz="3200" dirty="0" err="1"/>
              <a:t>baik</a:t>
            </a:r>
            <a:r>
              <a:rPr lang="en-GB" sz="3200" dirty="0"/>
              <a:t> </a:t>
            </a:r>
            <a:r>
              <a:rPr lang="en-GB" sz="3200" dirty="0" err="1"/>
              <a:t>menangkap</a:t>
            </a:r>
            <a:r>
              <a:rPr lang="en-GB" sz="3200" dirty="0"/>
              <a:t> </a:t>
            </a:r>
            <a:r>
              <a:rPr lang="en-GB" sz="3200" dirty="0" err="1"/>
              <a:t>pola</a:t>
            </a:r>
            <a:r>
              <a:rPr lang="en-GB" sz="3200" dirty="0"/>
              <a:t> data non-linear</a:t>
            </a:r>
            <a:r>
              <a:rPr lang="id-ID" sz="3200" dirty="0"/>
              <a:t> </a:t>
            </a:r>
            <a:r>
              <a:rPr lang="id-ID" sz="3200" dirty="0" err="1"/>
              <a:t>seringkali</a:t>
            </a:r>
            <a:r>
              <a:rPr lang="id-ID" sz="3200" dirty="0"/>
              <a:t> </a:t>
            </a:r>
            <a:r>
              <a:rPr lang="id-ID" sz="3200" b="1" dirty="0"/>
              <a:t>tidak efisien</a:t>
            </a:r>
            <a:r>
              <a:rPr lang="id-ID" sz="3200" dirty="0"/>
              <a:t> dan </a:t>
            </a:r>
            <a:r>
              <a:rPr lang="id-ID" sz="3200" b="1" dirty="0"/>
              <a:t>lambat</a:t>
            </a:r>
            <a:r>
              <a:rPr lang="id-ID" sz="3200" dirty="0"/>
              <a:t> saat dihadapkan pada volume data yang besar.</a:t>
            </a:r>
          </a:p>
        </p:txBody>
      </p:sp>
      <p:sp>
        <p:nvSpPr>
          <p:cNvPr id="9" name="Tampungan Nomor Slide 8">
            <a:extLst>
              <a:ext uri="{FF2B5EF4-FFF2-40B4-BE49-F238E27FC236}">
                <a16:creationId xmlns:a16="http://schemas.microsoft.com/office/drawing/2014/main" id="{5540E92C-7DD9-66B5-6A13-9DE217B996E2}"/>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10</a:t>
            </a:fld>
            <a:endParaRPr lang="id-ID"/>
          </a:p>
        </p:txBody>
      </p:sp>
    </p:spTree>
    <p:extLst>
      <p:ext uri="{BB962C8B-B14F-4D97-AF65-F5344CB8AC3E}">
        <p14:creationId xmlns:p14="http://schemas.microsoft.com/office/powerpoint/2010/main" val="24470191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F96F75DE-8A44-4EC5-83C6-95BDDF10DFD9}"/>
              </a:ext>
            </a:extLst>
          </p:cNvPr>
          <p:cNvSpPr>
            <a:spLocks noGrp="1"/>
          </p:cNvSpPr>
          <p:nvPr>
            <p:ph type="title"/>
          </p:nvPr>
        </p:nvSpPr>
        <p:spPr>
          <a:xfrm>
            <a:off x="1167492" y="522807"/>
            <a:ext cx="9779183" cy="1325563"/>
          </a:xfrm>
        </p:spPr>
        <p:txBody>
          <a:bodyPr rtlCol="0"/>
          <a:lstStyle/>
          <a:p>
            <a:pPr rtl="0"/>
            <a:r>
              <a:rPr lang="en-GB" sz="5400" dirty="0" err="1"/>
              <a:t>Rumusan</a:t>
            </a:r>
            <a:r>
              <a:rPr lang="en-GB" sz="5400" dirty="0"/>
              <a:t> </a:t>
            </a:r>
            <a:r>
              <a:rPr lang="en-GB" sz="5400" dirty="0" err="1"/>
              <a:t>Masalah</a:t>
            </a:r>
            <a:endParaRPr lang="id-ID" sz="5400" dirty="0"/>
          </a:p>
        </p:txBody>
      </p:sp>
      <p:sp>
        <p:nvSpPr>
          <p:cNvPr id="6" name="Tampungan Nomor Slide 5">
            <a:extLst>
              <a:ext uri="{FF2B5EF4-FFF2-40B4-BE49-F238E27FC236}">
                <a16:creationId xmlns:a16="http://schemas.microsoft.com/office/drawing/2014/main" id="{50B6C709-8794-DF4E-A15C-6E648F09DD12}"/>
              </a:ext>
            </a:extLst>
          </p:cNvPr>
          <p:cNvSpPr>
            <a:spLocks noGrp="1"/>
          </p:cNvSpPr>
          <p:nvPr>
            <p:ph type="sldNum" sz="quarter" idx="4"/>
          </p:nvPr>
        </p:nvSpPr>
        <p:spPr/>
        <p:txBody>
          <a:bodyPr rtlCol="0"/>
          <a:lstStyle/>
          <a:p>
            <a:pPr rtl="0"/>
            <a:fld id="{294A09A9-5501-47C1-A89A-A340965A2BE2}" type="slidenum">
              <a:rPr lang="id-ID" smtClean="0"/>
              <a:pPr rtl="0"/>
              <a:t>11</a:t>
            </a:fld>
            <a:endParaRPr lang="id-ID"/>
          </a:p>
        </p:txBody>
      </p:sp>
      <p:sp>
        <p:nvSpPr>
          <p:cNvPr id="8" name="Content Placeholder 7">
            <a:extLst>
              <a:ext uri="{FF2B5EF4-FFF2-40B4-BE49-F238E27FC236}">
                <a16:creationId xmlns:a16="http://schemas.microsoft.com/office/drawing/2014/main" id="{5378EF9A-6DF2-1B01-4D25-5907CD183193}"/>
              </a:ext>
            </a:extLst>
          </p:cNvPr>
          <p:cNvSpPr>
            <a:spLocks noGrp="1"/>
          </p:cNvSpPr>
          <p:nvPr>
            <p:ph idx="1"/>
          </p:nvPr>
        </p:nvSpPr>
        <p:spPr>
          <a:xfrm>
            <a:off x="1167493" y="2087563"/>
            <a:ext cx="9437007" cy="2687637"/>
          </a:xfrm>
        </p:spPr>
        <p:txBody>
          <a:bodyPr/>
          <a:lstStyle/>
          <a:p>
            <a:pPr marL="457200" indent="-457200">
              <a:buFont typeface="Arial" panose="020B0604020202020204" pitchFamily="34" charset="0"/>
              <a:buChar char="•"/>
            </a:pPr>
            <a:r>
              <a:rPr lang="sv-SE" sz="4000" dirty="0"/>
              <a:t>Bagaimana LightGBM dapat </a:t>
            </a:r>
            <a:r>
              <a:rPr lang="sv-SE" sz="3600" dirty="0"/>
              <a:t>meningkatkan</a:t>
            </a:r>
            <a:r>
              <a:rPr lang="sv-SE" sz="4000" dirty="0"/>
              <a:t> akurasi prediksi xG?</a:t>
            </a:r>
          </a:p>
          <a:p>
            <a:pPr marL="457200" indent="-457200">
              <a:buFont typeface="Arial" panose="020B0604020202020204" pitchFamily="34" charset="0"/>
              <a:buChar char="•"/>
            </a:pPr>
            <a:r>
              <a:rPr lang="pt-BR" sz="4000" dirty="0"/>
              <a:t>Seberapa efisien LightGBM dalam memproses data untuk prediksi xG?</a:t>
            </a:r>
            <a:endParaRPr lang="id-ID" sz="4000" dirty="0"/>
          </a:p>
        </p:txBody>
      </p:sp>
    </p:spTree>
    <p:extLst>
      <p:ext uri="{BB962C8B-B14F-4D97-AF65-F5344CB8AC3E}">
        <p14:creationId xmlns:p14="http://schemas.microsoft.com/office/powerpoint/2010/main" val="42129174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7A6F7BB-30A8-4980-AD4A-2FB0B53FA6C9}"/>
              </a:ext>
            </a:extLst>
          </p:cNvPr>
          <p:cNvSpPr>
            <a:spLocks noGrp="1"/>
          </p:cNvSpPr>
          <p:nvPr>
            <p:ph type="title"/>
          </p:nvPr>
        </p:nvSpPr>
        <p:spPr>
          <a:xfrm>
            <a:off x="750430" y="381000"/>
            <a:ext cx="10678142" cy="1325563"/>
          </a:xfrm>
        </p:spPr>
        <p:txBody>
          <a:bodyPr rtlCol="0"/>
          <a:lstStyle/>
          <a:p>
            <a:pPr rtl="0"/>
            <a:r>
              <a:rPr lang="en-GB" dirty="0"/>
              <a:t>Batasan </a:t>
            </a:r>
            <a:r>
              <a:rPr lang="en-GB" dirty="0" err="1"/>
              <a:t>Masalah</a:t>
            </a:r>
            <a:endParaRPr lang="id-ID" dirty="0"/>
          </a:p>
        </p:txBody>
      </p:sp>
      <p:sp>
        <p:nvSpPr>
          <p:cNvPr id="3" name="Tampungan Tanggal 2">
            <a:extLst>
              <a:ext uri="{FF2B5EF4-FFF2-40B4-BE49-F238E27FC236}">
                <a16:creationId xmlns:a16="http://schemas.microsoft.com/office/drawing/2014/main" id="{DF3B501F-5E7A-5D46-8856-A27912A21D96}"/>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4" name="Tampungan Kaki 3">
            <a:extLst>
              <a:ext uri="{FF2B5EF4-FFF2-40B4-BE49-F238E27FC236}">
                <a16:creationId xmlns:a16="http://schemas.microsoft.com/office/drawing/2014/main" id="{E9CE3E8F-3700-FE42-BA65-89071D20A786}"/>
              </a:ext>
            </a:extLst>
          </p:cNvPr>
          <p:cNvSpPr>
            <a:spLocks noGrp="1"/>
          </p:cNvSpPr>
          <p:nvPr>
            <p:ph type="ftr" sz="quarter" idx="26"/>
          </p:nvPr>
        </p:nvSpPr>
        <p:spPr>
          <a:xfrm>
            <a:off x="4038600" y="6356350"/>
            <a:ext cx="4114800" cy="365125"/>
          </a:xfrm>
        </p:spPr>
        <p:txBody>
          <a:bodyPr rtlCol="0"/>
          <a:lstStyle/>
          <a:p>
            <a:pPr rtl="0"/>
            <a:r>
              <a:rPr lang="id-ID"/>
              <a:t>JUDUL PRESENTASI</a:t>
            </a:r>
          </a:p>
        </p:txBody>
      </p:sp>
      <p:sp>
        <p:nvSpPr>
          <p:cNvPr id="5" name="Tampungan Nomor Slide 4">
            <a:extLst>
              <a:ext uri="{FF2B5EF4-FFF2-40B4-BE49-F238E27FC236}">
                <a16:creationId xmlns:a16="http://schemas.microsoft.com/office/drawing/2014/main" id="{352A2850-23AF-A249-8907-5DAF2E2D2269}"/>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12</a:t>
            </a:fld>
            <a:endParaRPr lang="id-ID"/>
          </a:p>
        </p:txBody>
      </p:sp>
      <p:sp>
        <p:nvSpPr>
          <p:cNvPr id="78" name="Content Placeholder 7">
            <a:extLst>
              <a:ext uri="{FF2B5EF4-FFF2-40B4-BE49-F238E27FC236}">
                <a16:creationId xmlns:a16="http://schemas.microsoft.com/office/drawing/2014/main" id="{B95C08ED-9EA2-79F4-DDA9-96FBA72A6227}"/>
              </a:ext>
            </a:extLst>
          </p:cNvPr>
          <p:cNvSpPr txBox="1">
            <a:spLocks/>
          </p:cNvSpPr>
          <p:nvPr/>
        </p:nvSpPr>
        <p:spPr>
          <a:xfrm>
            <a:off x="1167493" y="2087563"/>
            <a:ext cx="9437007"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sz="2400" dirty="0"/>
              <a:t>Penelitian ini hanya berfokus pada implementasi dan optimalisasi </a:t>
            </a:r>
            <a:r>
              <a:rPr lang="id-ID" sz="2400" b="1" dirty="0" err="1"/>
              <a:t>LightGBM</a:t>
            </a:r>
            <a:r>
              <a:rPr lang="en-GB" sz="2400" b="1" dirty="0"/>
              <a:t>.</a:t>
            </a:r>
          </a:p>
          <a:p>
            <a:pPr marL="457200" indent="-457200"/>
            <a:r>
              <a:rPr lang="id-ID" sz="2400" dirty="0"/>
              <a:t>Sumber data yang digunakan adalah </a:t>
            </a:r>
            <a:r>
              <a:rPr lang="id-ID" sz="2400" b="1" dirty="0" err="1"/>
              <a:t>StatsBomb</a:t>
            </a:r>
            <a:r>
              <a:rPr lang="id-ID" sz="2400" b="1" dirty="0"/>
              <a:t> Open Data</a:t>
            </a:r>
            <a:r>
              <a:rPr lang="id-ID" sz="2400" dirty="0"/>
              <a:t>.</a:t>
            </a:r>
            <a:endParaRPr lang="en-GB" sz="2400" dirty="0"/>
          </a:p>
          <a:p>
            <a:pPr marL="457200" indent="-457200"/>
            <a:r>
              <a:rPr lang="id-ID" sz="2400" dirty="0"/>
              <a:t>Sampel data hanya mencakup tembakan dari situasi </a:t>
            </a:r>
            <a:r>
              <a:rPr lang="id-ID" sz="2400" b="1" dirty="0"/>
              <a:t>permainan terbuka (</a:t>
            </a:r>
            <a:r>
              <a:rPr lang="id-ID" sz="2400" b="1" i="1" dirty="0"/>
              <a:t>open </a:t>
            </a:r>
            <a:r>
              <a:rPr lang="id-ID" sz="2400" b="1" i="1" dirty="0" err="1"/>
              <a:t>play</a:t>
            </a:r>
            <a:r>
              <a:rPr lang="id-ID" sz="2400" b="1" dirty="0"/>
              <a:t>)</a:t>
            </a:r>
            <a:r>
              <a:rPr lang="id-ID" sz="2400" dirty="0"/>
              <a:t>. Tembakan dari bola mati (penalti, tendangan bebas, dll.) tidak diikutsertakan.</a:t>
            </a:r>
            <a:endParaRPr lang="en-GB" sz="2400" dirty="0"/>
          </a:p>
          <a:p>
            <a:pPr marL="457200" indent="-457200"/>
            <a:r>
              <a:rPr lang="id-ID" sz="2400" dirty="0"/>
              <a:t>Kinerja model diukur secara spesifik menggunakan metrik </a:t>
            </a:r>
            <a:r>
              <a:rPr lang="id-ID" sz="2400" b="1" dirty="0"/>
              <a:t>ROC AUC, </a:t>
            </a:r>
            <a:r>
              <a:rPr lang="id-ID" sz="2400" b="1" dirty="0" err="1"/>
              <a:t>Brier</a:t>
            </a:r>
            <a:r>
              <a:rPr lang="id-ID" sz="2400" b="1" dirty="0"/>
              <a:t> </a:t>
            </a:r>
            <a:r>
              <a:rPr lang="id-ID" sz="2400" b="1" dirty="0" err="1"/>
              <a:t>Score</a:t>
            </a:r>
            <a:r>
              <a:rPr lang="id-ID" sz="2400" b="1" dirty="0"/>
              <a:t>, Presisi, </a:t>
            </a:r>
            <a:r>
              <a:rPr lang="id-ID" sz="2400" b="1" dirty="0" err="1"/>
              <a:t>Recall</a:t>
            </a:r>
            <a:r>
              <a:rPr lang="id-ID" sz="2400" b="1" dirty="0"/>
              <a:t>, F1-Score, Log-</a:t>
            </a:r>
            <a:r>
              <a:rPr lang="id-ID" sz="2400" b="1" dirty="0" err="1"/>
              <a:t>Loss</a:t>
            </a:r>
            <a:r>
              <a:rPr lang="id-ID" sz="2400" b="1" dirty="0"/>
              <a:t>,</a:t>
            </a:r>
            <a:r>
              <a:rPr lang="id-ID" sz="2400" dirty="0"/>
              <a:t> dan </a:t>
            </a:r>
            <a:r>
              <a:rPr lang="id-ID" sz="2400" b="1" dirty="0"/>
              <a:t>waktu pemrosesan</a:t>
            </a:r>
            <a:r>
              <a:rPr lang="id-ID" sz="2400" dirty="0"/>
              <a:t>.</a:t>
            </a:r>
          </a:p>
        </p:txBody>
      </p:sp>
    </p:spTree>
    <p:extLst>
      <p:ext uri="{BB962C8B-B14F-4D97-AF65-F5344CB8AC3E}">
        <p14:creationId xmlns:p14="http://schemas.microsoft.com/office/powerpoint/2010/main" val="33962667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8460295B-54B9-4937-90E3-BAB9CE69E30B}"/>
              </a:ext>
            </a:extLst>
          </p:cNvPr>
          <p:cNvSpPr>
            <a:spLocks noGrp="1"/>
          </p:cNvSpPr>
          <p:nvPr>
            <p:ph type="ctrTitle"/>
          </p:nvPr>
        </p:nvSpPr>
        <p:spPr>
          <a:xfrm>
            <a:off x="722994" y="1221850"/>
            <a:ext cx="6245912" cy="832900"/>
          </a:xfrm>
        </p:spPr>
        <p:txBody>
          <a:bodyPr rtlCol="0"/>
          <a:lstStyle/>
          <a:p>
            <a:pPr rtl="0"/>
            <a:r>
              <a:rPr lang="en-GB" dirty="0"/>
              <a:t>Tujuan </a:t>
            </a:r>
            <a:r>
              <a:rPr lang="en-GB" dirty="0" err="1"/>
              <a:t>Penelitian</a:t>
            </a:r>
            <a:endParaRPr lang="id-ID" dirty="0"/>
          </a:p>
        </p:txBody>
      </p:sp>
      <p:sp>
        <p:nvSpPr>
          <p:cNvPr id="4" name="Tampungan Teks 3">
            <a:extLst>
              <a:ext uri="{FF2B5EF4-FFF2-40B4-BE49-F238E27FC236}">
                <a16:creationId xmlns:a16="http://schemas.microsoft.com/office/drawing/2014/main" id="{D51A6D85-3837-435F-A342-5A3F98172B12}"/>
              </a:ext>
            </a:extLst>
          </p:cNvPr>
          <p:cNvSpPr>
            <a:spLocks noGrp="1"/>
          </p:cNvSpPr>
          <p:nvPr>
            <p:ph type="subTitle" idx="1"/>
          </p:nvPr>
        </p:nvSpPr>
        <p:spPr>
          <a:xfrm>
            <a:off x="722994" y="2624675"/>
            <a:ext cx="6245912" cy="2595025"/>
          </a:xfrm>
        </p:spPr>
        <p:txBody>
          <a:bodyPr vert="horz" lIns="91440" tIns="45720" rIns="91440" bIns="45720" rtlCol="0" anchor="t">
            <a:normAutofit fontScale="92500" lnSpcReduction="10000"/>
          </a:bodyPr>
          <a:lstStyle/>
          <a:p>
            <a:pPr marL="457200" indent="-457200">
              <a:buFont typeface="Arial" panose="020B0604020202020204" pitchFamily="34" charset="0"/>
              <a:buChar char="•"/>
            </a:pPr>
            <a:r>
              <a:rPr lang="id-ID" sz="2400" dirty="0"/>
              <a:t>Mengimplementasikan algoritma </a:t>
            </a:r>
            <a:r>
              <a:rPr lang="id-ID" sz="2400" dirty="0" err="1"/>
              <a:t>LightGBM</a:t>
            </a:r>
            <a:r>
              <a:rPr lang="id-ID" sz="2400" dirty="0"/>
              <a:t> untuk membangun model prediksi </a:t>
            </a:r>
            <a:r>
              <a:rPr lang="id-ID" sz="2400" dirty="0" err="1"/>
              <a:t>xG</a:t>
            </a:r>
            <a:r>
              <a:rPr lang="en-GB" sz="2400" dirty="0"/>
              <a:t>.</a:t>
            </a:r>
          </a:p>
          <a:p>
            <a:pPr marL="457200" indent="-457200">
              <a:buFont typeface="Arial" panose="020B0604020202020204" pitchFamily="34" charset="0"/>
              <a:buChar char="•"/>
            </a:pPr>
            <a:r>
              <a:rPr lang="id-ID" sz="2400" dirty="0"/>
              <a:t>Mengukur </a:t>
            </a:r>
            <a:r>
              <a:rPr lang="id-ID" sz="2400" b="1" dirty="0"/>
              <a:t>tingkat akurasi</a:t>
            </a:r>
            <a:r>
              <a:rPr lang="id-ID" sz="2400" dirty="0"/>
              <a:t> prediksi model menggunakan serangkaian metrik yang telah ditentukan.</a:t>
            </a:r>
            <a:endParaRPr lang="en-GB" sz="2400" dirty="0"/>
          </a:p>
          <a:p>
            <a:pPr marL="457200" indent="-457200">
              <a:buFont typeface="Arial" panose="020B0604020202020204" pitchFamily="34" charset="0"/>
              <a:buChar char="•"/>
            </a:pPr>
            <a:r>
              <a:rPr lang="id-ID" sz="2400" dirty="0"/>
              <a:t>Mengukur </a:t>
            </a:r>
            <a:r>
              <a:rPr lang="id-ID" sz="2400" b="1" dirty="0"/>
              <a:t>efisiensi komputasi</a:t>
            </a:r>
            <a:r>
              <a:rPr lang="id-ID" sz="2400" dirty="0"/>
              <a:t> model berdasarkan waktu pemrosesan yang dibutuhkan.</a:t>
            </a:r>
            <a:endParaRPr lang="en-GB" sz="2400" dirty="0"/>
          </a:p>
          <a:p>
            <a:pPr marL="457200" indent="-457200">
              <a:buFont typeface="Arial" panose="020B0604020202020204" pitchFamily="34" charset="0"/>
              <a:buChar char="•"/>
            </a:pPr>
            <a:endParaRPr lang="id-ID" sz="2400" dirty="0"/>
          </a:p>
        </p:txBody>
      </p:sp>
    </p:spTree>
    <p:extLst>
      <p:ext uri="{BB962C8B-B14F-4D97-AF65-F5344CB8AC3E}">
        <p14:creationId xmlns:p14="http://schemas.microsoft.com/office/powerpoint/2010/main" val="34467973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DD0B6389-2374-4677-B8BB-59410CCC32FD}"/>
              </a:ext>
            </a:extLst>
          </p:cNvPr>
          <p:cNvSpPr>
            <a:spLocks noGrp="1"/>
          </p:cNvSpPr>
          <p:nvPr>
            <p:ph type="title"/>
          </p:nvPr>
        </p:nvSpPr>
        <p:spPr>
          <a:xfrm>
            <a:off x="1167492" y="381001"/>
            <a:ext cx="9779183" cy="1262062"/>
          </a:xfrm>
        </p:spPr>
        <p:txBody>
          <a:bodyPr rtlCol="0">
            <a:normAutofit fontScale="90000"/>
          </a:bodyPr>
          <a:lstStyle/>
          <a:p>
            <a:pPr rtl="0"/>
            <a:r>
              <a:rPr lang="en-GB" dirty="0" err="1"/>
              <a:t>Landasan</a:t>
            </a:r>
            <a:r>
              <a:rPr lang="en-GB" dirty="0"/>
              <a:t> Teori</a:t>
            </a:r>
            <a:br>
              <a:rPr lang="en-GB" dirty="0"/>
            </a:br>
            <a:r>
              <a:rPr lang="en-GB" b="0" i="1" dirty="0" err="1"/>
              <a:t>Analisis</a:t>
            </a:r>
            <a:r>
              <a:rPr lang="en-GB" b="0" i="1" dirty="0"/>
              <a:t> </a:t>
            </a:r>
            <a:r>
              <a:rPr lang="en-GB" b="0" i="1" dirty="0" err="1"/>
              <a:t>Sepak</a:t>
            </a:r>
            <a:r>
              <a:rPr lang="en-GB" b="0" i="1" dirty="0"/>
              <a:t> Bola</a:t>
            </a:r>
            <a:endParaRPr lang="id-ID" b="0" i="1" dirty="0"/>
          </a:p>
        </p:txBody>
      </p:sp>
      <p:sp>
        <p:nvSpPr>
          <p:cNvPr id="13" name="TextBox 12">
            <a:extLst>
              <a:ext uri="{FF2B5EF4-FFF2-40B4-BE49-F238E27FC236}">
                <a16:creationId xmlns:a16="http://schemas.microsoft.com/office/drawing/2014/main" id="{3B2B8A14-1FBE-5215-CF2B-905D2837E291}"/>
              </a:ext>
            </a:extLst>
          </p:cNvPr>
          <p:cNvSpPr txBox="1"/>
          <p:nvPr/>
        </p:nvSpPr>
        <p:spPr>
          <a:xfrm>
            <a:off x="792776" y="1720840"/>
            <a:ext cx="10312759" cy="4893647"/>
          </a:xfrm>
          <a:prstGeom prst="rect">
            <a:avLst/>
          </a:prstGeom>
          <a:noFill/>
        </p:spPr>
        <p:txBody>
          <a:bodyPr wrap="square">
            <a:spAutoFit/>
          </a:bodyPr>
          <a:lstStyle/>
          <a:p>
            <a:r>
              <a:rPr lang="id-ID" sz="2400" dirty="0"/>
              <a:t>Analisis sepak bola adalah proses pengolahan data untuk mendapatkan keunggulan kompetitif, baik untuk meningkatkan performa tim maupun untuk tujuan ekonomi.</a:t>
            </a:r>
          </a:p>
          <a:p>
            <a:r>
              <a:rPr lang="id-ID" sz="2400" b="1" dirty="0"/>
              <a:t>Tujuan Utama:</a:t>
            </a:r>
            <a:endParaRPr lang="id-ID" sz="2400" dirty="0"/>
          </a:p>
          <a:p>
            <a:pPr marL="342900" indent="-342900">
              <a:buFont typeface="Arial" panose="020B0604020202020204" pitchFamily="34" charset="0"/>
              <a:buChar char="•"/>
            </a:pPr>
            <a:r>
              <a:rPr lang="id-ID" sz="2400" dirty="0"/>
              <a:t>Mengubah data menjadi wawasan strategis.</a:t>
            </a:r>
          </a:p>
          <a:p>
            <a:pPr marL="342900" indent="-342900">
              <a:buFont typeface="Arial" panose="020B0604020202020204" pitchFamily="34" charset="0"/>
              <a:buChar char="•"/>
            </a:pPr>
            <a:r>
              <a:rPr lang="id-ID" sz="2400" dirty="0"/>
              <a:t>Mengurangi </a:t>
            </a:r>
            <a:r>
              <a:rPr lang="id-ID" sz="2400" dirty="0" err="1"/>
              <a:t>subjektivitas</a:t>
            </a:r>
            <a:r>
              <a:rPr lang="id-ID" sz="2400" dirty="0"/>
              <a:t> dalam pengambilan keputusan.</a:t>
            </a:r>
          </a:p>
          <a:p>
            <a:r>
              <a:rPr lang="id-ID" sz="2400" b="1" dirty="0"/>
              <a:t>Jenis Data yang Digunakan:</a:t>
            </a:r>
            <a:endParaRPr lang="id-ID" sz="2400" dirty="0"/>
          </a:p>
          <a:p>
            <a:pPr marL="342900" indent="-342900">
              <a:buFont typeface="Arial" panose="020B0604020202020204" pitchFamily="34" charset="0"/>
              <a:buChar char="•"/>
            </a:pPr>
            <a:r>
              <a:rPr lang="id-ID" sz="2400" b="1" dirty="0"/>
              <a:t>Data Peristiwa (Event):</a:t>
            </a:r>
            <a:r>
              <a:rPr lang="id-ID" sz="2400" dirty="0"/>
              <a:t> Mencatat semua aksi terkait bola seperti tembakan, umpan, dan tekel.</a:t>
            </a:r>
          </a:p>
          <a:p>
            <a:pPr marL="342900" indent="-342900">
              <a:buFont typeface="Arial" panose="020B0604020202020204" pitchFamily="34" charset="0"/>
              <a:buChar char="•"/>
            </a:pPr>
            <a:r>
              <a:rPr lang="id-ID" sz="2400" b="1" dirty="0"/>
              <a:t>Data Pelacakan (</a:t>
            </a:r>
            <a:r>
              <a:rPr lang="id-ID" sz="2400" b="1" dirty="0" err="1"/>
              <a:t>Tracking</a:t>
            </a:r>
            <a:r>
              <a:rPr lang="id-ID" sz="2400" b="1" dirty="0"/>
              <a:t>):</a:t>
            </a:r>
            <a:r>
              <a:rPr lang="id-ID" sz="2400" dirty="0"/>
              <a:t> Merekam pergerakan setiap pemain di lapangan untuk analisis taktis.</a:t>
            </a:r>
          </a:p>
          <a:p>
            <a:pPr marL="342900" indent="-342900">
              <a:buFont typeface="Arial" panose="020B0604020202020204" pitchFamily="34" charset="0"/>
              <a:buChar char="•"/>
            </a:pPr>
            <a:r>
              <a:rPr lang="id-ID" sz="2400" b="1" dirty="0"/>
              <a:t>Data GPS:</a:t>
            </a:r>
            <a:r>
              <a:rPr lang="id-ID" sz="2400" dirty="0"/>
              <a:t> Mengukur aktivitas fisik pemain, seperti jarak tempuh dan intensitas lari</a:t>
            </a:r>
            <a:r>
              <a:rPr lang="en-GB" sz="2400" dirty="0"/>
              <a:t>. DLL</a:t>
            </a:r>
            <a:endParaRPr lang="id-ID" sz="2400" dirty="0"/>
          </a:p>
        </p:txBody>
      </p:sp>
    </p:spTree>
    <p:extLst>
      <p:ext uri="{BB962C8B-B14F-4D97-AF65-F5344CB8AC3E}">
        <p14:creationId xmlns:p14="http://schemas.microsoft.com/office/powerpoint/2010/main" val="7002092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7A6F7BB-30A8-4980-AD4A-2FB0B53FA6C9}"/>
              </a:ext>
            </a:extLst>
          </p:cNvPr>
          <p:cNvSpPr>
            <a:spLocks noGrp="1"/>
          </p:cNvSpPr>
          <p:nvPr>
            <p:ph type="title"/>
          </p:nvPr>
        </p:nvSpPr>
        <p:spPr>
          <a:xfrm>
            <a:off x="750430" y="381001"/>
            <a:ext cx="8401624" cy="800100"/>
          </a:xfrm>
        </p:spPr>
        <p:txBody>
          <a:bodyPr rtlCol="0"/>
          <a:lstStyle/>
          <a:p>
            <a:pPr rtl="0"/>
            <a:r>
              <a:rPr lang="en-GB" dirty="0" err="1"/>
              <a:t>Landasan</a:t>
            </a:r>
            <a:r>
              <a:rPr lang="en-GB" dirty="0"/>
              <a:t> Teori</a:t>
            </a:r>
            <a:endParaRPr lang="id-ID" dirty="0"/>
          </a:p>
        </p:txBody>
      </p:sp>
      <p:sp>
        <p:nvSpPr>
          <p:cNvPr id="30" name="Content Placeholder 7">
            <a:extLst>
              <a:ext uri="{FF2B5EF4-FFF2-40B4-BE49-F238E27FC236}">
                <a16:creationId xmlns:a16="http://schemas.microsoft.com/office/drawing/2014/main" id="{3356F53D-93D5-F6C0-E8ED-84F1016A46C5}"/>
              </a:ext>
            </a:extLst>
          </p:cNvPr>
          <p:cNvSpPr txBox="1">
            <a:spLocks/>
          </p:cNvSpPr>
          <p:nvPr/>
        </p:nvSpPr>
        <p:spPr>
          <a:xfrm>
            <a:off x="296406" y="1785144"/>
            <a:ext cx="9341080" cy="4296342"/>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b="1" dirty="0" err="1"/>
              <a:t>xG</a:t>
            </a:r>
            <a:r>
              <a:rPr lang="id-ID" dirty="0"/>
              <a:t> adalah metrik untuk mengukur </a:t>
            </a:r>
            <a:r>
              <a:rPr lang="id-ID" b="1" dirty="0"/>
              <a:t>kualitas sebuah peluang tembakan</a:t>
            </a:r>
            <a:r>
              <a:rPr lang="en-GB" b="1" dirty="0"/>
              <a:t> </a:t>
            </a:r>
            <a:r>
              <a:rPr lang="en-GB" b="1" dirty="0" err="1"/>
              <a:t>menggunakan</a:t>
            </a:r>
            <a:r>
              <a:rPr lang="en-GB" b="1" dirty="0"/>
              <a:t> </a:t>
            </a:r>
            <a:r>
              <a:rPr lang="en-GB" b="1" dirty="0" err="1"/>
              <a:t>probabilitas</a:t>
            </a:r>
            <a:r>
              <a:rPr lang="id-ID" dirty="0"/>
              <a:t>.</a:t>
            </a:r>
            <a:endParaRPr lang="en-GB" dirty="0"/>
          </a:p>
          <a:p>
            <a:pPr marL="457200" indent="-457200"/>
            <a:r>
              <a:rPr lang="en-GB" dirty="0"/>
              <a:t>Pada </a:t>
            </a:r>
            <a:r>
              <a:rPr lang="en-GB" dirty="0" err="1"/>
              <a:t>umumnya</a:t>
            </a:r>
            <a:r>
              <a:rPr lang="en-GB" dirty="0"/>
              <a:t> </a:t>
            </a:r>
            <a:r>
              <a:rPr lang="id-ID" dirty="0"/>
              <a:t>Model </a:t>
            </a:r>
            <a:r>
              <a:rPr lang="id-ID" dirty="0" err="1"/>
              <a:t>xG</a:t>
            </a:r>
            <a:r>
              <a:rPr lang="id-ID" dirty="0"/>
              <a:t> menganalisis ribuan data tembakan historis dengan mempertimbangkan berbagai faktor, seperti:</a:t>
            </a:r>
            <a:endParaRPr lang="en-GB" dirty="0"/>
          </a:p>
          <a:p>
            <a:pPr lvl="1"/>
            <a:r>
              <a:rPr lang="id-ID" dirty="0"/>
              <a:t>Jarak dan sudut tembakan</a:t>
            </a:r>
          </a:p>
          <a:p>
            <a:pPr lvl="1"/>
            <a:r>
              <a:rPr lang="id-ID" dirty="0"/>
              <a:t>Bagian tubuh yang digunakan (kaki atau kepala)</a:t>
            </a:r>
          </a:p>
          <a:p>
            <a:pPr lvl="1"/>
            <a:r>
              <a:rPr lang="id-ID" dirty="0"/>
              <a:t>Jenis permainan yang mendahului tembakan (umpan terobosan, dll.). (</a:t>
            </a:r>
            <a:r>
              <a:rPr lang="id-ID" dirty="0" err="1"/>
              <a:t>Olvera-Rojas</a:t>
            </a:r>
            <a:r>
              <a:rPr lang="id-ID" dirty="0"/>
              <a:t> </a:t>
            </a:r>
            <a:r>
              <a:rPr lang="id-ID" dirty="0" err="1"/>
              <a:t>et</a:t>
            </a:r>
            <a:r>
              <a:rPr lang="id-ID" dirty="0"/>
              <a:t> </a:t>
            </a:r>
            <a:r>
              <a:rPr lang="id-ID" dirty="0" err="1"/>
              <a:t>al.</a:t>
            </a:r>
            <a:r>
              <a:rPr lang="id-ID" dirty="0"/>
              <a:t>, 2023).</a:t>
            </a:r>
          </a:p>
          <a:p>
            <a:pPr marL="457200" indent="-457200"/>
            <a:endParaRPr lang="id-ID" dirty="0"/>
          </a:p>
        </p:txBody>
      </p:sp>
      <p:sp>
        <p:nvSpPr>
          <p:cNvPr id="32" name="Judul 1">
            <a:extLst>
              <a:ext uri="{FF2B5EF4-FFF2-40B4-BE49-F238E27FC236}">
                <a16:creationId xmlns:a16="http://schemas.microsoft.com/office/drawing/2014/main" id="{B27BB883-ED93-314A-0678-70F078C6176D}"/>
              </a:ext>
            </a:extLst>
          </p:cNvPr>
          <p:cNvSpPr txBox="1">
            <a:spLocks/>
          </p:cNvSpPr>
          <p:nvPr/>
        </p:nvSpPr>
        <p:spPr>
          <a:xfrm>
            <a:off x="750430" y="1181101"/>
            <a:ext cx="8401624" cy="444499"/>
          </a:xfrm>
          <a:prstGeom prst="rect">
            <a:avLst/>
          </a:prstGeom>
        </p:spPr>
        <p:txBody>
          <a:bodyPr vert="horz" lIns="0" tIns="45720" rIns="91440" bIns="45720" rtlCol="0" anchor="b">
            <a:noAutofit/>
          </a:bodyPr>
          <a:lstStyle>
            <a:lvl1pPr algn="l" defTabSz="914400" rtl="0" eaLnBrk="1" latinLnBrk="0" hangingPunct="1">
              <a:lnSpc>
                <a:spcPct val="90000"/>
              </a:lnSpc>
              <a:spcBef>
                <a:spcPct val="0"/>
              </a:spcBef>
              <a:buNone/>
              <a:defRPr sz="4800" b="1" kern="1200">
                <a:solidFill>
                  <a:schemeClr val="tx1"/>
                </a:solidFill>
                <a:latin typeface="+mj-lt"/>
                <a:ea typeface="+mj-ea"/>
                <a:cs typeface="+mj-cs"/>
              </a:defRPr>
            </a:lvl1pPr>
          </a:lstStyle>
          <a:p>
            <a:r>
              <a:rPr lang="en-GB" sz="4000" b="0" i="1" dirty="0"/>
              <a:t>Expected Goals (</a:t>
            </a:r>
            <a:r>
              <a:rPr lang="en-GB" sz="4000" b="0" i="1" dirty="0" err="1"/>
              <a:t>xG</a:t>
            </a:r>
            <a:r>
              <a:rPr lang="en-GB" sz="4000" b="0" i="1" dirty="0"/>
              <a:t>)</a:t>
            </a:r>
            <a:endParaRPr lang="id-ID" sz="4000" b="0" i="1" dirty="0"/>
          </a:p>
        </p:txBody>
      </p:sp>
    </p:spTree>
    <p:extLst>
      <p:ext uri="{BB962C8B-B14F-4D97-AF65-F5344CB8AC3E}">
        <p14:creationId xmlns:p14="http://schemas.microsoft.com/office/powerpoint/2010/main" val="33356902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8F11B-AB1F-36A2-9541-071E58C65026}"/>
            </a:ext>
          </a:extLst>
        </p:cNvPr>
        <p:cNvGrpSpPr/>
        <p:nvPr/>
      </p:nvGrpSpPr>
      <p:grpSpPr>
        <a:xfrm>
          <a:off x="0" y="0"/>
          <a:ext cx="0" cy="0"/>
          <a:chOff x="0" y="0"/>
          <a:chExt cx="0" cy="0"/>
        </a:xfrm>
      </p:grpSpPr>
      <p:sp>
        <p:nvSpPr>
          <p:cNvPr id="3" name="Tampungan Tanggal 2">
            <a:extLst>
              <a:ext uri="{FF2B5EF4-FFF2-40B4-BE49-F238E27FC236}">
                <a16:creationId xmlns:a16="http://schemas.microsoft.com/office/drawing/2014/main" id="{1F0A7994-0AFC-7AA4-C729-A5AB30609F6F}"/>
              </a:ext>
            </a:extLst>
          </p:cNvPr>
          <p:cNvSpPr>
            <a:spLocks noGrp="1"/>
          </p:cNvSpPr>
          <p:nvPr>
            <p:ph type="dt" sz="half" idx="10"/>
          </p:nvPr>
        </p:nvSpPr>
        <p:spPr/>
        <p:txBody>
          <a:bodyPr rtlCol="0"/>
          <a:lstStyle/>
          <a:p>
            <a:pPr rtl="0"/>
            <a:fld id="{A808DD98-197B-46F5-A6AA-BDA332D7E685}" type="datetime1">
              <a:rPr lang="id-ID" smtClean="0"/>
              <a:t>06/11/2025</a:t>
            </a:fld>
            <a:endParaRPr lang="id-ID"/>
          </a:p>
        </p:txBody>
      </p:sp>
      <p:sp>
        <p:nvSpPr>
          <p:cNvPr id="4" name="Tampungan Kaki 3">
            <a:extLst>
              <a:ext uri="{FF2B5EF4-FFF2-40B4-BE49-F238E27FC236}">
                <a16:creationId xmlns:a16="http://schemas.microsoft.com/office/drawing/2014/main" id="{58FFB98C-CFF5-B9FA-9A41-DD916B870D49}"/>
              </a:ext>
            </a:extLst>
          </p:cNvPr>
          <p:cNvSpPr>
            <a:spLocks noGrp="1"/>
          </p:cNvSpPr>
          <p:nvPr>
            <p:ph type="ftr" sz="quarter" idx="11"/>
          </p:nvPr>
        </p:nvSpPr>
        <p:spPr/>
        <p:txBody>
          <a:bodyPr rtlCol="0"/>
          <a:lstStyle/>
          <a:p>
            <a:pPr rtl="0"/>
            <a:r>
              <a:rPr lang="en-GB" sz="2000" dirty="0" err="1"/>
              <a:t>Opta</a:t>
            </a:r>
            <a:r>
              <a:rPr lang="en-GB" sz="2000" dirty="0"/>
              <a:t> (2023)</a:t>
            </a:r>
            <a:endParaRPr lang="id-ID" sz="2000" dirty="0"/>
          </a:p>
        </p:txBody>
      </p:sp>
      <p:sp>
        <p:nvSpPr>
          <p:cNvPr id="5" name="Tampungan Nomor Slide 4">
            <a:extLst>
              <a:ext uri="{FF2B5EF4-FFF2-40B4-BE49-F238E27FC236}">
                <a16:creationId xmlns:a16="http://schemas.microsoft.com/office/drawing/2014/main" id="{8D782479-0704-A2C9-CB87-89344E5169EE}"/>
              </a:ext>
            </a:extLst>
          </p:cNvPr>
          <p:cNvSpPr>
            <a:spLocks noGrp="1"/>
          </p:cNvSpPr>
          <p:nvPr>
            <p:ph type="sldNum" sz="quarter" idx="12"/>
          </p:nvPr>
        </p:nvSpPr>
        <p:spPr/>
        <p:txBody>
          <a:bodyPr rtlCol="0"/>
          <a:lstStyle/>
          <a:p>
            <a:pPr rtl="0"/>
            <a:fld id="{294A09A9-5501-47C1-A89A-A340965A2BE2}" type="slidenum">
              <a:rPr lang="id-ID" smtClean="0"/>
              <a:pPr rtl="0"/>
              <a:t>16</a:t>
            </a:fld>
            <a:endParaRPr lang="id-ID"/>
          </a:p>
        </p:txBody>
      </p:sp>
      <p:pic>
        <p:nvPicPr>
          <p:cNvPr id="33" name="Picture 32" descr="Alexis Sanchez expected goals (xG) map 2022-23">
            <a:extLst>
              <a:ext uri="{FF2B5EF4-FFF2-40B4-BE49-F238E27FC236}">
                <a16:creationId xmlns:a16="http://schemas.microsoft.com/office/drawing/2014/main" id="{8E2FB1A2-49A7-E85E-D4F3-2E05EE71843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1073" y="136525"/>
            <a:ext cx="8293100" cy="6219825"/>
          </a:xfrm>
          <a:prstGeom prst="rect">
            <a:avLst/>
          </a:prstGeom>
          <a:noFill/>
          <a:ln>
            <a:noFill/>
          </a:ln>
        </p:spPr>
      </p:pic>
    </p:spTree>
    <p:extLst>
      <p:ext uri="{BB962C8B-B14F-4D97-AF65-F5344CB8AC3E}">
        <p14:creationId xmlns:p14="http://schemas.microsoft.com/office/powerpoint/2010/main" val="3939626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79A70-61E0-55D5-4802-32F7DA53AE9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12486948-7E20-F333-C541-77AC481A1D02}"/>
              </a:ext>
            </a:extLst>
          </p:cNvPr>
          <p:cNvSpPr>
            <a:spLocks noGrp="1"/>
          </p:cNvSpPr>
          <p:nvPr>
            <p:ph type="title"/>
          </p:nvPr>
        </p:nvSpPr>
        <p:spPr>
          <a:xfrm>
            <a:off x="1167492" y="381001"/>
            <a:ext cx="9779183" cy="1262062"/>
          </a:xfrm>
        </p:spPr>
        <p:txBody>
          <a:bodyPr rtlCol="0">
            <a:normAutofit fontScale="90000"/>
          </a:bodyPr>
          <a:lstStyle/>
          <a:p>
            <a:pPr rtl="0"/>
            <a:r>
              <a:rPr lang="en-GB" dirty="0" err="1"/>
              <a:t>Landasan</a:t>
            </a:r>
            <a:r>
              <a:rPr lang="en-GB" dirty="0"/>
              <a:t> Teori</a:t>
            </a:r>
            <a:br>
              <a:rPr lang="en-GB" dirty="0"/>
            </a:br>
            <a:r>
              <a:rPr lang="en-GB" b="0" i="1" dirty="0" err="1"/>
              <a:t>LightGBM</a:t>
            </a:r>
            <a:endParaRPr lang="id-ID" b="0" i="1" dirty="0"/>
          </a:p>
        </p:txBody>
      </p:sp>
      <p:sp>
        <p:nvSpPr>
          <p:cNvPr id="13" name="TextBox 12">
            <a:extLst>
              <a:ext uri="{FF2B5EF4-FFF2-40B4-BE49-F238E27FC236}">
                <a16:creationId xmlns:a16="http://schemas.microsoft.com/office/drawing/2014/main" id="{828740FB-DA8F-326F-65EC-821E520DA2DC}"/>
              </a:ext>
            </a:extLst>
          </p:cNvPr>
          <p:cNvSpPr txBox="1"/>
          <p:nvPr/>
        </p:nvSpPr>
        <p:spPr>
          <a:xfrm>
            <a:off x="792776" y="1720840"/>
            <a:ext cx="6740139" cy="3416320"/>
          </a:xfrm>
          <a:prstGeom prst="rect">
            <a:avLst/>
          </a:prstGeom>
          <a:noFill/>
        </p:spPr>
        <p:txBody>
          <a:bodyPr wrap="square">
            <a:spAutoFit/>
          </a:bodyPr>
          <a:lstStyle/>
          <a:p>
            <a:pPr marL="342900" indent="-342900">
              <a:buFont typeface="Arial" panose="020B0604020202020204" pitchFamily="34" charset="0"/>
              <a:buChar char="•"/>
            </a:pPr>
            <a:r>
              <a:rPr lang="id-ID" sz="2400" b="1" dirty="0" err="1"/>
              <a:t>LightGBM</a:t>
            </a:r>
            <a:r>
              <a:rPr lang="id-ID" sz="2400" dirty="0"/>
              <a:t> adalah algoritma </a:t>
            </a:r>
            <a:r>
              <a:rPr lang="id-ID" sz="2400" i="1" dirty="0" err="1"/>
              <a:t>machine</a:t>
            </a:r>
            <a:r>
              <a:rPr lang="id-ID" sz="2400" i="1" dirty="0"/>
              <a:t> </a:t>
            </a:r>
            <a:r>
              <a:rPr lang="id-ID" sz="2400" i="1" dirty="0" err="1"/>
              <a:t>learning</a:t>
            </a:r>
            <a:r>
              <a:rPr lang="id-ID" sz="2400" dirty="0"/>
              <a:t> yang dirancang secara khusus untuk mencapai </a:t>
            </a:r>
            <a:r>
              <a:rPr lang="id-ID" sz="2400" b="1" dirty="0"/>
              <a:t>kecepatan</a:t>
            </a:r>
            <a:r>
              <a:rPr lang="id-ID" sz="2400" dirty="0"/>
              <a:t> dan </a:t>
            </a:r>
            <a:r>
              <a:rPr lang="id-ID" sz="2400" b="1" dirty="0"/>
              <a:t>efisiensi</a:t>
            </a:r>
            <a:r>
              <a:rPr lang="id-ID" sz="2400" dirty="0"/>
              <a:t> yang sangat tinggi.</a:t>
            </a:r>
            <a:endParaRPr lang="en-GB" sz="2400" dirty="0"/>
          </a:p>
          <a:p>
            <a:pPr marL="342900" indent="-342900">
              <a:buFont typeface="Arial" panose="020B0604020202020204" pitchFamily="34" charset="0"/>
              <a:buChar char="•"/>
            </a:pPr>
            <a:r>
              <a:rPr lang="id-ID" sz="2400" dirty="0" err="1"/>
              <a:t>LightGBM</a:t>
            </a:r>
            <a:r>
              <a:rPr lang="id-ID" sz="2400" dirty="0"/>
              <a:t> menggunakan strategi pertumbuhan pohon yang disebut </a:t>
            </a:r>
            <a:r>
              <a:rPr lang="id-ID" sz="2400" b="1" i="1" dirty="0" err="1"/>
              <a:t>leaf-wise</a:t>
            </a:r>
            <a:r>
              <a:rPr lang="id-ID" sz="2400" dirty="0"/>
              <a:t>.</a:t>
            </a:r>
            <a:endParaRPr lang="en-GB" sz="2400" dirty="0"/>
          </a:p>
          <a:p>
            <a:pPr marL="342900" indent="-342900">
              <a:buFont typeface="Arial" panose="020B0604020202020204" pitchFamily="34" charset="0"/>
              <a:buChar char="•"/>
            </a:pPr>
            <a:r>
              <a:rPr lang="id-ID" sz="2400" dirty="0"/>
              <a:t>Apa Saja Inovasi Utamanya?</a:t>
            </a:r>
            <a:endParaRPr lang="en-GB" sz="2400" dirty="0"/>
          </a:p>
          <a:p>
            <a:pPr marL="800100" lvl="1" indent="-342900">
              <a:buFont typeface="Arial" panose="020B0604020202020204" pitchFamily="34" charset="0"/>
              <a:buChar char="•"/>
            </a:pPr>
            <a:r>
              <a:rPr lang="id-ID" sz="2400" b="1" dirty="0"/>
              <a:t>GOSS (</a:t>
            </a:r>
            <a:r>
              <a:rPr lang="id-ID" sz="2400" b="1" dirty="0" err="1"/>
              <a:t>Gradient-based</a:t>
            </a:r>
            <a:r>
              <a:rPr lang="id-ID" sz="2400" b="1" dirty="0"/>
              <a:t> One-</a:t>
            </a:r>
            <a:r>
              <a:rPr lang="id-ID" sz="2400" b="1" dirty="0" err="1"/>
              <a:t>Side</a:t>
            </a:r>
            <a:r>
              <a:rPr lang="id-ID" sz="2400" b="1" dirty="0"/>
              <a:t> Sampling)</a:t>
            </a:r>
            <a:endParaRPr lang="en-GB" sz="2400" b="1" dirty="0"/>
          </a:p>
          <a:p>
            <a:pPr marL="800100" lvl="1" indent="-342900">
              <a:buFont typeface="Arial" panose="020B0604020202020204" pitchFamily="34" charset="0"/>
              <a:buChar char="•"/>
            </a:pPr>
            <a:r>
              <a:rPr lang="id-ID" sz="2400" b="1" dirty="0"/>
              <a:t>EFB (</a:t>
            </a:r>
            <a:r>
              <a:rPr lang="id-ID" sz="2400" b="1" dirty="0" err="1"/>
              <a:t>Exclusive</a:t>
            </a:r>
            <a:r>
              <a:rPr lang="id-ID" sz="2400" b="1" dirty="0"/>
              <a:t> </a:t>
            </a:r>
            <a:r>
              <a:rPr lang="id-ID" sz="2400" b="1" dirty="0" err="1"/>
              <a:t>Feature</a:t>
            </a:r>
            <a:r>
              <a:rPr lang="id-ID" sz="2400" b="1" dirty="0"/>
              <a:t> </a:t>
            </a:r>
            <a:r>
              <a:rPr lang="id-ID" sz="2400" b="1" dirty="0" err="1"/>
              <a:t>Bundling</a:t>
            </a:r>
            <a:r>
              <a:rPr lang="id-ID" sz="2400" b="1" dirty="0"/>
              <a:t>)</a:t>
            </a:r>
            <a:endParaRPr lang="id-ID" sz="2400" dirty="0"/>
          </a:p>
        </p:txBody>
      </p:sp>
      <p:pic>
        <p:nvPicPr>
          <p:cNvPr id="3" name="Picture 2">
            <a:extLst>
              <a:ext uri="{FF2B5EF4-FFF2-40B4-BE49-F238E27FC236}">
                <a16:creationId xmlns:a16="http://schemas.microsoft.com/office/drawing/2014/main" id="{96895F7D-85DB-33E1-ECB0-1D289F92C32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37714" y="-5625"/>
            <a:ext cx="1553029" cy="6894714"/>
          </a:xfrm>
          <a:prstGeom prst="rect">
            <a:avLst/>
          </a:prstGeom>
          <a:solidFill>
            <a:schemeClr val="bg1"/>
          </a:solidFill>
          <a:ln>
            <a:noFill/>
          </a:ln>
        </p:spPr>
      </p:pic>
    </p:spTree>
    <p:extLst>
      <p:ext uri="{BB962C8B-B14F-4D97-AF65-F5344CB8AC3E}">
        <p14:creationId xmlns:p14="http://schemas.microsoft.com/office/powerpoint/2010/main" val="12230174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C9BD7-3D23-6F10-EF7E-7DC20D30792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21A8F7B-46EE-77F6-2550-6ABA371AFD50}"/>
              </a:ext>
            </a:extLst>
          </p:cNvPr>
          <p:cNvSpPr>
            <a:spLocks noGrp="1"/>
          </p:cNvSpPr>
          <p:nvPr>
            <p:ph type="title"/>
          </p:nvPr>
        </p:nvSpPr>
        <p:spPr>
          <a:xfrm>
            <a:off x="750430" y="381000"/>
            <a:ext cx="10678142" cy="1325563"/>
          </a:xfrm>
        </p:spPr>
        <p:txBody>
          <a:bodyPr rtlCol="0"/>
          <a:lstStyle/>
          <a:p>
            <a:pPr rtl="0"/>
            <a:r>
              <a:rPr lang="en-GB" dirty="0" err="1"/>
              <a:t>Landasan</a:t>
            </a:r>
            <a:r>
              <a:rPr lang="en-GB" dirty="0"/>
              <a:t> Teori</a:t>
            </a:r>
            <a:br>
              <a:rPr lang="en-GB" dirty="0"/>
            </a:br>
            <a:r>
              <a:rPr lang="en-GB" sz="4000" b="0" i="1" dirty="0"/>
              <a:t>Knowledge Discovery in Databases (KDD)</a:t>
            </a:r>
            <a:endParaRPr lang="id-ID" dirty="0"/>
          </a:p>
        </p:txBody>
      </p:sp>
      <p:sp>
        <p:nvSpPr>
          <p:cNvPr id="5" name="Tampungan Nomor Slide 4">
            <a:extLst>
              <a:ext uri="{FF2B5EF4-FFF2-40B4-BE49-F238E27FC236}">
                <a16:creationId xmlns:a16="http://schemas.microsoft.com/office/drawing/2014/main" id="{850C921C-D3AA-E132-ED29-DA456818059D}"/>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18</a:t>
            </a:fld>
            <a:endParaRPr lang="id-ID"/>
          </a:p>
        </p:txBody>
      </p:sp>
      <p:sp>
        <p:nvSpPr>
          <p:cNvPr id="78" name="Content Placeholder 7">
            <a:extLst>
              <a:ext uri="{FF2B5EF4-FFF2-40B4-BE49-F238E27FC236}">
                <a16:creationId xmlns:a16="http://schemas.microsoft.com/office/drawing/2014/main" id="{BC596EEE-E7DA-888F-8DD6-E1A326759936}"/>
              </a:ext>
            </a:extLst>
          </p:cNvPr>
          <p:cNvSpPr txBox="1">
            <a:spLocks/>
          </p:cNvSpPr>
          <p:nvPr/>
        </p:nvSpPr>
        <p:spPr>
          <a:xfrm>
            <a:off x="576258" y="1706563"/>
            <a:ext cx="6114726"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sz="2400" b="1" dirty="0"/>
              <a:t>KDD</a:t>
            </a:r>
            <a:r>
              <a:rPr lang="id-ID" sz="2400" dirty="0"/>
              <a:t> adalah kerangka kerja sistematis yang menjadi </a:t>
            </a:r>
            <a:r>
              <a:rPr lang="id-ID" sz="2400" b="1" dirty="0"/>
              <a:t>fondasi metodologi</a:t>
            </a:r>
            <a:r>
              <a:rPr lang="id-ID" sz="2400" dirty="0"/>
              <a:t> dalam penelitian ini, yang bertujuan untuk mengekstraksi pengetahuan berharga dari data mentah.</a:t>
            </a:r>
            <a:endParaRPr lang="en-GB" sz="2400" dirty="0"/>
          </a:p>
          <a:p>
            <a:pPr marL="457200" indent="-457200"/>
            <a:r>
              <a:rPr lang="fi-FI" sz="2400" dirty="0"/>
              <a:t>Penelitian ini mengikuti lima tahapan utama dari proses KDD:</a:t>
            </a:r>
          </a:p>
          <a:p>
            <a:pPr marL="914400" lvl="1" indent="-457200"/>
            <a:r>
              <a:rPr lang="id-ID" dirty="0" err="1"/>
              <a:t>Selection</a:t>
            </a:r>
            <a:endParaRPr lang="en-GB" dirty="0"/>
          </a:p>
          <a:p>
            <a:pPr marL="914400" lvl="1" indent="-457200"/>
            <a:r>
              <a:rPr lang="id-ID" dirty="0" err="1"/>
              <a:t>Preprocessing</a:t>
            </a:r>
            <a:endParaRPr lang="en-GB" dirty="0"/>
          </a:p>
          <a:p>
            <a:pPr marL="914400" lvl="1" indent="-457200"/>
            <a:r>
              <a:rPr lang="id-ID" dirty="0" err="1"/>
              <a:t>Transformation</a:t>
            </a:r>
            <a:endParaRPr lang="en-GB" dirty="0"/>
          </a:p>
          <a:p>
            <a:pPr marL="914400" lvl="1" indent="-457200"/>
            <a:r>
              <a:rPr lang="id-ID" dirty="0"/>
              <a:t>Data Mining</a:t>
            </a:r>
            <a:endParaRPr lang="en-GB" dirty="0"/>
          </a:p>
          <a:p>
            <a:pPr marL="914400" lvl="1" indent="-457200"/>
            <a:r>
              <a:rPr lang="id-ID" dirty="0" err="1"/>
              <a:t>Evaluation</a:t>
            </a:r>
            <a:endParaRPr lang="id-ID" dirty="0"/>
          </a:p>
        </p:txBody>
      </p:sp>
      <p:pic>
        <p:nvPicPr>
          <p:cNvPr id="6" name="Picture 5">
            <a:extLst>
              <a:ext uri="{FF2B5EF4-FFF2-40B4-BE49-F238E27FC236}">
                <a16:creationId xmlns:a16="http://schemas.microsoft.com/office/drawing/2014/main" id="{72A4BF18-0867-E679-D6E7-4573FA5056EB}"/>
              </a:ext>
            </a:extLst>
          </p:cNvPr>
          <p:cNvPicPr>
            <a:picLocks noChangeAspect="1"/>
          </p:cNvPicPr>
          <p:nvPr/>
        </p:nvPicPr>
        <p:blipFill>
          <a:blip r:embed="rId3"/>
          <a:stretch>
            <a:fillRect/>
          </a:stretch>
        </p:blipFill>
        <p:spPr>
          <a:xfrm>
            <a:off x="6865156" y="2188261"/>
            <a:ext cx="5326845" cy="2840939"/>
          </a:xfrm>
          <a:prstGeom prst="rect">
            <a:avLst/>
          </a:prstGeom>
        </p:spPr>
      </p:pic>
    </p:spTree>
    <p:extLst>
      <p:ext uri="{BB962C8B-B14F-4D97-AF65-F5344CB8AC3E}">
        <p14:creationId xmlns:p14="http://schemas.microsoft.com/office/powerpoint/2010/main" val="27634635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071F2-D49A-8D8F-16AC-670105CC1ADF}"/>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9C2DF271-131A-9D80-E79D-543F2EE5BB42}"/>
              </a:ext>
            </a:extLst>
          </p:cNvPr>
          <p:cNvSpPr>
            <a:spLocks noGrp="1"/>
          </p:cNvSpPr>
          <p:nvPr>
            <p:ph type="title"/>
          </p:nvPr>
        </p:nvSpPr>
        <p:spPr>
          <a:xfrm>
            <a:off x="750430" y="381000"/>
            <a:ext cx="10678142" cy="1325563"/>
          </a:xfrm>
        </p:spPr>
        <p:txBody>
          <a:bodyPr rtlCol="0"/>
          <a:lstStyle/>
          <a:p>
            <a:pPr rtl="0"/>
            <a:r>
              <a:rPr lang="en-GB" dirty="0" err="1"/>
              <a:t>Landasan</a:t>
            </a:r>
            <a:r>
              <a:rPr lang="en-GB" dirty="0"/>
              <a:t> Teori</a:t>
            </a:r>
            <a:br>
              <a:rPr lang="en-GB" dirty="0"/>
            </a:br>
            <a:r>
              <a:rPr lang="en-GB" sz="4000" b="0" i="1" dirty="0" err="1"/>
              <a:t>Metrik</a:t>
            </a:r>
            <a:r>
              <a:rPr lang="en-GB" sz="4000" b="0" i="1" dirty="0"/>
              <a:t> </a:t>
            </a:r>
            <a:r>
              <a:rPr lang="en-GB" sz="4000" b="0" i="1" dirty="0" err="1"/>
              <a:t>Evaluasi</a:t>
            </a:r>
            <a:endParaRPr lang="id-ID" dirty="0"/>
          </a:p>
        </p:txBody>
      </p:sp>
      <p:sp>
        <p:nvSpPr>
          <p:cNvPr id="5" name="Tampungan Nomor Slide 4">
            <a:extLst>
              <a:ext uri="{FF2B5EF4-FFF2-40B4-BE49-F238E27FC236}">
                <a16:creationId xmlns:a16="http://schemas.microsoft.com/office/drawing/2014/main" id="{D452FF7C-8A81-1907-30F7-6462CE7786AF}"/>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19</a:t>
            </a:fld>
            <a:endParaRPr lang="id-ID"/>
          </a:p>
        </p:txBody>
      </p:sp>
      <p:sp>
        <p:nvSpPr>
          <p:cNvPr id="78" name="Content Placeholder 7">
            <a:extLst>
              <a:ext uri="{FF2B5EF4-FFF2-40B4-BE49-F238E27FC236}">
                <a16:creationId xmlns:a16="http://schemas.microsoft.com/office/drawing/2014/main" id="{B0AF9827-6540-52AB-0787-D1DFFAA1D78B}"/>
              </a:ext>
            </a:extLst>
          </p:cNvPr>
          <p:cNvSpPr txBox="1">
            <a:spLocks/>
          </p:cNvSpPr>
          <p:nvPr/>
        </p:nvSpPr>
        <p:spPr>
          <a:xfrm>
            <a:off x="576258" y="1706563"/>
            <a:ext cx="6114726"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endParaRPr lang="id-ID" dirty="0"/>
          </a:p>
        </p:txBody>
      </p:sp>
      <p:sp>
        <p:nvSpPr>
          <p:cNvPr id="4" name="TextBox 3">
            <a:extLst>
              <a:ext uri="{FF2B5EF4-FFF2-40B4-BE49-F238E27FC236}">
                <a16:creationId xmlns:a16="http://schemas.microsoft.com/office/drawing/2014/main" id="{010F0EE2-151F-0E51-F3AE-2D9BAF052476}"/>
              </a:ext>
            </a:extLst>
          </p:cNvPr>
          <p:cNvSpPr txBox="1"/>
          <p:nvPr/>
        </p:nvSpPr>
        <p:spPr>
          <a:xfrm>
            <a:off x="750430" y="1749445"/>
            <a:ext cx="10273170" cy="4401205"/>
          </a:xfrm>
          <a:prstGeom prst="rect">
            <a:avLst/>
          </a:prstGeom>
          <a:noFill/>
        </p:spPr>
        <p:txBody>
          <a:bodyPr wrap="square">
            <a:spAutoFit/>
          </a:bodyPr>
          <a:lstStyle/>
          <a:p>
            <a:pPr algn="just">
              <a:buNone/>
            </a:pPr>
            <a:r>
              <a:rPr lang="id-ID" sz="2000" dirty="0"/>
              <a:t>Untuk mengukur kinerja model prediksi </a:t>
            </a:r>
            <a:r>
              <a:rPr lang="id-ID" sz="2000" dirty="0" err="1"/>
              <a:t>xG</a:t>
            </a:r>
            <a:r>
              <a:rPr lang="id-ID" sz="2000" dirty="0"/>
              <a:t>, digunakan beberapa metrik yang mengevaluasi dua aspek utama: </a:t>
            </a:r>
            <a:r>
              <a:rPr lang="id-ID" sz="2000" b="1" dirty="0"/>
              <a:t>akurasi probabilitas</a:t>
            </a:r>
            <a:r>
              <a:rPr lang="id-ID" sz="2000" dirty="0"/>
              <a:t> (seberapa akurat nilai </a:t>
            </a:r>
            <a:r>
              <a:rPr lang="id-ID" sz="2000" dirty="0" err="1"/>
              <a:t>xG</a:t>
            </a:r>
            <a:r>
              <a:rPr lang="id-ID" sz="2000" dirty="0"/>
              <a:t>) dan </a:t>
            </a:r>
            <a:r>
              <a:rPr lang="id-ID" sz="2000" b="1" dirty="0"/>
              <a:t>kemampuan klasifikasi</a:t>
            </a:r>
            <a:r>
              <a:rPr lang="id-ID" sz="2000" dirty="0"/>
              <a:t> (seberapa baik model membedakan gol dan tidak gol).</a:t>
            </a:r>
            <a:endParaRPr lang="en-GB" sz="2000" dirty="0"/>
          </a:p>
          <a:p>
            <a:pPr algn="just">
              <a:buNone/>
            </a:pPr>
            <a:endParaRPr lang="en-GB" sz="2000" dirty="0"/>
          </a:p>
          <a:p>
            <a:r>
              <a:rPr lang="id-ID" sz="2000" b="1" dirty="0"/>
              <a:t>Metrik Evaluasi yang Digunakan:</a:t>
            </a:r>
            <a:endParaRPr lang="id-ID" sz="2000" dirty="0"/>
          </a:p>
          <a:p>
            <a:r>
              <a:rPr lang="id-ID" sz="2000" b="1" dirty="0" err="1"/>
              <a:t>Brier</a:t>
            </a:r>
            <a:r>
              <a:rPr lang="id-ID" sz="2000" b="1" dirty="0"/>
              <a:t> </a:t>
            </a:r>
            <a:r>
              <a:rPr lang="id-ID" sz="2000" b="1" dirty="0" err="1"/>
              <a:t>Score</a:t>
            </a:r>
            <a:r>
              <a:rPr lang="id-ID" sz="2000" b="1" dirty="0"/>
              <a:t>:</a:t>
            </a:r>
            <a:r>
              <a:rPr lang="id-ID" sz="2000" dirty="0"/>
              <a:t> Mengukur seberapa akurat nilai probabilitas (0.0 </a:t>
            </a:r>
            <a:r>
              <a:rPr lang="en-GB" sz="2000" dirty="0"/>
              <a:t>- </a:t>
            </a:r>
            <a:r>
              <a:rPr lang="id-ID" sz="2000" dirty="0"/>
              <a:t>1.0) yang diprediksi</a:t>
            </a:r>
            <a:r>
              <a:rPr lang="en-GB" sz="2000" dirty="0"/>
              <a:t> </a:t>
            </a:r>
            <a:r>
              <a:rPr lang="id-ID" sz="2000" dirty="0"/>
              <a:t>model.</a:t>
            </a:r>
          </a:p>
          <a:p>
            <a:r>
              <a:rPr lang="id-ID" sz="2000" b="1" dirty="0"/>
              <a:t>ROC AUC:</a:t>
            </a:r>
            <a:r>
              <a:rPr lang="id-ID" sz="2000" dirty="0"/>
              <a:t> Mengukur seberapa baik model membedakan antara tembakan berbuah gol dan tidak berbuah gol.</a:t>
            </a:r>
          </a:p>
          <a:p>
            <a:r>
              <a:rPr lang="id-ID" sz="2000" b="1" dirty="0"/>
              <a:t>Log-</a:t>
            </a:r>
            <a:r>
              <a:rPr lang="id-ID" sz="2000" b="1" dirty="0" err="1"/>
              <a:t>Loss</a:t>
            </a:r>
            <a:r>
              <a:rPr lang="id-ID" sz="2000" b="1" dirty="0"/>
              <a:t>:</a:t>
            </a:r>
            <a:r>
              <a:rPr lang="id-ID" sz="2000" dirty="0"/>
              <a:t> </a:t>
            </a:r>
            <a:r>
              <a:rPr lang="en-GB" sz="2000" dirty="0" err="1"/>
              <a:t>Mengukur</a:t>
            </a:r>
            <a:r>
              <a:rPr lang="en-GB" sz="2000" dirty="0"/>
              <a:t> </a:t>
            </a:r>
            <a:r>
              <a:rPr lang="en-GB" sz="2000" dirty="0" err="1"/>
              <a:t>besar</a:t>
            </a:r>
            <a:r>
              <a:rPr lang="id-ID" sz="2000" dirty="0"/>
              <a:t> </a:t>
            </a:r>
            <a:r>
              <a:rPr lang="en-GB" sz="2000" dirty="0" err="1"/>
              <a:t>kesalahan</a:t>
            </a:r>
            <a:r>
              <a:rPr lang="en-GB" sz="2000" dirty="0"/>
              <a:t> </a:t>
            </a:r>
            <a:r>
              <a:rPr lang="id-ID" sz="2000" dirty="0"/>
              <a:t>jika model memprediksi probabilitas yang "yakin" tetapi salah.</a:t>
            </a:r>
          </a:p>
          <a:p>
            <a:r>
              <a:rPr lang="id-ID" sz="2000" b="1" dirty="0"/>
              <a:t>Akurasi:</a:t>
            </a:r>
            <a:r>
              <a:rPr lang="id-ID" sz="2000" dirty="0"/>
              <a:t> Mengukur % tebakan benar</a:t>
            </a:r>
            <a:endParaRPr lang="en-GB" sz="2000" dirty="0"/>
          </a:p>
          <a:p>
            <a:r>
              <a:rPr lang="id-ID" sz="2000" b="1" dirty="0"/>
              <a:t>Presisi:</a:t>
            </a:r>
            <a:r>
              <a:rPr lang="id-ID" sz="2000" dirty="0"/>
              <a:t> Dari semua yang diprediksi gol, berapa yang benar</a:t>
            </a:r>
            <a:endParaRPr lang="en-GB" sz="2000" dirty="0"/>
          </a:p>
          <a:p>
            <a:r>
              <a:rPr lang="id-ID" sz="2000" b="1" dirty="0" err="1"/>
              <a:t>Recall</a:t>
            </a:r>
            <a:r>
              <a:rPr lang="id-ID" sz="2000" b="1" dirty="0"/>
              <a:t>:</a:t>
            </a:r>
            <a:r>
              <a:rPr lang="id-ID" sz="2000" dirty="0"/>
              <a:t> Dari semua gol yang terjadi, berapa yang terdeteksi?</a:t>
            </a:r>
            <a:endParaRPr lang="en-GB" sz="2000" dirty="0"/>
          </a:p>
          <a:p>
            <a:r>
              <a:rPr lang="id-ID" sz="2000" b="1" dirty="0"/>
              <a:t>F1-Score:</a:t>
            </a:r>
            <a:r>
              <a:rPr lang="id-ID" sz="2000" dirty="0"/>
              <a:t> Rata-rata harmonik dari Presisi dan </a:t>
            </a:r>
            <a:r>
              <a:rPr lang="id-ID" sz="2000" dirty="0" err="1"/>
              <a:t>Recall</a:t>
            </a:r>
            <a:endParaRPr lang="id-ID" sz="2000" dirty="0"/>
          </a:p>
        </p:txBody>
      </p:sp>
    </p:spTree>
    <p:extLst>
      <p:ext uri="{BB962C8B-B14F-4D97-AF65-F5344CB8AC3E}">
        <p14:creationId xmlns:p14="http://schemas.microsoft.com/office/powerpoint/2010/main" val="7741372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EB1B7-7E13-699C-CA6C-9BDBABDA81E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E7684142-D905-A8DD-D479-E8BE9CBE54F3}"/>
              </a:ext>
            </a:extLst>
          </p:cNvPr>
          <p:cNvSpPr>
            <a:spLocks noGrp="1"/>
          </p:cNvSpPr>
          <p:nvPr>
            <p:ph type="title"/>
          </p:nvPr>
        </p:nvSpPr>
        <p:spPr>
          <a:xfrm>
            <a:off x="750430" y="381000"/>
            <a:ext cx="10678142" cy="1325563"/>
          </a:xfrm>
        </p:spPr>
        <p:txBody>
          <a:bodyPr rtlCol="0"/>
          <a:lstStyle/>
          <a:p>
            <a:pPr rtl="0"/>
            <a:r>
              <a:rPr lang="en-GB" dirty="0" err="1"/>
              <a:t>Landasan</a:t>
            </a:r>
            <a:r>
              <a:rPr lang="en-GB" dirty="0"/>
              <a:t> Teori</a:t>
            </a:r>
            <a:br>
              <a:rPr lang="en-GB" dirty="0"/>
            </a:br>
            <a:r>
              <a:rPr lang="en-GB" sz="4000" b="0" i="1" dirty="0" err="1"/>
              <a:t>Metrik</a:t>
            </a:r>
            <a:r>
              <a:rPr lang="en-GB" sz="4000" b="0" i="1" dirty="0"/>
              <a:t> </a:t>
            </a:r>
            <a:r>
              <a:rPr lang="en-GB" sz="4000" b="0" i="1" dirty="0" err="1"/>
              <a:t>Evaluasi</a:t>
            </a:r>
            <a:endParaRPr lang="id-ID" dirty="0"/>
          </a:p>
        </p:txBody>
      </p:sp>
      <p:sp>
        <p:nvSpPr>
          <p:cNvPr id="5" name="Tampungan Nomor Slide 4">
            <a:extLst>
              <a:ext uri="{FF2B5EF4-FFF2-40B4-BE49-F238E27FC236}">
                <a16:creationId xmlns:a16="http://schemas.microsoft.com/office/drawing/2014/main" id="{727B8351-0407-CBE6-3042-64BF4C5C5F4A}"/>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20</a:t>
            </a:fld>
            <a:endParaRPr lang="id-ID"/>
          </a:p>
        </p:txBody>
      </p:sp>
      <p:sp>
        <p:nvSpPr>
          <p:cNvPr id="78" name="Content Placeholder 7">
            <a:extLst>
              <a:ext uri="{FF2B5EF4-FFF2-40B4-BE49-F238E27FC236}">
                <a16:creationId xmlns:a16="http://schemas.microsoft.com/office/drawing/2014/main" id="{6278D1B0-681E-07F8-A15D-F78868FAD0E3}"/>
              </a:ext>
            </a:extLst>
          </p:cNvPr>
          <p:cNvSpPr txBox="1">
            <a:spLocks/>
          </p:cNvSpPr>
          <p:nvPr/>
        </p:nvSpPr>
        <p:spPr>
          <a:xfrm>
            <a:off x="576258" y="1706563"/>
            <a:ext cx="6114726"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endParaRPr lang="id-ID"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F2F00F9-9199-0859-9170-095EA6FCBC8B}"/>
                  </a:ext>
                </a:extLst>
              </p:cNvPr>
              <p:cNvSpPr txBox="1"/>
              <p:nvPr/>
            </p:nvSpPr>
            <p:spPr>
              <a:xfrm>
                <a:off x="348544" y="2147010"/>
                <a:ext cx="3307326" cy="61549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id-ID" i="0" dirty="0" smtClean="0">
                          <a:latin typeface="Cambria Math" panose="02040503050406030204" pitchFamily="18" charset="0"/>
                        </a:rPr>
                        <m:t>Akurasi</m:t>
                      </m:r>
                      <m:r>
                        <a:rPr lang="id-ID" i="1" dirty="0">
                          <a:latin typeface="Cambria Math" panose="02040503050406030204" pitchFamily="18" charset="0"/>
                        </a:rPr>
                        <m:t>=</m:t>
                      </m:r>
                      <m:f>
                        <m:fPr>
                          <m:ctrlPr>
                            <a:rPr lang="id-ID" i="1" dirty="0">
                              <a:latin typeface="Cambria Math" panose="02040503050406030204" pitchFamily="18" charset="0"/>
                            </a:rPr>
                          </m:ctrlPr>
                        </m:fPr>
                        <m:num>
                          <m:r>
                            <a:rPr lang="id-ID" i="1" dirty="0">
                              <a:latin typeface="Cambria Math" panose="02040503050406030204" pitchFamily="18" charset="0"/>
                            </a:rPr>
                            <m:t>𝑇𝑃</m:t>
                          </m:r>
                          <m:r>
                            <a:rPr lang="id-ID" i="1" dirty="0">
                              <a:latin typeface="Cambria Math" panose="02040503050406030204" pitchFamily="18" charset="0"/>
                            </a:rPr>
                            <m:t>+</m:t>
                          </m:r>
                          <m:r>
                            <a:rPr lang="id-ID" i="1" dirty="0">
                              <a:latin typeface="Cambria Math" panose="02040503050406030204" pitchFamily="18" charset="0"/>
                            </a:rPr>
                            <m:t>𝑇𝑁</m:t>
                          </m:r>
                        </m:num>
                        <m:den>
                          <m:r>
                            <a:rPr lang="id-ID" i="1" dirty="0">
                              <a:latin typeface="Cambria Math" panose="02040503050406030204" pitchFamily="18" charset="0"/>
                            </a:rPr>
                            <m:t>𝑇𝑃</m:t>
                          </m:r>
                          <m:r>
                            <a:rPr lang="id-ID" i="1" dirty="0">
                              <a:latin typeface="Cambria Math" panose="02040503050406030204" pitchFamily="18" charset="0"/>
                            </a:rPr>
                            <m:t>+</m:t>
                          </m:r>
                          <m:r>
                            <a:rPr lang="id-ID" i="1" dirty="0">
                              <a:latin typeface="Cambria Math" panose="02040503050406030204" pitchFamily="18" charset="0"/>
                            </a:rPr>
                            <m:t>𝑇𝑁</m:t>
                          </m:r>
                          <m:r>
                            <a:rPr lang="id-ID" i="1" dirty="0">
                              <a:latin typeface="Cambria Math" panose="02040503050406030204" pitchFamily="18" charset="0"/>
                            </a:rPr>
                            <m:t>+</m:t>
                          </m:r>
                          <m:r>
                            <a:rPr lang="id-ID" i="1" dirty="0">
                              <a:latin typeface="Cambria Math" panose="02040503050406030204" pitchFamily="18" charset="0"/>
                            </a:rPr>
                            <m:t>𝐹𝑃</m:t>
                          </m:r>
                          <m:r>
                            <a:rPr lang="id-ID" i="1" dirty="0">
                              <a:latin typeface="Cambria Math" panose="02040503050406030204" pitchFamily="18" charset="0"/>
                            </a:rPr>
                            <m:t>+</m:t>
                          </m:r>
                          <m:r>
                            <a:rPr lang="id-ID" i="1" dirty="0">
                              <a:latin typeface="Cambria Math" panose="02040503050406030204" pitchFamily="18" charset="0"/>
                            </a:rPr>
                            <m:t>𝐹𝑁</m:t>
                          </m:r>
                        </m:den>
                      </m:f>
                    </m:oMath>
                  </m:oMathPara>
                </a14:m>
                <a:endParaRPr/>
              </a:p>
            </p:txBody>
          </p:sp>
        </mc:Choice>
        <mc:Fallback xmlns="">
          <p:sp>
            <p:nvSpPr>
              <p:cNvPr id="4" name="TextBox 3">
                <a:extLst>
                  <a:ext uri="{FF2B5EF4-FFF2-40B4-BE49-F238E27FC236}">
                    <a16:creationId xmlns:a16="http://schemas.microsoft.com/office/drawing/2014/main" id="{BF2F00F9-9199-0859-9170-095EA6FCBC8B}"/>
                  </a:ext>
                </a:extLst>
              </p:cNvPr>
              <p:cNvSpPr txBox="1">
                <a:spLocks noRot="1" noChangeAspect="1" noMove="1" noResize="1" noEditPoints="1" noAdjustHandles="1" noChangeArrowheads="1" noChangeShapeType="1" noTextEdit="1"/>
              </p:cNvSpPr>
              <p:nvPr/>
            </p:nvSpPr>
            <p:spPr>
              <a:xfrm>
                <a:off x="348544" y="2147010"/>
                <a:ext cx="3307326" cy="615490"/>
              </a:xfrm>
              <a:prstGeom prst="rect">
                <a:avLst/>
              </a:prstGeom>
              <a:blipFill>
                <a:blip r:embed="rId3"/>
                <a:stretch>
                  <a:fillRect/>
                </a:stretch>
              </a:blipFill>
            </p:spPr>
            <p:txBody>
              <a:bodyPr/>
              <a:lstStyle/>
              <a:p>
                <a:r>
                  <a:rPr lang="id-ID">
                    <a:noFill/>
                  </a:rPr>
                  <a:t> </a:t>
                </a:r>
              </a:p>
            </p:txBody>
          </p:sp>
        </mc:Fallback>
      </mc:AlternateContent>
      <p:sp>
        <p:nvSpPr>
          <p:cNvPr id="8" name="TextBox 7">
            <a:extLst>
              <a:ext uri="{FF2B5EF4-FFF2-40B4-BE49-F238E27FC236}">
                <a16:creationId xmlns:a16="http://schemas.microsoft.com/office/drawing/2014/main" id="{1509F013-EEF4-4368-C1E5-9D7F493FBA21}"/>
              </a:ext>
            </a:extLst>
          </p:cNvPr>
          <p:cNvSpPr txBox="1"/>
          <p:nvPr/>
        </p:nvSpPr>
        <p:spPr>
          <a:xfrm>
            <a:off x="780813" y="3429000"/>
            <a:ext cx="6098458" cy="2585323"/>
          </a:xfrm>
          <a:prstGeom prst="rect">
            <a:avLst/>
          </a:prstGeom>
          <a:noFill/>
        </p:spPr>
        <p:txBody>
          <a:bodyPr wrap="square">
            <a:spAutoFit/>
          </a:bodyPr>
          <a:lstStyle/>
          <a:p>
            <a:pPr>
              <a:buNone/>
            </a:pPr>
            <a:r>
              <a:rPr lang="id-ID" dirty="0"/>
              <a:t>Metrik dihitung berdasarkan </a:t>
            </a:r>
            <a:r>
              <a:rPr lang="id-ID" b="1" dirty="0" err="1"/>
              <a:t>Confusion</a:t>
            </a:r>
            <a:r>
              <a:rPr lang="id-ID" b="1" dirty="0"/>
              <a:t> Matrix</a:t>
            </a:r>
            <a:r>
              <a:rPr lang="id-ID" dirty="0"/>
              <a:t> pada </a:t>
            </a:r>
            <a:r>
              <a:rPr lang="id-ID" i="1" dirty="0" err="1"/>
              <a:t>threshold</a:t>
            </a:r>
            <a:r>
              <a:rPr lang="id-ID" dirty="0"/>
              <a:t> (batas), </a:t>
            </a:r>
            <a:r>
              <a:rPr lang="id-ID" dirty="0" err="1"/>
              <a:t>xG</a:t>
            </a:r>
            <a:r>
              <a:rPr lang="id-ID" dirty="0"/>
              <a:t> &gt; 0.5 dianggap 'Gol'.</a:t>
            </a:r>
          </a:p>
          <a:p>
            <a:pPr marL="285750" indent="-285750">
              <a:buFont typeface="Arial" panose="020B0604020202020204" pitchFamily="34" charset="0"/>
              <a:buChar char="•"/>
            </a:pPr>
            <a:r>
              <a:rPr lang="id-ID" b="1" dirty="0"/>
              <a:t>TP (</a:t>
            </a:r>
            <a:r>
              <a:rPr lang="id-ID" b="1" dirty="0" err="1"/>
              <a:t>True</a:t>
            </a:r>
            <a:r>
              <a:rPr lang="id-ID" b="1" dirty="0"/>
              <a:t> </a:t>
            </a:r>
            <a:r>
              <a:rPr lang="id-ID" b="1" dirty="0" err="1"/>
              <a:t>Positive</a:t>
            </a:r>
            <a:r>
              <a:rPr lang="id-ID" b="1" dirty="0"/>
              <a:t>):</a:t>
            </a:r>
            <a:r>
              <a:rPr lang="id-ID" dirty="0"/>
              <a:t> Tembakan Gol diprediksi sebagai Gol.</a:t>
            </a:r>
          </a:p>
          <a:p>
            <a:pPr marL="285750" indent="-285750">
              <a:buFont typeface="Arial" panose="020B0604020202020204" pitchFamily="34" charset="0"/>
              <a:buChar char="•"/>
            </a:pPr>
            <a:r>
              <a:rPr lang="id-ID" b="1" dirty="0"/>
              <a:t>FN (</a:t>
            </a:r>
            <a:r>
              <a:rPr lang="id-ID" b="1" dirty="0" err="1"/>
              <a:t>False</a:t>
            </a:r>
            <a:r>
              <a:rPr lang="id-ID" b="1" dirty="0"/>
              <a:t> </a:t>
            </a:r>
            <a:r>
              <a:rPr lang="id-ID" b="1" dirty="0" err="1"/>
              <a:t>Negative</a:t>
            </a:r>
            <a:r>
              <a:rPr lang="id-ID" b="1" dirty="0"/>
              <a:t>):</a:t>
            </a:r>
            <a:r>
              <a:rPr lang="id-ID" dirty="0"/>
              <a:t> Tembakan Gol salah diprediksi Tidak Gol.</a:t>
            </a:r>
          </a:p>
          <a:p>
            <a:pPr marL="285750" indent="-285750">
              <a:buFont typeface="Arial" panose="020B0604020202020204" pitchFamily="34" charset="0"/>
              <a:buChar char="•"/>
            </a:pPr>
            <a:r>
              <a:rPr lang="id-ID" b="1" dirty="0"/>
              <a:t>FP (</a:t>
            </a:r>
            <a:r>
              <a:rPr lang="id-ID" b="1" dirty="0" err="1"/>
              <a:t>False</a:t>
            </a:r>
            <a:r>
              <a:rPr lang="id-ID" b="1" dirty="0"/>
              <a:t> </a:t>
            </a:r>
            <a:r>
              <a:rPr lang="id-ID" b="1" dirty="0" err="1"/>
              <a:t>Positive</a:t>
            </a:r>
            <a:r>
              <a:rPr lang="id-ID" b="1" dirty="0"/>
              <a:t>):</a:t>
            </a:r>
            <a:r>
              <a:rPr lang="id-ID" dirty="0"/>
              <a:t> Tembakan Tidak Gol salah diprediksi sebagai Gol.</a:t>
            </a:r>
          </a:p>
          <a:p>
            <a:pPr marL="285750" indent="-285750">
              <a:buFont typeface="Arial" panose="020B0604020202020204" pitchFamily="34" charset="0"/>
              <a:buChar char="•"/>
            </a:pPr>
            <a:r>
              <a:rPr lang="id-ID" b="1" dirty="0"/>
              <a:t>TN (</a:t>
            </a:r>
            <a:r>
              <a:rPr lang="id-ID" b="1" dirty="0" err="1"/>
              <a:t>True</a:t>
            </a:r>
            <a:r>
              <a:rPr lang="id-ID" b="1" dirty="0"/>
              <a:t> </a:t>
            </a:r>
            <a:r>
              <a:rPr lang="id-ID" b="1" dirty="0" err="1"/>
              <a:t>Negative</a:t>
            </a:r>
            <a:r>
              <a:rPr lang="id-ID" b="1" dirty="0"/>
              <a:t>):</a:t>
            </a:r>
            <a:r>
              <a:rPr lang="id-ID" dirty="0"/>
              <a:t> Tembakan Tidak Gol diprediksi Tidak Gol.</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2436FC7-3264-06FF-6D1D-A5790EF85700}"/>
                  </a:ext>
                </a:extLst>
              </p:cNvPr>
              <p:cNvSpPr txBox="1"/>
              <p:nvPr/>
            </p:nvSpPr>
            <p:spPr>
              <a:xfrm>
                <a:off x="3830042" y="2147010"/>
                <a:ext cx="2165102" cy="61549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id-ID" i="0" dirty="0" smtClean="0">
                          <a:latin typeface="Cambria Math" panose="02040503050406030204" pitchFamily="18" charset="0"/>
                        </a:rPr>
                        <m:t>Presisi</m:t>
                      </m:r>
                      <m:r>
                        <a:rPr lang="id-ID" i="1" dirty="0">
                          <a:latin typeface="Cambria Math" panose="02040503050406030204" pitchFamily="18" charset="0"/>
                        </a:rPr>
                        <m:t>=</m:t>
                      </m:r>
                      <m:f>
                        <m:fPr>
                          <m:ctrlPr>
                            <a:rPr lang="id-ID" i="1" dirty="0">
                              <a:latin typeface="Cambria Math" panose="02040503050406030204" pitchFamily="18" charset="0"/>
                            </a:rPr>
                          </m:ctrlPr>
                        </m:fPr>
                        <m:num>
                          <m:r>
                            <a:rPr lang="id-ID" i="1" dirty="0">
                              <a:latin typeface="Cambria Math" panose="02040503050406030204" pitchFamily="18" charset="0"/>
                            </a:rPr>
                            <m:t>𝑇𝑃</m:t>
                          </m:r>
                        </m:num>
                        <m:den>
                          <m:r>
                            <a:rPr lang="id-ID" i="1" dirty="0">
                              <a:latin typeface="Cambria Math" panose="02040503050406030204" pitchFamily="18" charset="0"/>
                            </a:rPr>
                            <m:t>𝑇𝑃</m:t>
                          </m:r>
                          <m:r>
                            <a:rPr lang="id-ID" i="1" dirty="0">
                              <a:latin typeface="Cambria Math" panose="02040503050406030204" pitchFamily="18" charset="0"/>
                            </a:rPr>
                            <m:t>+</m:t>
                          </m:r>
                          <m:r>
                            <a:rPr lang="id-ID" i="1" dirty="0">
                              <a:latin typeface="Cambria Math" panose="02040503050406030204" pitchFamily="18" charset="0"/>
                            </a:rPr>
                            <m:t>𝐹𝑃</m:t>
                          </m:r>
                        </m:den>
                      </m:f>
                    </m:oMath>
                  </m:oMathPara>
                </a14:m>
                <a:endParaRPr/>
              </a:p>
            </p:txBody>
          </p:sp>
        </mc:Choice>
        <mc:Fallback xmlns="">
          <p:sp>
            <p:nvSpPr>
              <p:cNvPr id="13" name="TextBox 12">
                <a:extLst>
                  <a:ext uri="{FF2B5EF4-FFF2-40B4-BE49-F238E27FC236}">
                    <a16:creationId xmlns:a16="http://schemas.microsoft.com/office/drawing/2014/main" id="{72436FC7-3264-06FF-6D1D-A5790EF85700}"/>
                  </a:ext>
                </a:extLst>
              </p:cNvPr>
              <p:cNvSpPr txBox="1">
                <a:spLocks noRot="1" noChangeAspect="1" noMove="1" noResize="1" noEditPoints="1" noAdjustHandles="1" noChangeArrowheads="1" noChangeShapeType="1" noTextEdit="1"/>
              </p:cNvSpPr>
              <p:nvPr/>
            </p:nvSpPr>
            <p:spPr>
              <a:xfrm>
                <a:off x="3830042" y="2147010"/>
                <a:ext cx="2165102" cy="615490"/>
              </a:xfrm>
              <a:prstGeom prst="rect">
                <a:avLst/>
              </a:prstGeom>
              <a:blipFill>
                <a:blip r:embed="rId4"/>
                <a:stretch>
                  <a:fillRect/>
                </a:stretch>
              </a:blipFill>
            </p:spPr>
            <p:txBody>
              <a:bodyPr/>
              <a:lstStyle/>
              <a:p>
                <a:r>
                  <a:rPr lang="id-ID">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8E20458-3214-FC40-5EF0-AC90091993A9}"/>
                  </a:ext>
                </a:extLst>
              </p:cNvPr>
              <p:cNvSpPr txBox="1"/>
              <p:nvPr/>
            </p:nvSpPr>
            <p:spPr>
              <a:xfrm>
                <a:off x="6169316" y="2147010"/>
                <a:ext cx="2165102" cy="61549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id-ID" i="0" dirty="0" smtClean="0">
                          <a:latin typeface="Cambria Math" panose="02040503050406030204" pitchFamily="18" charset="0"/>
                        </a:rPr>
                        <m:t>Recall</m:t>
                      </m:r>
                      <m:r>
                        <a:rPr lang="id-ID" i="1" dirty="0">
                          <a:latin typeface="Cambria Math" panose="02040503050406030204" pitchFamily="18" charset="0"/>
                        </a:rPr>
                        <m:t>=</m:t>
                      </m:r>
                      <m:f>
                        <m:fPr>
                          <m:ctrlPr>
                            <a:rPr lang="id-ID" i="1" dirty="0">
                              <a:latin typeface="Cambria Math" panose="02040503050406030204" pitchFamily="18" charset="0"/>
                            </a:rPr>
                          </m:ctrlPr>
                        </m:fPr>
                        <m:num>
                          <m:r>
                            <a:rPr lang="id-ID" i="1" dirty="0">
                              <a:latin typeface="Cambria Math" panose="02040503050406030204" pitchFamily="18" charset="0"/>
                            </a:rPr>
                            <m:t>𝑇𝑃</m:t>
                          </m:r>
                        </m:num>
                        <m:den>
                          <m:r>
                            <a:rPr lang="id-ID" i="1" dirty="0">
                              <a:latin typeface="Cambria Math" panose="02040503050406030204" pitchFamily="18" charset="0"/>
                            </a:rPr>
                            <m:t>𝑇𝑃</m:t>
                          </m:r>
                          <m:r>
                            <a:rPr lang="id-ID" i="1" dirty="0">
                              <a:latin typeface="Cambria Math" panose="02040503050406030204" pitchFamily="18" charset="0"/>
                            </a:rPr>
                            <m:t>+</m:t>
                          </m:r>
                          <m:r>
                            <a:rPr lang="id-ID" i="1" dirty="0">
                              <a:latin typeface="Cambria Math" panose="02040503050406030204" pitchFamily="18" charset="0"/>
                            </a:rPr>
                            <m:t>𝐹𝑁</m:t>
                          </m:r>
                        </m:den>
                      </m:f>
                    </m:oMath>
                  </m:oMathPara>
                </a14:m>
                <a:endParaRPr/>
              </a:p>
            </p:txBody>
          </p:sp>
        </mc:Choice>
        <mc:Fallback xmlns="">
          <p:sp>
            <p:nvSpPr>
              <p:cNvPr id="16" name="TextBox 15">
                <a:extLst>
                  <a:ext uri="{FF2B5EF4-FFF2-40B4-BE49-F238E27FC236}">
                    <a16:creationId xmlns:a16="http://schemas.microsoft.com/office/drawing/2014/main" id="{A8E20458-3214-FC40-5EF0-AC90091993A9}"/>
                  </a:ext>
                </a:extLst>
              </p:cNvPr>
              <p:cNvSpPr txBox="1">
                <a:spLocks noRot="1" noChangeAspect="1" noMove="1" noResize="1" noEditPoints="1" noAdjustHandles="1" noChangeArrowheads="1" noChangeShapeType="1" noTextEdit="1"/>
              </p:cNvSpPr>
              <p:nvPr/>
            </p:nvSpPr>
            <p:spPr>
              <a:xfrm>
                <a:off x="6169316" y="2147010"/>
                <a:ext cx="2165102" cy="615490"/>
              </a:xfrm>
              <a:prstGeom prst="rect">
                <a:avLst/>
              </a:prstGeom>
              <a:blipFill>
                <a:blip r:embed="rId5"/>
                <a:stretch>
                  <a:fillRect/>
                </a:stretch>
              </a:blipFill>
            </p:spPr>
            <p:txBody>
              <a:bodyPr/>
              <a:lstStyle/>
              <a:p>
                <a:r>
                  <a:rPr lang="id-ID">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8480833B-FFC2-5337-3757-6A649C1F1636}"/>
                  </a:ext>
                </a:extLst>
              </p:cNvPr>
              <p:cNvSpPr txBox="1"/>
              <p:nvPr/>
            </p:nvSpPr>
            <p:spPr>
              <a:xfrm>
                <a:off x="8508590" y="2143291"/>
                <a:ext cx="3302410" cy="62292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id-ID" i="0" dirty="0" smtClean="0">
                          <a:latin typeface="Cambria Math" panose="02040503050406030204" pitchFamily="18" charset="0"/>
                        </a:rPr>
                        <m:t>F</m:t>
                      </m:r>
                      <m:r>
                        <m:rPr>
                          <m:nor/>
                        </m:rPr>
                        <a:rPr lang="id-ID" i="0" dirty="0" smtClean="0">
                          <a:latin typeface="Cambria Math" panose="02040503050406030204" pitchFamily="18" charset="0"/>
                        </a:rPr>
                        <m:t>1−</m:t>
                      </m:r>
                      <m:r>
                        <m:rPr>
                          <m:nor/>
                        </m:rPr>
                        <a:rPr lang="id-ID" i="0" dirty="0" smtClean="0">
                          <a:latin typeface="Cambria Math" panose="02040503050406030204" pitchFamily="18" charset="0"/>
                        </a:rPr>
                        <m:t>Score</m:t>
                      </m:r>
                      <m:r>
                        <a:rPr lang="id-ID" i="1" dirty="0">
                          <a:latin typeface="Cambria Math" panose="02040503050406030204" pitchFamily="18" charset="0"/>
                        </a:rPr>
                        <m:t>=2×</m:t>
                      </m:r>
                      <m:f>
                        <m:fPr>
                          <m:ctrlPr>
                            <a:rPr lang="id-ID" i="1" dirty="0">
                              <a:latin typeface="Cambria Math" panose="02040503050406030204" pitchFamily="18" charset="0"/>
                            </a:rPr>
                          </m:ctrlPr>
                        </m:fPr>
                        <m:num>
                          <m:r>
                            <m:rPr>
                              <m:nor/>
                            </m:rPr>
                            <a:rPr lang="id-ID" i="0" dirty="0">
                              <a:latin typeface="Cambria Math" panose="02040503050406030204" pitchFamily="18" charset="0"/>
                            </a:rPr>
                            <m:t>Presisi</m:t>
                          </m:r>
                          <m:r>
                            <a:rPr lang="id-ID" i="1" dirty="0">
                              <a:latin typeface="Cambria Math" panose="02040503050406030204" pitchFamily="18" charset="0"/>
                            </a:rPr>
                            <m:t>×</m:t>
                          </m:r>
                          <m:r>
                            <m:rPr>
                              <m:nor/>
                            </m:rPr>
                            <a:rPr lang="id-ID" i="0" dirty="0" err="1">
                              <a:latin typeface="Cambria Math" panose="02040503050406030204" pitchFamily="18" charset="0"/>
                            </a:rPr>
                            <m:t>Recall</m:t>
                          </m:r>
                        </m:num>
                        <m:den>
                          <m:r>
                            <m:rPr>
                              <m:nor/>
                            </m:rPr>
                            <a:rPr lang="id-ID" i="0" dirty="0">
                              <a:latin typeface="Cambria Math" panose="02040503050406030204" pitchFamily="18" charset="0"/>
                            </a:rPr>
                            <m:t>Presisi</m:t>
                          </m:r>
                          <m:r>
                            <a:rPr lang="id-ID" i="1" dirty="0">
                              <a:latin typeface="Cambria Math" panose="02040503050406030204" pitchFamily="18" charset="0"/>
                            </a:rPr>
                            <m:t>+</m:t>
                          </m:r>
                          <m:r>
                            <m:rPr>
                              <m:nor/>
                            </m:rPr>
                            <a:rPr lang="id-ID" i="0" dirty="0" err="1">
                              <a:latin typeface="Cambria Math" panose="02040503050406030204" pitchFamily="18" charset="0"/>
                            </a:rPr>
                            <m:t>Recall</m:t>
                          </m:r>
                        </m:den>
                      </m:f>
                    </m:oMath>
                  </m:oMathPara>
                </a14:m>
                <a:endParaRPr/>
              </a:p>
            </p:txBody>
          </p:sp>
        </mc:Choice>
        <mc:Fallback xmlns="">
          <p:sp>
            <p:nvSpPr>
              <p:cNvPr id="19" name="TextBox 18">
                <a:extLst>
                  <a:ext uri="{FF2B5EF4-FFF2-40B4-BE49-F238E27FC236}">
                    <a16:creationId xmlns:a16="http://schemas.microsoft.com/office/drawing/2014/main" id="{8480833B-FFC2-5337-3757-6A649C1F1636}"/>
                  </a:ext>
                </a:extLst>
              </p:cNvPr>
              <p:cNvSpPr txBox="1">
                <a:spLocks noRot="1" noChangeAspect="1" noMove="1" noResize="1" noEditPoints="1" noAdjustHandles="1" noChangeArrowheads="1" noChangeShapeType="1" noTextEdit="1"/>
              </p:cNvSpPr>
              <p:nvPr/>
            </p:nvSpPr>
            <p:spPr>
              <a:xfrm>
                <a:off x="8508590" y="2143291"/>
                <a:ext cx="3302410" cy="622927"/>
              </a:xfrm>
              <a:prstGeom prst="rect">
                <a:avLst/>
              </a:prstGeom>
              <a:blipFill>
                <a:blip r:embed="rId6"/>
                <a:stretch>
                  <a:fillRect/>
                </a:stretch>
              </a:blipFill>
            </p:spPr>
            <p:txBody>
              <a:bodyPr/>
              <a:lstStyle/>
              <a:p>
                <a:r>
                  <a:rPr lang="id-ID">
                    <a:noFill/>
                  </a:rPr>
                  <a:t> </a:t>
                </a:r>
              </a:p>
            </p:txBody>
          </p:sp>
        </mc:Fallback>
      </mc:AlternateContent>
    </p:spTree>
    <p:extLst>
      <p:ext uri="{BB962C8B-B14F-4D97-AF65-F5344CB8AC3E}">
        <p14:creationId xmlns:p14="http://schemas.microsoft.com/office/powerpoint/2010/main" val="22191800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478F4-969C-6877-9CAD-3CB81F892841}"/>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C990A534-8C19-974C-59F4-0EE0B8C78E82}"/>
              </a:ext>
            </a:extLst>
          </p:cNvPr>
          <p:cNvSpPr>
            <a:spLocks noGrp="1"/>
          </p:cNvSpPr>
          <p:nvPr>
            <p:ph type="title"/>
          </p:nvPr>
        </p:nvSpPr>
        <p:spPr>
          <a:xfrm>
            <a:off x="750430" y="381000"/>
            <a:ext cx="10678142" cy="1325563"/>
          </a:xfrm>
        </p:spPr>
        <p:txBody>
          <a:bodyPr rtlCol="0"/>
          <a:lstStyle/>
          <a:p>
            <a:pPr rtl="0"/>
            <a:r>
              <a:rPr lang="en-GB" dirty="0" err="1"/>
              <a:t>Landasan</a:t>
            </a:r>
            <a:r>
              <a:rPr lang="en-GB" dirty="0"/>
              <a:t> Teori</a:t>
            </a:r>
            <a:br>
              <a:rPr lang="en-GB" dirty="0"/>
            </a:br>
            <a:r>
              <a:rPr lang="en-GB" sz="4000" b="0" i="1" dirty="0" err="1"/>
              <a:t>Metrik</a:t>
            </a:r>
            <a:r>
              <a:rPr lang="en-GB" sz="4000" b="0" i="1" dirty="0"/>
              <a:t> </a:t>
            </a:r>
            <a:r>
              <a:rPr lang="en-GB" sz="4000" b="0" i="1" dirty="0" err="1"/>
              <a:t>Evaluasi</a:t>
            </a:r>
            <a:endParaRPr lang="id-ID" dirty="0"/>
          </a:p>
        </p:txBody>
      </p:sp>
      <p:sp>
        <p:nvSpPr>
          <p:cNvPr id="5" name="Tampungan Nomor Slide 4">
            <a:extLst>
              <a:ext uri="{FF2B5EF4-FFF2-40B4-BE49-F238E27FC236}">
                <a16:creationId xmlns:a16="http://schemas.microsoft.com/office/drawing/2014/main" id="{C45AC2E5-7489-30D2-2F75-2124198B6886}"/>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21</a:t>
            </a:fld>
            <a:endParaRPr lang="id-ID"/>
          </a:p>
        </p:txBody>
      </p:sp>
      <p:sp>
        <p:nvSpPr>
          <p:cNvPr id="78" name="Content Placeholder 7">
            <a:extLst>
              <a:ext uri="{FF2B5EF4-FFF2-40B4-BE49-F238E27FC236}">
                <a16:creationId xmlns:a16="http://schemas.microsoft.com/office/drawing/2014/main" id="{C461B804-86D9-E3EB-5079-8C1AE61ED72D}"/>
              </a:ext>
            </a:extLst>
          </p:cNvPr>
          <p:cNvSpPr txBox="1">
            <a:spLocks/>
          </p:cNvSpPr>
          <p:nvPr/>
        </p:nvSpPr>
        <p:spPr>
          <a:xfrm>
            <a:off x="576258" y="1706563"/>
            <a:ext cx="6114726"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endParaRPr lang="id-ID"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49D3644-2024-38AF-3164-62A8895F7334}"/>
                  </a:ext>
                </a:extLst>
              </p:cNvPr>
              <p:cNvSpPr txBox="1"/>
              <p:nvPr/>
            </p:nvSpPr>
            <p:spPr>
              <a:xfrm>
                <a:off x="331975" y="1899556"/>
                <a:ext cx="4607642" cy="11308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id-ID" sz="2400" i="0" dirty="0" smtClean="0">
                          <a:latin typeface="Cambria Math" panose="02040503050406030204" pitchFamily="18" charset="0"/>
                        </a:rPr>
                        <m:t>Brier</m:t>
                      </m:r>
                      <m:r>
                        <m:rPr>
                          <m:nor/>
                        </m:rPr>
                        <a:rPr lang="id-ID" sz="2400" i="0" dirty="0" smtClean="0">
                          <a:latin typeface="Cambria Math" panose="02040503050406030204" pitchFamily="18" charset="0"/>
                        </a:rPr>
                        <m:t> </m:t>
                      </m:r>
                      <m:r>
                        <m:rPr>
                          <m:nor/>
                        </m:rPr>
                        <a:rPr lang="id-ID" sz="2400" i="0" dirty="0" smtClean="0">
                          <a:latin typeface="Cambria Math" panose="02040503050406030204" pitchFamily="18" charset="0"/>
                        </a:rPr>
                        <m:t>Score</m:t>
                      </m:r>
                      <m:r>
                        <a:rPr lang="id-ID" sz="2400" i="1" dirty="0">
                          <a:latin typeface="Cambria Math" panose="02040503050406030204" pitchFamily="18" charset="0"/>
                        </a:rPr>
                        <m:t>=</m:t>
                      </m:r>
                      <m:f>
                        <m:fPr>
                          <m:ctrlPr>
                            <a:rPr lang="id-ID" sz="2400" i="1" dirty="0">
                              <a:latin typeface="Cambria Math" panose="02040503050406030204" pitchFamily="18" charset="0"/>
                            </a:rPr>
                          </m:ctrlPr>
                        </m:fPr>
                        <m:num>
                          <m:r>
                            <a:rPr lang="id-ID" sz="2400" i="1" dirty="0">
                              <a:latin typeface="Cambria Math" panose="02040503050406030204" pitchFamily="18" charset="0"/>
                            </a:rPr>
                            <m:t>1</m:t>
                          </m:r>
                        </m:num>
                        <m:den>
                          <m:r>
                            <a:rPr lang="id-ID" sz="2400" i="1" dirty="0">
                              <a:latin typeface="Cambria Math" panose="02040503050406030204" pitchFamily="18" charset="0"/>
                            </a:rPr>
                            <m:t>𝑁</m:t>
                          </m:r>
                        </m:den>
                      </m:f>
                      <m:nary>
                        <m:naryPr>
                          <m:chr m:val="∑"/>
                          <m:ctrlPr>
                            <a:rPr lang="id-ID" sz="2400" i="1" dirty="0">
                              <a:latin typeface="Cambria Math" panose="02040503050406030204" pitchFamily="18" charset="0"/>
                            </a:rPr>
                          </m:ctrlPr>
                        </m:naryPr>
                        <m:sub>
                          <m:r>
                            <a:rPr lang="id-ID" sz="2400" i="1" dirty="0">
                              <a:latin typeface="Cambria Math" panose="02040503050406030204" pitchFamily="18" charset="0"/>
                            </a:rPr>
                            <m:t>𝑖</m:t>
                          </m:r>
                          <m:r>
                            <a:rPr lang="id-ID" sz="2400" i="1" dirty="0">
                              <a:latin typeface="Cambria Math" panose="02040503050406030204" pitchFamily="18" charset="0"/>
                            </a:rPr>
                            <m:t>=1</m:t>
                          </m:r>
                        </m:sub>
                        <m:sup>
                          <m:r>
                            <a:rPr lang="id-ID" sz="2400" i="1" dirty="0">
                              <a:latin typeface="Cambria Math" panose="02040503050406030204" pitchFamily="18" charset="0"/>
                            </a:rPr>
                            <m:t>𝑁</m:t>
                          </m:r>
                        </m:sup>
                        <m:e>
                          <m:sSup>
                            <m:sSupPr>
                              <m:ctrlPr>
                                <a:rPr lang="id-ID" sz="2400" i="1" dirty="0">
                                  <a:latin typeface="Cambria Math" panose="02040503050406030204" pitchFamily="18" charset="0"/>
                                </a:rPr>
                              </m:ctrlPr>
                            </m:sSupPr>
                            <m:e>
                              <m:d>
                                <m:dPr>
                                  <m:ctrlPr>
                                    <a:rPr lang="id-ID" sz="2400" i="1" dirty="0">
                                      <a:latin typeface="Cambria Math" panose="02040503050406030204" pitchFamily="18" charset="0"/>
                                    </a:rPr>
                                  </m:ctrlPr>
                                </m:dPr>
                                <m:e>
                                  <m:sSub>
                                    <m:sSubPr>
                                      <m:ctrlPr>
                                        <a:rPr lang="id-ID" sz="2400" i="1" dirty="0" err="1">
                                          <a:latin typeface="Cambria Math" panose="02040503050406030204" pitchFamily="18" charset="0"/>
                                        </a:rPr>
                                      </m:ctrlPr>
                                    </m:sSubPr>
                                    <m:e>
                                      <m:r>
                                        <a:rPr lang="id-ID" sz="2400" i="1" dirty="0" err="1">
                                          <a:latin typeface="Cambria Math" panose="02040503050406030204" pitchFamily="18" charset="0"/>
                                        </a:rPr>
                                        <m:t>𝑝</m:t>
                                      </m:r>
                                    </m:e>
                                    <m:sub>
                                      <m:r>
                                        <a:rPr lang="id-ID" sz="2400" i="1" dirty="0" err="1">
                                          <a:latin typeface="Cambria Math" panose="02040503050406030204" pitchFamily="18" charset="0"/>
                                        </a:rPr>
                                        <m:t>𝑖</m:t>
                                      </m:r>
                                    </m:sub>
                                  </m:sSub>
                                  <m:r>
                                    <a:rPr lang="id-ID" sz="2400" i="1" dirty="0">
                                      <a:latin typeface="Cambria Math" panose="02040503050406030204" pitchFamily="18" charset="0"/>
                                    </a:rPr>
                                    <m:t>−</m:t>
                                  </m:r>
                                  <m:sSub>
                                    <m:sSubPr>
                                      <m:ctrlPr>
                                        <a:rPr lang="id-ID" sz="2400" i="1" dirty="0" err="1">
                                          <a:latin typeface="Cambria Math" panose="02040503050406030204" pitchFamily="18" charset="0"/>
                                        </a:rPr>
                                      </m:ctrlPr>
                                    </m:sSubPr>
                                    <m:e>
                                      <m:r>
                                        <a:rPr lang="id-ID" sz="2400" i="1" dirty="0" err="1">
                                          <a:latin typeface="Cambria Math" panose="02040503050406030204" pitchFamily="18" charset="0"/>
                                        </a:rPr>
                                        <m:t>𝑜</m:t>
                                      </m:r>
                                    </m:e>
                                    <m:sub>
                                      <m:r>
                                        <a:rPr lang="id-ID" sz="2400" i="1" dirty="0" err="1">
                                          <a:latin typeface="Cambria Math" panose="02040503050406030204" pitchFamily="18" charset="0"/>
                                        </a:rPr>
                                        <m:t>𝑖</m:t>
                                      </m:r>
                                    </m:sub>
                                  </m:sSub>
                                </m:e>
                              </m:d>
                            </m:e>
                            <m:sup>
                              <m:r>
                                <a:rPr lang="id-ID" sz="2400" i="1" dirty="0">
                                  <a:latin typeface="Cambria Math" panose="02040503050406030204" pitchFamily="18" charset="0"/>
                                </a:rPr>
                                <m:t>2</m:t>
                              </m:r>
                            </m:sup>
                          </m:sSup>
                        </m:e>
                      </m:nary>
                    </m:oMath>
                  </m:oMathPara>
                </a14:m>
                <a:endParaRPr/>
              </a:p>
            </p:txBody>
          </p:sp>
        </mc:Choice>
        <mc:Fallback xmlns="">
          <p:sp>
            <p:nvSpPr>
              <p:cNvPr id="9" name="TextBox 8">
                <a:extLst>
                  <a:ext uri="{FF2B5EF4-FFF2-40B4-BE49-F238E27FC236}">
                    <a16:creationId xmlns:a16="http://schemas.microsoft.com/office/drawing/2014/main" id="{249D3644-2024-38AF-3164-62A8895F7334}"/>
                  </a:ext>
                </a:extLst>
              </p:cNvPr>
              <p:cNvSpPr txBox="1">
                <a:spLocks noRot="1" noChangeAspect="1" noMove="1" noResize="1" noEditPoints="1" noAdjustHandles="1" noChangeArrowheads="1" noChangeShapeType="1" noTextEdit="1"/>
              </p:cNvSpPr>
              <p:nvPr/>
            </p:nvSpPr>
            <p:spPr>
              <a:xfrm>
                <a:off x="331975" y="1899556"/>
                <a:ext cx="4607642" cy="1130822"/>
              </a:xfrm>
              <a:prstGeom prst="rect">
                <a:avLst/>
              </a:prstGeom>
              <a:blipFill>
                <a:blip r:embed="rId3"/>
                <a:stretch>
                  <a:fillRect/>
                </a:stretch>
              </a:blipFill>
            </p:spPr>
            <p:txBody>
              <a:bodyPr/>
              <a:lstStyle/>
              <a:p>
                <a:r>
                  <a:rPr lang="id-ID">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1F37FA5-B608-F01F-52A9-AF48025EBBCC}"/>
                  </a:ext>
                </a:extLst>
              </p:cNvPr>
              <p:cNvSpPr txBox="1"/>
              <p:nvPr/>
            </p:nvSpPr>
            <p:spPr>
              <a:xfrm>
                <a:off x="750430" y="2878297"/>
                <a:ext cx="4367531" cy="954107"/>
              </a:xfrm>
              <a:prstGeom prst="rect">
                <a:avLst/>
              </a:prstGeom>
              <a:noFill/>
            </p:spPr>
            <p:txBody>
              <a:bodyPr wrap="square">
                <a:spAutoFit/>
              </a:bodyPr>
              <a:lstStyle/>
              <a:p>
                <a:pPr>
                  <a:buNone/>
                </a:pPr>
                <a:r>
                  <a:rPr lang="id-ID" sz="1400" b="1" dirty="0"/>
                  <a:t>Keterangan:</a:t>
                </a:r>
                <a:endParaRPr lang="en-GB" sz="1400" b="1" dirty="0"/>
              </a:p>
              <a:p>
                <a:pPr>
                  <a:buNone/>
                </a:pPr>
                <a:r>
                  <a:rPr lang="sv-SE" sz="1400" i="1" dirty="0"/>
                  <a:t>N</a:t>
                </a:r>
                <a:r>
                  <a:rPr lang="sv-SE" sz="1400" dirty="0"/>
                  <a:t>: Jumlah total tembakan.</a:t>
                </a:r>
              </a:p>
              <a:p>
                <a:pPr>
                  <a:buNone/>
                </a:pPr>
                <a14:m>
                  <m:oMath xmlns:m="http://schemas.openxmlformats.org/officeDocument/2006/math">
                    <m:sSub>
                      <m:sSubPr>
                        <m:ctrlPr>
                          <a:rPr lang="sv-SE" sz="1400" i="1" dirty="0" smtClean="0">
                            <a:latin typeface="Cambria Math" panose="02040503050406030204" pitchFamily="18" charset="0"/>
                          </a:rPr>
                        </m:ctrlPr>
                      </m:sSubPr>
                      <m:e>
                        <m:r>
                          <a:rPr lang="sv-SE" sz="1400" i="1" dirty="0" smtClean="0">
                            <a:latin typeface="Cambria Math" panose="02040503050406030204" pitchFamily="18" charset="0"/>
                          </a:rPr>
                          <m:t>𝑝</m:t>
                        </m:r>
                      </m:e>
                      <m:sub>
                        <m:r>
                          <a:rPr lang="sv-SE" sz="1400" i="1" dirty="0" smtClean="0">
                            <a:latin typeface="Cambria Math" panose="02040503050406030204" pitchFamily="18" charset="0"/>
                          </a:rPr>
                          <m:t>𝑖</m:t>
                        </m:r>
                      </m:sub>
                    </m:sSub>
                  </m:oMath>
                </a14:m>
                <a:r>
                  <a:rPr lang="sv-SE" sz="1400" dirty="0"/>
                  <a:t>: Probabilitas gol (nilai xG) yang diprediksi model.</a:t>
                </a:r>
              </a:p>
              <a:p>
                <a:pPr>
                  <a:buNone/>
                </a:pPr>
                <a14:m>
                  <m:oMath xmlns:m="http://schemas.openxmlformats.org/officeDocument/2006/math">
                    <m:sSub>
                      <m:sSubPr>
                        <m:ctrlPr>
                          <a:rPr lang="sv-SE" sz="1400" i="1" dirty="0" smtClean="0">
                            <a:latin typeface="Cambria Math" panose="02040503050406030204" pitchFamily="18" charset="0"/>
                          </a:rPr>
                        </m:ctrlPr>
                      </m:sSubPr>
                      <m:e>
                        <m:r>
                          <a:rPr lang="sv-SE" sz="1400" i="1" dirty="0" smtClean="0">
                            <a:latin typeface="Cambria Math" panose="02040503050406030204" pitchFamily="18" charset="0"/>
                          </a:rPr>
                          <m:t>𝑜</m:t>
                        </m:r>
                      </m:e>
                      <m:sub>
                        <m:r>
                          <a:rPr lang="sv-SE" sz="1400" i="1" dirty="0" smtClean="0">
                            <a:latin typeface="Cambria Math" panose="02040503050406030204" pitchFamily="18" charset="0"/>
                          </a:rPr>
                          <m:t>𝑖</m:t>
                        </m:r>
                      </m:sub>
                    </m:sSub>
                  </m:oMath>
                </a14:m>
                <a:r>
                  <a:rPr lang="sv-SE" sz="1400" dirty="0"/>
                  <a:t>: Hasil aktual tembakan (1 jika gol, 0 jika tidak gol).</a:t>
                </a:r>
                <a:endParaRPr lang="id-ID" sz="1400" dirty="0"/>
              </a:p>
            </p:txBody>
          </p:sp>
        </mc:Choice>
        <mc:Fallback xmlns="">
          <p:sp>
            <p:nvSpPr>
              <p:cNvPr id="11" name="TextBox 10">
                <a:extLst>
                  <a:ext uri="{FF2B5EF4-FFF2-40B4-BE49-F238E27FC236}">
                    <a16:creationId xmlns:a16="http://schemas.microsoft.com/office/drawing/2014/main" id="{21F37FA5-B608-F01F-52A9-AF48025EBBCC}"/>
                  </a:ext>
                </a:extLst>
              </p:cNvPr>
              <p:cNvSpPr txBox="1">
                <a:spLocks noRot="1" noChangeAspect="1" noMove="1" noResize="1" noEditPoints="1" noAdjustHandles="1" noChangeArrowheads="1" noChangeShapeType="1" noTextEdit="1"/>
              </p:cNvSpPr>
              <p:nvPr/>
            </p:nvSpPr>
            <p:spPr>
              <a:xfrm>
                <a:off x="750430" y="2878297"/>
                <a:ext cx="4367531" cy="954107"/>
              </a:xfrm>
              <a:prstGeom prst="rect">
                <a:avLst/>
              </a:prstGeom>
              <a:blipFill>
                <a:blip r:embed="rId4"/>
                <a:stretch>
                  <a:fillRect l="-418" t="-1274" b="-5732"/>
                </a:stretch>
              </a:blipFill>
            </p:spPr>
            <p:txBody>
              <a:bodyPr/>
              <a:lstStyle/>
              <a:p>
                <a:r>
                  <a:rPr lang="id-ID">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F1CC61B-BD56-FC8C-EBAB-5418371F70B4}"/>
                  </a:ext>
                </a:extLst>
              </p:cNvPr>
              <p:cNvSpPr txBox="1"/>
              <p:nvPr/>
            </p:nvSpPr>
            <p:spPr>
              <a:xfrm>
                <a:off x="7076001" y="3128047"/>
                <a:ext cx="4352571" cy="1802160"/>
              </a:xfrm>
              <a:prstGeom prst="rect">
                <a:avLst/>
              </a:prstGeom>
              <a:noFill/>
            </p:spPr>
            <p:txBody>
              <a:bodyPr wrap="square">
                <a:spAutoFit/>
              </a:bodyPr>
              <a:lstStyle/>
              <a:p>
                <a14:m>
                  <m:oMath xmlns:m="http://schemas.openxmlformats.org/officeDocument/2006/math">
                    <m:r>
                      <a:rPr lang="id-ID" i="1" dirty="0" smtClean="0">
                        <a:latin typeface="Cambria Math" panose="02040503050406030204" pitchFamily="18" charset="0"/>
                      </a:rPr>
                      <m:t>𝑇𝑃𝑅</m:t>
                    </m:r>
                    <m:r>
                      <m:rPr>
                        <m:nor/>
                      </m:rPr>
                      <a:rPr lang="id-ID" i="0" dirty="0">
                        <a:latin typeface="Cambria Math" panose="02040503050406030204" pitchFamily="18" charset="0"/>
                      </a:rPr>
                      <m:t> (</m:t>
                    </m:r>
                    <m:r>
                      <m:rPr>
                        <m:nor/>
                      </m:rPr>
                      <a:rPr lang="id-ID" i="0" dirty="0" err="1">
                        <a:latin typeface="Cambria Math" panose="02040503050406030204" pitchFamily="18" charset="0"/>
                      </a:rPr>
                      <m:t>Recall</m:t>
                    </m:r>
                    <m:r>
                      <m:rPr>
                        <m:nor/>
                      </m:rPr>
                      <a:rPr lang="id-ID" i="0" dirty="0">
                        <a:latin typeface="Cambria Math" panose="02040503050406030204" pitchFamily="18" charset="0"/>
                      </a:rPr>
                      <m:t>)</m:t>
                    </m:r>
                    <m:r>
                      <a:rPr lang="id-ID" i="1" dirty="0">
                        <a:latin typeface="Cambria Math" panose="02040503050406030204" pitchFamily="18" charset="0"/>
                      </a:rPr>
                      <m:t>=</m:t>
                    </m:r>
                    <m:f>
                      <m:fPr>
                        <m:ctrlPr>
                          <a:rPr lang="id-ID" i="1" dirty="0">
                            <a:latin typeface="Cambria Math" panose="02040503050406030204" pitchFamily="18" charset="0"/>
                          </a:rPr>
                        </m:ctrlPr>
                      </m:fPr>
                      <m:num>
                        <m:r>
                          <a:rPr lang="id-ID" i="1" dirty="0">
                            <a:latin typeface="Cambria Math" panose="02040503050406030204" pitchFamily="18" charset="0"/>
                          </a:rPr>
                          <m:t>𝑇𝑃</m:t>
                        </m:r>
                      </m:num>
                      <m:den>
                        <m:r>
                          <a:rPr lang="id-ID" i="1" dirty="0">
                            <a:latin typeface="Cambria Math" panose="02040503050406030204" pitchFamily="18" charset="0"/>
                          </a:rPr>
                          <m:t>𝑇𝑃</m:t>
                        </m:r>
                        <m:r>
                          <a:rPr lang="id-ID" i="1" dirty="0">
                            <a:latin typeface="Cambria Math" panose="02040503050406030204" pitchFamily="18" charset="0"/>
                          </a:rPr>
                          <m:t>+</m:t>
                        </m:r>
                        <m:r>
                          <a:rPr lang="id-ID" i="1" dirty="0">
                            <a:latin typeface="Cambria Math" panose="02040503050406030204" pitchFamily="18" charset="0"/>
                          </a:rPr>
                          <m:t>𝐹𝑁</m:t>
                        </m:r>
                      </m:den>
                    </m:f>
                  </m:oMath>
                </a14:m>
                <a:r>
                  <a:rPr lang="en-GB" dirty="0"/>
                  <a:t> </a:t>
                </a:r>
              </a:p>
              <a:p>
                <a:r>
                  <a:rPr lang="id-ID" sz="1400" dirty="0"/>
                  <a:t>(Seberapa banyak gol aktual yang berhasil diprediksi?)</a:t>
                </a:r>
                <a:endParaRPr lang="en-GB" dirty="0"/>
              </a:p>
              <a:p>
                <a14:m>
                  <m:oMath xmlns:m="http://schemas.openxmlformats.org/officeDocument/2006/math">
                    <m:r>
                      <a:rPr lang="id-ID" i="1" dirty="0" smtClean="0">
                        <a:latin typeface="Cambria Math" panose="02040503050406030204" pitchFamily="18" charset="0"/>
                      </a:rPr>
                      <m:t>𝐹𝑃𝑅</m:t>
                    </m:r>
                    <m:r>
                      <a:rPr lang="id-ID" i="1" dirty="0" smtClean="0">
                        <a:latin typeface="Cambria Math" panose="02040503050406030204" pitchFamily="18" charset="0"/>
                      </a:rPr>
                      <m:t>=</m:t>
                    </m:r>
                    <m:f>
                      <m:fPr>
                        <m:ctrlPr>
                          <a:rPr lang="id-ID" i="1" dirty="0" smtClean="0">
                            <a:latin typeface="Cambria Math" panose="02040503050406030204" pitchFamily="18" charset="0"/>
                          </a:rPr>
                        </m:ctrlPr>
                      </m:fPr>
                      <m:num>
                        <m:r>
                          <a:rPr lang="id-ID" i="1" dirty="0">
                            <a:latin typeface="Cambria Math" panose="02040503050406030204" pitchFamily="18" charset="0"/>
                          </a:rPr>
                          <m:t>𝐹𝑃</m:t>
                        </m:r>
                      </m:num>
                      <m:den>
                        <m:r>
                          <a:rPr lang="id-ID" i="1" dirty="0">
                            <a:latin typeface="Cambria Math" panose="02040503050406030204" pitchFamily="18" charset="0"/>
                          </a:rPr>
                          <m:t>𝐹𝑃</m:t>
                        </m:r>
                        <m:r>
                          <a:rPr lang="id-ID" i="1" dirty="0">
                            <a:latin typeface="Cambria Math" panose="02040503050406030204" pitchFamily="18" charset="0"/>
                          </a:rPr>
                          <m:t>+</m:t>
                        </m:r>
                        <m:r>
                          <a:rPr lang="id-ID" i="1" dirty="0">
                            <a:latin typeface="Cambria Math" panose="02040503050406030204" pitchFamily="18" charset="0"/>
                          </a:rPr>
                          <m:t>𝑇𝑁</m:t>
                        </m:r>
                      </m:den>
                    </m:f>
                  </m:oMath>
                </a14:m>
                <a:r>
                  <a:rPr lang="id-ID" dirty="0"/>
                  <a:t> </a:t>
                </a:r>
                <a:endParaRPr lang="en-GB" dirty="0"/>
              </a:p>
              <a:p>
                <a:r>
                  <a:rPr lang="id-ID" sz="1400" dirty="0"/>
                  <a:t>(Seberapa banyak tembakan tidak gol yang salah diprediksi sebagai gol?)</a:t>
                </a:r>
                <a:endParaRPr lang="id-ID" dirty="0"/>
              </a:p>
            </p:txBody>
          </p:sp>
        </mc:Choice>
        <mc:Fallback xmlns="">
          <p:sp>
            <p:nvSpPr>
              <p:cNvPr id="15" name="TextBox 14">
                <a:extLst>
                  <a:ext uri="{FF2B5EF4-FFF2-40B4-BE49-F238E27FC236}">
                    <a16:creationId xmlns:a16="http://schemas.microsoft.com/office/drawing/2014/main" id="{FF1CC61B-BD56-FC8C-EBAB-5418371F70B4}"/>
                  </a:ext>
                </a:extLst>
              </p:cNvPr>
              <p:cNvSpPr txBox="1">
                <a:spLocks noRot="1" noChangeAspect="1" noMove="1" noResize="1" noEditPoints="1" noAdjustHandles="1" noChangeArrowheads="1" noChangeShapeType="1" noTextEdit="1"/>
              </p:cNvSpPr>
              <p:nvPr/>
            </p:nvSpPr>
            <p:spPr>
              <a:xfrm>
                <a:off x="7076001" y="3128047"/>
                <a:ext cx="4352571" cy="1802160"/>
              </a:xfrm>
              <a:prstGeom prst="rect">
                <a:avLst/>
              </a:prstGeom>
              <a:blipFill>
                <a:blip r:embed="rId5"/>
                <a:stretch>
                  <a:fillRect l="-420"/>
                </a:stretch>
              </a:blipFill>
            </p:spPr>
            <p:txBody>
              <a:bodyPr/>
              <a:lstStyle/>
              <a:p>
                <a:r>
                  <a:rPr lang="id-ID">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2131E41-8852-3507-C70E-3657A7AFCA97}"/>
                  </a:ext>
                </a:extLst>
              </p:cNvPr>
              <p:cNvSpPr txBox="1"/>
              <p:nvPr/>
            </p:nvSpPr>
            <p:spPr>
              <a:xfrm>
                <a:off x="6690984" y="1956313"/>
                <a:ext cx="4352572" cy="92198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id-ID" sz="2400" i="0" dirty="0" smtClean="0">
                          <a:latin typeface="Cambria Math" panose="02040503050406030204" pitchFamily="18" charset="0"/>
                        </a:rPr>
                        <m:t>AUC</m:t>
                      </m:r>
                      <m:r>
                        <a:rPr lang="id-ID" sz="2400" i="1" dirty="0">
                          <a:latin typeface="Cambria Math" panose="02040503050406030204" pitchFamily="18" charset="0"/>
                        </a:rPr>
                        <m:t>=</m:t>
                      </m:r>
                      <m:nary>
                        <m:naryPr>
                          <m:ctrlPr>
                            <a:rPr lang="id-ID" sz="2400" i="1" dirty="0">
                              <a:latin typeface="Cambria Math" panose="02040503050406030204" pitchFamily="18" charset="0"/>
                            </a:rPr>
                          </m:ctrlPr>
                        </m:naryPr>
                        <m:sub>
                          <m:r>
                            <a:rPr lang="id-ID" sz="2400" i="1" dirty="0">
                              <a:latin typeface="Cambria Math" panose="02040503050406030204" pitchFamily="18" charset="0"/>
                            </a:rPr>
                            <m:t>0</m:t>
                          </m:r>
                        </m:sub>
                        <m:sup>
                          <m:r>
                            <a:rPr lang="id-ID" sz="2400" i="1" dirty="0">
                              <a:latin typeface="Cambria Math" panose="02040503050406030204" pitchFamily="18" charset="0"/>
                            </a:rPr>
                            <m:t>1</m:t>
                          </m:r>
                        </m:sup>
                        <m:e>
                          <m:r>
                            <m:rPr>
                              <m:nor/>
                            </m:rPr>
                            <a:rPr lang="id-ID" sz="2400" i="0" dirty="0">
                              <a:latin typeface="Cambria Math" panose="02040503050406030204" pitchFamily="18" charset="0"/>
                            </a:rPr>
                            <m:t>TPR</m:t>
                          </m:r>
                          <m:d>
                            <m:dPr>
                              <m:ctrlPr>
                                <a:rPr lang="id-ID" sz="2400" i="1" dirty="0">
                                  <a:latin typeface="Cambria Math" panose="02040503050406030204" pitchFamily="18" charset="0"/>
                                </a:rPr>
                              </m:ctrlPr>
                            </m:dPr>
                            <m:e>
                              <m:r>
                                <m:rPr>
                                  <m:nor/>
                                </m:rPr>
                                <a:rPr lang="id-ID" sz="2400" i="0" dirty="0">
                                  <a:latin typeface="Cambria Math" panose="02040503050406030204" pitchFamily="18" charset="0"/>
                                </a:rPr>
                                <m:t>FPR</m:t>
                              </m:r>
                            </m:e>
                          </m:d>
                          <m:r>
                            <m:rPr>
                              <m:lit/>
                            </m:rPr>
                            <a:rPr lang="id-ID" sz="2400" i="1" dirty="0">
                              <a:latin typeface="Cambria Math" panose="02040503050406030204" pitchFamily="18" charset="0"/>
                            </a:rPr>
                            <m:t>,</m:t>
                          </m:r>
                        </m:e>
                      </m:nary>
                      <m:r>
                        <a:rPr lang="id-ID" sz="2400" i="1" dirty="0">
                          <a:latin typeface="Cambria Math" panose="02040503050406030204" pitchFamily="18" charset="0"/>
                        </a:rPr>
                        <m:t>𝑑</m:t>
                      </m:r>
                      <m:r>
                        <m:rPr>
                          <m:nor/>
                        </m:rPr>
                        <a:rPr lang="id-ID" sz="2400" i="0" dirty="0">
                          <a:latin typeface="Cambria Math" panose="02040503050406030204" pitchFamily="18" charset="0"/>
                        </a:rPr>
                        <m:t>FPR</m:t>
                      </m:r>
                    </m:oMath>
                  </m:oMathPara>
                </a14:m>
                <a:endParaRPr/>
              </a:p>
            </p:txBody>
          </p:sp>
        </mc:Choice>
        <mc:Fallback xmlns="">
          <p:sp>
            <p:nvSpPr>
              <p:cNvPr id="17" name="TextBox 16">
                <a:extLst>
                  <a:ext uri="{FF2B5EF4-FFF2-40B4-BE49-F238E27FC236}">
                    <a16:creationId xmlns:a16="http://schemas.microsoft.com/office/drawing/2014/main" id="{92131E41-8852-3507-C70E-3657A7AFCA97}"/>
                  </a:ext>
                </a:extLst>
              </p:cNvPr>
              <p:cNvSpPr txBox="1">
                <a:spLocks noRot="1" noChangeAspect="1" noMove="1" noResize="1" noEditPoints="1" noAdjustHandles="1" noChangeArrowheads="1" noChangeShapeType="1" noTextEdit="1"/>
              </p:cNvSpPr>
              <p:nvPr/>
            </p:nvSpPr>
            <p:spPr>
              <a:xfrm>
                <a:off x="6690984" y="1956313"/>
                <a:ext cx="4352572" cy="921984"/>
              </a:xfrm>
              <a:prstGeom prst="rect">
                <a:avLst/>
              </a:prstGeom>
              <a:blipFill>
                <a:blip r:embed="rId6"/>
                <a:stretch>
                  <a:fillRect/>
                </a:stretch>
              </a:blipFill>
            </p:spPr>
            <p:txBody>
              <a:bodyPr/>
              <a:lstStyle/>
              <a:p>
                <a:r>
                  <a:rPr lang="id-ID">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CD4545D-DE2A-5107-6A8A-CAB57863A305}"/>
                  </a:ext>
                </a:extLst>
              </p:cNvPr>
              <p:cNvSpPr txBox="1"/>
              <p:nvPr/>
            </p:nvSpPr>
            <p:spPr>
              <a:xfrm>
                <a:off x="763428" y="4029127"/>
                <a:ext cx="6114726" cy="95782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id-ID" sz="2000" i="0" dirty="0" smtClean="0">
                          <a:latin typeface="Cambria Math" panose="02040503050406030204" pitchFamily="18" charset="0"/>
                        </a:rPr>
                        <m:t>Log</m:t>
                      </m:r>
                      <m:r>
                        <m:rPr>
                          <m:nor/>
                        </m:rPr>
                        <a:rPr lang="id-ID" sz="2000" i="0" dirty="0" smtClean="0">
                          <a:latin typeface="Cambria Math" panose="02040503050406030204" pitchFamily="18" charset="0"/>
                        </a:rPr>
                        <m:t>−</m:t>
                      </m:r>
                      <m:r>
                        <m:rPr>
                          <m:nor/>
                        </m:rPr>
                        <a:rPr lang="id-ID" sz="2000" i="0" dirty="0" smtClean="0">
                          <a:latin typeface="Cambria Math" panose="02040503050406030204" pitchFamily="18" charset="0"/>
                        </a:rPr>
                        <m:t>Loss</m:t>
                      </m:r>
                      <m:r>
                        <a:rPr lang="id-ID" sz="2000" i="1" dirty="0">
                          <a:latin typeface="Cambria Math" panose="02040503050406030204" pitchFamily="18" charset="0"/>
                        </a:rPr>
                        <m:t>=−</m:t>
                      </m:r>
                      <m:f>
                        <m:fPr>
                          <m:ctrlPr>
                            <a:rPr lang="id-ID" sz="2000" i="1" dirty="0">
                              <a:latin typeface="Cambria Math" panose="02040503050406030204" pitchFamily="18" charset="0"/>
                            </a:rPr>
                          </m:ctrlPr>
                        </m:fPr>
                        <m:num>
                          <m:r>
                            <a:rPr lang="id-ID" sz="2000" i="1" dirty="0">
                              <a:latin typeface="Cambria Math" panose="02040503050406030204" pitchFamily="18" charset="0"/>
                            </a:rPr>
                            <m:t>1</m:t>
                          </m:r>
                        </m:num>
                        <m:den>
                          <m:r>
                            <a:rPr lang="id-ID" sz="2000" i="1" dirty="0">
                              <a:latin typeface="Cambria Math" panose="02040503050406030204" pitchFamily="18" charset="0"/>
                            </a:rPr>
                            <m:t>𝑁</m:t>
                          </m:r>
                        </m:den>
                      </m:f>
                      <m:nary>
                        <m:naryPr>
                          <m:chr m:val="∑"/>
                          <m:ctrlPr>
                            <a:rPr lang="id-ID" sz="2000" i="1" dirty="0">
                              <a:latin typeface="Cambria Math" panose="02040503050406030204" pitchFamily="18" charset="0"/>
                            </a:rPr>
                          </m:ctrlPr>
                        </m:naryPr>
                        <m:sub>
                          <m:r>
                            <a:rPr lang="id-ID" sz="2000" i="1" dirty="0">
                              <a:latin typeface="Cambria Math" panose="02040503050406030204" pitchFamily="18" charset="0"/>
                            </a:rPr>
                            <m:t>𝑖</m:t>
                          </m:r>
                          <m:r>
                            <a:rPr lang="id-ID" sz="2000" i="1" dirty="0">
                              <a:latin typeface="Cambria Math" panose="02040503050406030204" pitchFamily="18" charset="0"/>
                            </a:rPr>
                            <m:t>=1</m:t>
                          </m:r>
                        </m:sub>
                        <m:sup>
                          <m:r>
                            <a:rPr lang="id-ID" sz="2000" i="1" dirty="0">
                              <a:latin typeface="Cambria Math" panose="02040503050406030204" pitchFamily="18" charset="0"/>
                            </a:rPr>
                            <m:t>𝑁</m:t>
                          </m:r>
                        </m:sup>
                        <m:e>
                          <m:d>
                            <m:dPr>
                              <m:begChr m:val="["/>
                              <m:endChr m:val="]"/>
                              <m:ctrlPr>
                                <a:rPr lang="id-ID" sz="2000" i="1" dirty="0">
                                  <a:latin typeface="Cambria Math" panose="02040503050406030204" pitchFamily="18" charset="0"/>
                                </a:rPr>
                              </m:ctrlPr>
                            </m:dPr>
                            <m:e>
                              <m:sSub>
                                <m:sSubPr>
                                  <m:ctrlPr>
                                    <a:rPr lang="id-ID" sz="2000" i="1" dirty="0" err="1">
                                      <a:latin typeface="Cambria Math" panose="02040503050406030204" pitchFamily="18" charset="0"/>
                                    </a:rPr>
                                  </m:ctrlPr>
                                </m:sSubPr>
                                <m:e>
                                  <m:r>
                                    <a:rPr lang="id-ID" sz="2000" i="1" dirty="0" err="1">
                                      <a:latin typeface="Cambria Math" panose="02040503050406030204" pitchFamily="18" charset="0"/>
                                    </a:rPr>
                                    <m:t>𝑦</m:t>
                                  </m:r>
                                </m:e>
                                <m:sub>
                                  <m:r>
                                    <a:rPr lang="id-ID" sz="2000" i="1" dirty="0" err="1">
                                      <a:latin typeface="Cambria Math" panose="02040503050406030204" pitchFamily="18" charset="0"/>
                                    </a:rPr>
                                    <m:t>𝑖</m:t>
                                  </m:r>
                                </m:sub>
                              </m:sSub>
                              <m:func>
                                <m:funcPr>
                                  <m:ctrlPr>
                                    <a:rPr lang="id-ID" sz="2000" i="1" dirty="0">
                                      <a:latin typeface="Cambria Math" panose="02040503050406030204" pitchFamily="18" charset="0"/>
                                    </a:rPr>
                                  </m:ctrlPr>
                                </m:funcPr>
                                <m:fName>
                                  <m:r>
                                    <m:rPr>
                                      <m:sty m:val="p"/>
                                    </m:rPr>
                                    <a:rPr lang="id-ID" sz="2000" i="0" dirty="0">
                                      <a:latin typeface="Cambria Math" panose="02040503050406030204" pitchFamily="18" charset="0"/>
                                    </a:rPr>
                                    <m:t>log</m:t>
                                  </m:r>
                                </m:fName>
                                <m:e>
                                  <m:d>
                                    <m:dPr>
                                      <m:ctrlPr>
                                        <a:rPr lang="id-ID" sz="2000" i="1" dirty="0">
                                          <a:latin typeface="Cambria Math" panose="02040503050406030204" pitchFamily="18" charset="0"/>
                                        </a:rPr>
                                      </m:ctrlPr>
                                    </m:dPr>
                                    <m:e>
                                      <m:sSub>
                                        <m:sSubPr>
                                          <m:ctrlPr>
                                            <a:rPr lang="id-ID" sz="2000" i="1" dirty="0" err="1">
                                              <a:latin typeface="Cambria Math" panose="02040503050406030204" pitchFamily="18" charset="0"/>
                                            </a:rPr>
                                          </m:ctrlPr>
                                        </m:sSubPr>
                                        <m:e>
                                          <m:r>
                                            <a:rPr lang="id-ID" sz="2000" i="1" dirty="0" err="1">
                                              <a:latin typeface="Cambria Math" panose="02040503050406030204" pitchFamily="18" charset="0"/>
                                            </a:rPr>
                                            <m:t>𝑝</m:t>
                                          </m:r>
                                        </m:e>
                                        <m:sub>
                                          <m:r>
                                            <a:rPr lang="id-ID" sz="2000" i="1" dirty="0" err="1">
                                              <a:latin typeface="Cambria Math" panose="02040503050406030204" pitchFamily="18" charset="0"/>
                                            </a:rPr>
                                            <m:t>𝑖</m:t>
                                          </m:r>
                                        </m:sub>
                                      </m:sSub>
                                    </m:e>
                                  </m:d>
                                </m:e>
                              </m:func>
                              <m:r>
                                <a:rPr lang="id-ID" sz="2000" i="1" dirty="0">
                                  <a:latin typeface="Cambria Math" panose="02040503050406030204" pitchFamily="18" charset="0"/>
                                </a:rPr>
                                <m:t>+</m:t>
                              </m:r>
                              <m:d>
                                <m:dPr>
                                  <m:ctrlPr>
                                    <a:rPr lang="id-ID" sz="2000" i="1" dirty="0">
                                      <a:latin typeface="Cambria Math" panose="02040503050406030204" pitchFamily="18" charset="0"/>
                                    </a:rPr>
                                  </m:ctrlPr>
                                </m:dPr>
                                <m:e>
                                  <m:r>
                                    <a:rPr lang="id-ID" sz="2000" i="1" dirty="0">
                                      <a:latin typeface="Cambria Math" panose="02040503050406030204" pitchFamily="18" charset="0"/>
                                    </a:rPr>
                                    <m:t>1−</m:t>
                                  </m:r>
                                  <m:sSub>
                                    <m:sSubPr>
                                      <m:ctrlPr>
                                        <a:rPr lang="id-ID" sz="2000" i="1" dirty="0" err="1">
                                          <a:latin typeface="Cambria Math" panose="02040503050406030204" pitchFamily="18" charset="0"/>
                                        </a:rPr>
                                      </m:ctrlPr>
                                    </m:sSubPr>
                                    <m:e>
                                      <m:r>
                                        <a:rPr lang="id-ID" sz="2000" i="1" dirty="0" err="1">
                                          <a:latin typeface="Cambria Math" panose="02040503050406030204" pitchFamily="18" charset="0"/>
                                        </a:rPr>
                                        <m:t>𝑦</m:t>
                                      </m:r>
                                    </m:e>
                                    <m:sub>
                                      <m:r>
                                        <a:rPr lang="id-ID" sz="2000" i="1" dirty="0" err="1">
                                          <a:latin typeface="Cambria Math" panose="02040503050406030204" pitchFamily="18" charset="0"/>
                                        </a:rPr>
                                        <m:t>𝑖</m:t>
                                      </m:r>
                                    </m:sub>
                                  </m:sSub>
                                </m:e>
                              </m:d>
                              <m:func>
                                <m:funcPr>
                                  <m:ctrlPr>
                                    <a:rPr lang="id-ID" sz="2000" i="1" dirty="0">
                                      <a:latin typeface="Cambria Math" panose="02040503050406030204" pitchFamily="18" charset="0"/>
                                    </a:rPr>
                                  </m:ctrlPr>
                                </m:funcPr>
                                <m:fName>
                                  <m:r>
                                    <m:rPr>
                                      <m:sty m:val="p"/>
                                    </m:rPr>
                                    <a:rPr lang="id-ID" sz="2000" i="0" dirty="0">
                                      <a:latin typeface="Cambria Math" panose="02040503050406030204" pitchFamily="18" charset="0"/>
                                    </a:rPr>
                                    <m:t>log</m:t>
                                  </m:r>
                                </m:fName>
                                <m:e>
                                  <m:d>
                                    <m:dPr>
                                      <m:ctrlPr>
                                        <a:rPr lang="id-ID" sz="2000" i="1" dirty="0">
                                          <a:latin typeface="Cambria Math" panose="02040503050406030204" pitchFamily="18" charset="0"/>
                                        </a:rPr>
                                      </m:ctrlPr>
                                    </m:dPr>
                                    <m:e>
                                      <m:r>
                                        <a:rPr lang="id-ID" sz="2000" i="1" dirty="0">
                                          <a:latin typeface="Cambria Math" panose="02040503050406030204" pitchFamily="18" charset="0"/>
                                        </a:rPr>
                                        <m:t>1−</m:t>
                                      </m:r>
                                      <m:sSub>
                                        <m:sSubPr>
                                          <m:ctrlPr>
                                            <a:rPr lang="id-ID" sz="2000" i="1" dirty="0" err="1">
                                              <a:latin typeface="Cambria Math" panose="02040503050406030204" pitchFamily="18" charset="0"/>
                                            </a:rPr>
                                          </m:ctrlPr>
                                        </m:sSubPr>
                                        <m:e>
                                          <m:r>
                                            <a:rPr lang="id-ID" sz="2000" i="1" dirty="0" err="1">
                                              <a:latin typeface="Cambria Math" panose="02040503050406030204" pitchFamily="18" charset="0"/>
                                            </a:rPr>
                                            <m:t>𝑝</m:t>
                                          </m:r>
                                        </m:e>
                                        <m:sub>
                                          <m:r>
                                            <a:rPr lang="id-ID" sz="2000" i="1" dirty="0" err="1">
                                              <a:latin typeface="Cambria Math" panose="02040503050406030204" pitchFamily="18" charset="0"/>
                                            </a:rPr>
                                            <m:t>𝑖</m:t>
                                          </m:r>
                                        </m:sub>
                                      </m:sSub>
                                    </m:e>
                                  </m:d>
                                </m:e>
                              </m:func>
                            </m:e>
                          </m:d>
                        </m:e>
                      </m:nary>
                    </m:oMath>
                  </m:oMathPara>
                </a14:m>
                <a:endParaRPr dirty="0"/>
              </a:p>
            </p:txBody>
          </p:sp>
        </mc:Choice>
        <mc:Fallback xmlns="">
          <p:sp>
            <p:nvSpPr>
              <p:cNvPr id="6" name="TextBox 5">
                <a:extLst>
                  <a:ext uri="{FF2B5EF4-FFF2-40B4-BE49-F238E27FC236}">
                    <a16:creationId xmlns:a16="http://schemas.microsoft.com/office/drawing/2014/main" id="{8CD4545D-DE2A-5107-6A8A-CAB57863A305}"/>
                  </a:ext>
                </a:extLst>
              </p:cNvPr>
              <p:cNvSpPr txBox="1">
                <a:spLocks noRot="1" noChangeAspect="1" noMove="1" noResize="1" noEditPoints="1" noAdjustHandles="1" noChangeArrowheads="1" noChangeShapeType="1" noTextEdit="1"/>
              </p:cNvSpPr>
              <p:nvPr/>
            </p:nvSpPr>
            <p:spPr>
              <a:xfrm>
                <a:off x="763428" y="4029127"/>
                <a:ext cx="6114726" cy="957826"/>
              </a:xfrm>
              <a:prstGeom prst="rect">
                <a:avLst/>
              </a:prstGeom>
              <a:blipFill>
                <a:blip r:embed="rId7"/>
                <a:stretch>
                  <a:fillRect/>
                </a:stretch>
              </a:blipFill>
            </p:spPr>
            <p:txBody>
              <a:bodyPr/>
              <a:lstStyle/>
              <a:p>
                <a:r>
                  <a:rPr lang="id-ID">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0BCF839-EB59-62EC-89AC-18FE08891519}"/>
                  </a:ext>
                </a:extLst>
              </p:cNvPr>
              <p:cNvSpPr txBox="1"/>
              <p:nvPr/>
            </p:nvSpPr>
            <p:spPr>
              <a:xfrm>
                <a:off x="750430" y="5183676"/>
                <a:ext cx="6096000" cy="1169551"/>
              </a:xfrm>
              <a:prstGeom prst="rect">
                <a:avLst/>
              </a:prstGeom>
              <a:noFill/>
            </p:spPr>
            <p:txBody>
              <a:bodyPr wrap="square">
                <a:spAutoFit/>
              </a:bodyPr>
              <a:lstStyle/>
              <a:p>
                <a:r>
                  <a:rPr lang="id-ID" sz="1400" b="1" dirty="0"/>
                  <a:t>Keterangan</a:t>
                </a:r>
                <a:r>
                  <a:rPr lang="id-ID" sz="1400" dirty="0"/>
                  <a:t>:</a:t>
                </a:r>
                <a:endParaRPr lang="en-GB" sz="1400" dirty="0"/>
              </a:p>
              <a:p>
                <a14:m>
                  <m:oMath xmlns:m="http://schemas.openxmlformats.org/officeDocument/2006/math">
                    <m:r>
                      <a:rPr lang="id-ID" sz="1400" i="1" dirty="0" smtClean="0">
                        <a:latin typeface="Cambria Math" panose="02040503050406030204" pitchFamily="18" charset="0"/>
                      </a:rPr>
                      <m:t>𝑁</m:t>
                    </m:r>
                  </m:oMath>
                </a14:m>
                <a:r>
                  <a:rPr lang="id-ID" sz="1400" dirty="0"/>
                  <a:t>: Jumlah total tembakan.</a:t>
                </a:r>
                <a:endParaRPr lang="en-GB" sz="1400" dirty="0"/>
              </a:p>
              <a:p>
                <a14:m>
                  <m:oMath xmlns:m="http://schemas.openxmlformats.org/officeDocument/2006/math">
                    <m:sSub>
                      <m:sSubPr>
                        <m:ctrlPr>
                          <a:rPr lang="id-ID" sz="1400" i="1" dirty="0" smtClean="0">
                            <a:latin typeface="Cambria Math" panose="02040503050406030204" pitchFamily="18" charset="0"/>
                          </a:rPr>
                        </m:ctrlPr>
                      </m:sSubPr>
                      <m:e>
                        <m:r>
                          <a:rPr lang="id-ID" sz="1400" i="1" dirty="0" smtClean="0">
                            <a:latin typeface="Cambria Math" panose="02040503050406030204" pitchFamily="18" charset="0"/>
                          </a:rPr>
                          <m:t>𝑦</m:t>
                        </m:r>
                      </m:e>
                      <m:sub>
                        <m:r>
                          <a:rPr lang="id-ID" sz="1400" i="1" dirty="0" err="1" smtClean="0">
                            <a:latin typeface="Cambria Math" panose="02040503050406030204" pitchFamily="18" charset="0"/>
                          </a:rPr>
                          <m:t>𝑖</m:t>
                        </m:r>
                      </m:sub>
                    </m:sSub>
                  </m:oMath>
                </a14:m>
                <a:r>
                  <a:rPr lang="id-ID" sz="1400" dirty="0"/>
                  <a:t>: Hasil aktual tembakan (1 jika gol, 0 jika tidak gol).</a:t>
                </a:r>
                <a:endParaRPr lang="en-GB" sz="1400" dirty="0"/>
              </a:p>
              <a:p>
                <a14:m>
                  <m:oMath xmlns:m="http://schemas.openxmlformats.org/officeDocument/2006/math">
                    <m:sSub>
                      <m:sSubPr>
                        <m:ctrlPr>
                          <a:rPr lang="id-ID" sz="1400" i="1" dirty="0" smtClean="0">
                            <a:latin typeface="Cambria Math" panose="02040503050406030204" pitchFamily="18" charset="0"/>
                          </a:rPr>
                        </m:ctrlPr>
                      </m:sSubPr>
                      <m:e>
                        <m:r>
                          <a:rPr lang="id-ID" sz="1400" i="1" dirty="0" smtClean="0">
                            <a:latin typeface="Cambria Math" panose="02040503050406030204" pitchFamily="18" charset="0"/>
                          </a:rPr>
                          <m:t>𝑝</m:t>
                        </m:r>
                      </m:e>
                      <m:sub>
                        <m:r>
                          <a:rPr lang="id-ID" sz="1400" i="1" dirty="0" err="1" smtClean="0">
                            <a:latin typeface="Cambria Math" panose="02040503050406030204" pitchFamily="18" charset="0"/>
                          </a:rPr>
                          <m:t>𝑖</m:t>
                        </m:r>
                      </m:sub>
                    </m:sSub>
                  </m:oMath>
                </a14:m>
                <a:r>
                  <a:rPr lang="id-ID" sz="1400" dirty="0"/>
                  <a:t>: Probabilitas gol (nilai </a:t>
                </a:r>
                <a:r>
                  <a:rPr lang="id-ID" sz="1400" dirty="0" err="1"/>
                  <a:t>xG</a:t>
                </a:r>
                <a:r>
                  <a:rPr lang="id-ID" sz="1400" dirty="0"/>
                  <a:t>) yang diprediksi model.</a:t>
                </a:r>
                <a:endParaRPr lang="en-GB" sz="1400" dirty="0"/>
              </a:p>
              <a:p>
                <a14:m>
                  <m:oMath xmlns:m="http://schemas.openxmlformats.org/officeDocument/2006/math">
                    <m:r>
                      <m:rPr>
                        <m:sty m:val="p"/>
                      </m:rPr>
                      <a:rPr lang="en-GB" sz="1400" i="0" dirty="0" smtClean="0">
                        <a:latin typeface="Cambria Math" panose="02040503050406030204" pitchFamily="18" charset="0"/>
                      </a:rPr>
                      <m:t>log</m:t>
                    </m:r>
                    <m:r>
                      <a:rPr lang="id-ID" sz="1400" i="1" dirty="0" smtClean="0">
                        <a:latin typeface="Cambria Math" panose="02040503050406030204" pitchFamily="18" charset="0"/>
                      </a:rPr>
                      <m:t>⁡</m:t>
                    </m:r>
                  </m:oMath>
                </a14:m>
                <a:r>
                  <a:rPr lang="id-ID" sz="1400" dirty="0"/>
                  <a:t>: Logaritma natural.</a:t>
                </a:r>
              </a:p>
            </p:txBody>
          </p:sp>
        </mc:Choice>
        <mc:Fallback xmlns="">
          <p:sp>
            <p:nvSpPr>
              <p:cNvPr id="12" name="TextBox 11">
                <a:extLst>
                  <a:ext uri="{FF2B5EF4-FFF2-40B4-BE49-F238E27FC236}">
                    <a16:creationId xmlns:a16="http://schemas.microsoft.com/office/drawing/2014/main" id="{D0BCF839-EB59-62EC-89AC-18FE08891519}"/>
                  </a:ext>
                </a:extLst>
              </p:cNvPr>
              <p:cNvSpPr txBox="1">
                <a:spLocks noRot="1" noChangeAspect="1" noMove="1" noResize="1" noEditPoints="1" noAdjustHandles="1" noChangeArrowheads="1" noChangeShapeType="1" noTextEdit="1"/>
              </p:cNvSpPr>
              <p:nvPr/>
            </p:nvSpPr>
            <p:spPr>
              <a:xfrm>
                <a:off x="750430" y="5183676"/>
                <a:ext cx="6096000" cy="1169551"/>
              </a:xfrm>
              <a:prstGeom prst="rect">
                <a:avLst/>
              </a:prstGeom>
              <a:blipFill>
                <a:blip r:embed="rId8"/>
                <a:stretch>
                  <a:fillRect l="-300" t="-521" b="-4688"/>
                </a:stretch>
              </a:blipFill>
            </p:spPr>
            <p:txBody>
              <a:bodyPr/>
              <a:lstStyle/>
              <a:p>
                <a:r>
                  <a:rPr lang="id-ID">
                    <a:noFill/>
                  </a:rPr>
                  <a:t> </a:t>
                </a:r>
              </a:p>
            </p:txBody>
          </p:sp>
        </mc:Fallback>
      </mc:AlternateContent>
    </p:spTree>
    <p:extLst>
      <p:ext uri="{BB962C8B-B14F-4D97-AF65-F5344CB8AC3E}">
        <p14:creationId xmlns:p14="http://schemas.microsoft.com/office/powerpoint/2010/main" val="22235247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E5F191A4-7839-4F63-B17C-7C366C59488C}"/>
              </a:ext>
            </a:extLst>
          </p:cNvPr>
          <p:cNvSpPr>
            <a:spLocks noGrp="1"/>
          </p:cNvSpPr>
          <p:nvPr>
            <p:ph type="title"/>
          </p:nvPr>
        </p:nvSpPr>
        <p:spPr>
          <a:xfrm>
            <a:off x="1167492" y="381000"/>
            <a:ext cx="9779183" cy="621385"/>
          </a:xfrm>
        </p:spPr>
        <p:txBody>
          <a:bodyPr rtlCol="0"/>
          <a:lstStyle/>
          <a:p>
            <a:pPr rtl="0"/>
            <a:r>
              <a:rPr lang="en-GB" dirty="0" err="1"/>
              <a:t>Penelitian</a:t>
            </a:r>
            <a:r>
              <a:rPr lang="en-GB" dirty="0"/>
              <a:t> </a:t>
            </a:r>
            <a:r>
              <a:rPr lang="en-GB" dirty="0" err="1"/>
              <a:t>Sejenis</a:t>
            </a:r>
            <a:endParaRPr lang="id-ID" dirty="0"/>
          </a:p>
        </p:txBody>
      </p:sp>
      <p:sp>
        <p:nvSpPr>
          <p:cNvPr id="8" name="Tampungan Nomor Slide 7">
            <a:extLst>
              <a:ext uri="{FF2B5EF4-FFF2-40B4-BE49-F238E27FC236}">
                <a16:creationId xmlns:a16="http://schemas.microsoft.com/office/drawing/2014/main" id="{B609FC03-B5BE-D846-993A-8E351C9509F3}"/>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22</a:t>
            </a:fld>
            <a:endParaRPr lang="id-ID"/>
          </a:p>
        </p:txBody>
      </p:sp>
      <p:graphicFrame>
        <p:nvGraphicFramePr>
          <p:cNvPr id="24" name="Table 23">
            <a:extLst>
              <a:ext uri="{FF2B5EF4-FFF2-40B4-BE49-F238E27FC236}">
                <a16:creationId xmlns:a16="http://schemas.microsoft.com/office/drawing/2014/main" id="{E01064BD-7B51-BFAF-B42B-24B41EA298EA}"/>
              </a:ext>
            </a:extLst>
          </p:cNvPr>
          <p:cNvGraphicFramePr>
            <a:graphicFrameLocks noGrp="1"/>
          </p:cNvGraphicFramePr>
          <p:nvPr>
            <p:extLst>
              <p:ext uri="{D42A27DB-BD31-4B8C-83A1-F6EECF244321}">
                <p14:modId xmlns:p14="http://schemas.microsoft.com/office/powerpoint/2010/main" val="3701526356"/>
              </p:ext>
            </p:extLst>
          </p:nvPr>
        </p:nvGraphicFramePr>
        <p:xfrm>
          <a:off x="806450" y="1623772"/>
          <a:ext cx="10375900" cy="3683399"/>
        </p:xfrm>
        <a:graphic>
          <a:graphicData uri="http://schemas.openxmlformats.org/drawingml/2006/table">
            <a:tbl>
              <a:tblPr firstRow="1" firstCol="1" bandRow="1">
                <a:tableStyleId>{5C22544A-7EE6-4342-B048-85BDC9FD1C3A}</a:tableStyleId>
              </a:tblPr>
              <a:tblGrid>
                <a:gridCol w="507781">
                  <a:extLst>
                    <a:ext uri="{9D8B030D-6E8A-4147-A177-3AD203B41FA5}">
                      <a16:colId xmlns:a16="http://schemas.microsoft.com/office/drawing/2014/main" val="1318640318"/>
                    </a:ext>
                  </a:extLst>
                </a:gridCol>
                <a:gridCol w="2092646">
                  <a:extLst>
                    <a:ext uri="{9D8B030D-6E8A-4147-A177-3AD203B41FA5}">
                      <a16:colId xmlns:a16="http://schemas.microsoft.com/office/drawing/2014/main" val="3015719754"/>
                    </a:ext>
                  </a:extLst>
                </a:gridCol>
                <a:gridCol w="3259394">
                  <a:extLst>
                    <a:ext uri="{9D8B030D-6E8A-4147-A177-3AD203B41FA5}">
                      <a16:colId xmlns:a16="http://schemas.microsoft.com/office/drawing/2014/main" val="2964952324"/>
                    </a:ext>
                  </a:extLst>
                </a:gridCol>
                <a:gridCol w="4516079">
                  <a:extLst>
                    <a:ext uri="{9D8B030D-6E8A-4147-A177-3AD203B41FA5}">
                      <a16:colId xmlns:a16="http://schemas.microsoft.com/office/drawing/2014/main" val="3054673178"/>
                    </a:ext>
                  </a:extLst>
                </a:gridCol>
              </a:tblGrid>
              <a:tr h="236685">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No</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err="1">
                          <a:solidFill>
                            <a:schemeClr val="bg1"/>
                          </a:solidFill>
                          <a:effectLst/>
                          <a:latin typeface="Tenorite" panose="00000500000000000000" pitchFamily="2" charset="0"/>
                          <a:ea typeface="Calibri" panose="020F0502020204030204" pitchFamily="34" charset="0"/>
                          <a:cs typeface="Arial" panose="020B0604020202020204" pitchFamily="34" charset="0"/>
                        </a:rPr>
                        <a:t>Penulis</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Model</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Hasil</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3428721586"/>
                  </a:ext>
                </a:extLst>
              </a:tr>
              <a:tr h="582407">
                <a:tc>
                  <a:txBody>
                    <a:bodyPr/>
                    <a:lstStyle/>
                    <a:p>
                      <a:pPr algn="l">
                        <a:lnSpc>
                          <a:spcPct val="100000"/>
                        </a:lnSpc>
                        <a:buNone/>
                      </a:pPr>
                      <a:r>
                        <a:rPr lang="en-GB" sz="1600" kern="0" dirty="0">
                          <a:effectLst/>
                        </a:rPr>
                        <a:t>1</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Bandara </a:t>
                      </a:r>
                      <a:r>
                        <a:rPr lang="id-ID" sz="1600" kern="0" dirty="0" err="1">
                          <a:effectLst/>
                        </a:rPr>
                        <a:t>et</a:t>
                      </a:r>
                      <a:r>
                        <a:rPr lang="id-ID" sz="1600" kern="0" dirty="0">
                          <a:effectLst/>
                        </a:rPr>
                        <a:t> </a:t>
                      </a:r>
                      <a:r>
                        <a:rPr lang="id-ID" sz="1600" kern="0" dirty="0" err="1">
                          <a:effectLst/>
                        </a:rPr>
                        <a:t>al.</a:t>
                      </a:r>
                      <a:r>
                        <a:rPr lang="id-ID" sz="1600" kern="0" dirty="0">
                          <a:effectLst/>
                        </a:rPr>
                        <a:t> (2024)</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800" i="1" kern="1200" dirty="0" err="1">
                          <a:solidFill>
                            <a:schemeClr val="dk1"/>
                          </a:solidFill>
                          <a:effectLst/>
                          <a:latin typeface="+mn-lt"/>
                          <a:ea typeface="+mn-ea"/>
                          <a:cs typeface="+mn-cs"/>
                        </a:rPr>
                        <a:t>Random</a:t>
                      </a:r>
                      <a:r>
                        <a:rPr lang="id-ID" sz="1800" i="1" kern="1200" dirty="0">
                          <a:solidFill>
                            <a:schemeClr val="dk1"/>
                          </a:solidFill>
                          <a:effectLst/>
                          <a:latin typeface="+mn-lt"/>
                          <a:ea typeface="+mn-ea"/>
                          <a:cs typeface="+mn-cs"/>
                        </a:rPr>
                        <a:t> </a:t>
                      </a:r>
                      <a:r>
                        <a:rPr lang="id-ID" sz="1800" i="1" kern="1200" dirty="0" err="1">
                          <a:solidFill>
                            <a:schemeClr val="dk1"/>
                          </a:solidFill>
                          <a:effectLst/>
                          <a:latin typeface="+mn-lt"/>
                          <a:ea typeface="+mn-ea"/>
                          <a:cs typeface="+mn-cs"/>
                        </a:rPr>
                        <a:t>Forest</a:t>
                      </a:r>
                      <a:r>
                        <a:rPr lang="id-ID" sz="1800" kern="1200" dirty="0">
                          <a:solidFill>
                            <a:schemeClr val="dk1"/>
                          </a:solidFill>
                          <a:effectLst/>
                          <a:latin typeface="+mn-lt"/>
                          <a:ea typeface="+mn-ea"/>
                          <a:cs typeface="+mn-cs"/>
                        </a:rPr>
                        <a:t> </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 Model berbasis </a:t>
                      </a:r>
                      <a:r>
                        <a:rPr lang="id-ID" sz="1600" kern="0" dirty="0" err="1">
                          <a:effectLst/>
                        </a:rPr>
                        <a:t>sekuens</a:t>
                      </a:r>
                      <a:r>
                        <a:rPr lang="id-ID" sz="1600" kern="0" dirty="0">
                          <a:effectLst/>
                        </a:rPr>
                        <a:t> mencapai ROC AUC 0,833 pada set validasi.</a:t>
                      </a:r>
                      <a:endParaRPr lang="id-ID" sz="1800" kern="100" dirty="0">
                        <a:effectLst/>
                      </a:endParaRPr>
                    </a:p>
                    <a:p>
                      <a:pPr algn="l">
                        <a:lnSpc>
                          <a:spcPct val="100000"/>
                        </a:lnSpc>
                        <a:buNone/>
                      </a:pPr>
                      <a:r>
                        <a:rPr lang="id-ID" sz="1600" kern="0" dirty="0">
                          <a:effectLst/>
                        </a:rPr>
                        <a:t>• Pada pengujian dengan data Euro 2020, model mencapai ROC AUC 0,826, mengungguli model tembakan tunggal (</a:t>
                      </a:r>
                      <a:r>
                        <a:rPr lang="id-ID" sz="1600" kern="0" dirty="0" err="1">
                          <a:effectLst/>
                        </a:rPr>
                        <a:t>baseline</a:t>
                      </a:r>
                      <a:r>
                        <a:rPr lang="id-ID" sz="1600" kern="0" dirty="0">
                          <a:effectLst/>
                        </a:rPr>
                        <a: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1951301434"/>
                  </a:ext>
                </a:extLst>
              </a:tr>
              <a:tr h="970679">
                <a:tc>
                  <a:txBody>
                    <a:bodyPr/>
                    <a:lstStyle/>
                    <a:p>
                      <a:pPr algn="l">
                        <a:lnSpc>
                          <a:spcPct val="100000"/>
                        </a:lnSpc>
                        <a:buNone/>
                      </a:pPr>
                      <a:r>
                        <a:rPr lang="en-GB" sz="1600" kern="0" dirty="0">
                          <a:effectLst/>
                        </a:rPr>
                        <a:t>2</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err="1">
                          <a:effectLst/>
                        </a:rPr>
                        <a:t>Cefis</a:t>
                      </a:r>
                      <a:r>
                        <a:rPr lang="id-ID" sz="1600" kern="0" dirty="0">
                          <a:effectLst/>
                        </a:rPr>
                        <a:t> &amp; </a:t>
                      </a:r>
                      <a:r>
                        <a:rPr lang="id-ID" sz="1600" kern="0" dirty="0" err="1">
                          <a:effectLst/>
                        </a:rPr>
                        <a:t>Carpita</a:t>
                      </a:r>
                      <a:r>
                        <a:rPr lang="id-ID" sz="1600" kern="0" dirty="0">
                          <a:effectLst/>
                        </a:rPr>
                        <a:t> (2024)</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800" kern="1200" dirty="0">
                          <a:solidFill>
                            <a:schemeClr val="dk1"/>
                          </a:solidFill>
                          <a:effectLst/>
                          <a:latin typeface="+mn-lt"/>
                          <a:ea typeface="+mn-ea"/>
                          <a:cs typeface="+mn-cs"/>
                        </a:rPr>
                        <a:t>Regresi Logistik</a:t>
                      </a:r>
                      <a:endParaRPr lang="id-ID" sz="1800" kern="100" dirty="0">
                        <a:effectLst/>
                      </a:endParaRPr>
                    </a:p>
                  </a:txBody>
                  <a:tcPr marL="34301" marR="34301" marT="0" marB="0" anchor="ctr"/>
                </a:tc>
                <a:tc>
                  <a:txBody>
                    <a:bodyPr/>
                    <a:lstStyle/>
                    <a:p>
                      <a:pPr algn="l">
                        <a:lnSpc>
                          <a:spcPct val="100000"/>
                        </a:lnSpc>
                        <a:buNone/>
                      </a:pPr>
                      <a:r>
                        <a:rPr lang="id-ID" sz="1600" kern="0" dirty="0">
                          <a:effectLst/>
                        </a:rPr>
                        <a:t>• ROC AUC = 0,812</a:t>
                      </a:r>
                      <a:endParaRPr lang="id-ID" sz="1800" kern="100" dirty="0">
                        <a:effectLst/>
                      </a:endParaRPr>
                    </a:p>
                    <a:p>
                      <a:pPr algn="l">
                        <a:lnSpc>
                          <a:spcPct val="100000"/>
                        </a:lnSpc>
                        <a:buNone/>
                      </a:pPr>
                      <a:r>
                        <a:rPr lang="id-ID" sz="1600" kern="0" dirty="0">
                          <a:effectLst/>
                        </a:rPr>
                        <a:t>• </a:t>
                      </a:r>
                      <a:r>
                        <a:rPr lang="id-ID" sz="1600" kern="0" dirty="0" err="1">
                          <a:effectLst/>
                        </a:rPr>
                        <a:t>Brier</a:t>
                      </a:r>
                      <a:r>
                        <a:rPr lang="id-ID" sz="1600" kern="0" dirty="0">
                          <a:effectLst/>
                        </a:rPr>
                        <a:t> </a:t>
                      </a:r>
                      <a:r>
                        <a:rPr lang="id-ID" sz="1600" kern="0" dirty="0" err="1">
                          <a:effectLst/>
                        </a:rPr>
                        <a:t>Score</a:t>
                      </a:r>
                      <a:r>
                        <a:rPr lang="id-ID" sz="1600" kern="0" dirty="0">
                          <a:effectLst/>
                        </a:rPr>
                        <a:t> = 0,078</a:t>
                      </a:r>
                      <a:endParaRPr lang="id-ID" sz="1800" kern="100" dirty="0">
                        <a:effectLst/>
                      </a:endParaRPr>
                    </a:p>
                  </a:txBody>
                  <a:tcPr marL="34301" marR="34301" marT="0" marB="0" anchor="ctr"/>
                </a:tc>
                <a:extLst>
                  <a:ext uri="{0D108BD9-81ED-4DB2-BD59-A6C34878D82A}">
                    <a16:rowId xmlns:a16="http://schemas.microsoft.com/office/drawing/2014/main" val="3204764588"/>
                  </a:ext>
                </a:extLst>
              </a:tr>
              <a:tr h="776543">
                <a:tc>
                  <a:txBody>
                    <a:bodyPr/>
                    <a:lstStyle/>
                    <a:p>
                      <a:pPr algn="l">
                        <a:lnSpc>
                          <a:spcPct val="100000"/>
                        </a:lnSpc>
                        <a:buNone/>
                      </a:pPr>
                      <a:r>
                        <a:rPr lang="en-GB" sz="1600" kern="0" dirty="0">
                          <a:effectLst/>
                        </a:rPr>
                        <a:t>3</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err="1">
                          <a:effectLst/>
                        </a:rPr>
                        <a:t>Xu</a:t>
                      </a:r>
                      <a:r>
                        <a:rPr lang="id-ID" sz="1600" kern="0" dirty="0">
                          <a:effectLst/>
                        </a:rPr>
                        <a:t> </a:t>
                      </a:r>
                      <a:r>
                        <a:rPr lang="id-ID" sz="1600" kern="0" dirty="0" err="1">
                          <a:effectLst/>
                        </a:rPr>
                        <a:t>et</a:t>
                      </a:r>
                      <a:r>
                        <a:rPr lang="id-ID" sz="1600" kern="0" dirty="0">
                          <a:effectLst/>
                        </a:rPr>
                        <a:t> </a:t>
                      </a:r>
                      <a:r>
                        <a:rPr lang="id-ID" sz="1600" kern="0" dirty="0" err="1">
                          <a:effectLst/>
                        </a:rPr>
                        <a:t>al.</a:t>
                      </a:r>
                      <a:r>
                        <a:rPr lang="id-ID" sz="1600" kern="0" dirty="0">
                          <a:effectLst/>
                        </a:rPr>
                        <a:t> (2025)</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marL="285750" indent="-285750">
                        <a:buFont typeface="Arial" panose="020B0604020202020204" pitchFamily="34" charset="0"/>
                        <a:buChar char="•"/>
                      </a:pPr>
                      <a:r>
                        <a:rPr lang="id-ID" sz="1800" kern="1200" dirty="0">
                          <a:solidFill>
                            <a:schemeClr val="dk1"/>
                          </a:solidFill>
                          <a:effectLst/>
                          <a:latin typeface="+mn-lt"/>
                          <a:ea typeface="+mn-ea"/>
                          <a:cs typeface="+mn-cs"/>
                        </a:rPr>
                        <a:t>Jaringan Saraf </a:t>
                      </a:r>
                      <a:r>
                        <a:rPr lang="id-ID" sz="1800" kern="1200" dirty="0" err="1">
                          <a:solidFill>
                            <a:schemeClr val="dk1"/>
                          </a:solidFill>
                          <a:effectLst/>
                          <a:latin typeface="+mn-lt"/>
                          <a:ea typeface="+mn-ea"/>
                          <a:cs typeface="+mn-cs"/>
                        </a:rPr>
                        <a:t>Konvolusional</a:t>
                      </a:r>
                      <a:r>
                        <a:rPr lang="id-ID" sz="1800" kern="1200" dirty="0">
                          <a:solidFill>
                            <a:schemeClr val="dk1"/>
                          </a:solidFill>
                          <a:effectLst/>
                          <a:latin typeface="+mn-lt"/>
                          <a:ea typeface="+mn-ea"/>
                          <a:cs typeface="+mn-cs"/>
                        </a:rPr>
                        <a:t> (CNN)</a:t>
                      </a:r>
                      <a:endParaRPr lang="en-GB" sz="1800" kern="1200" dirty="0">
                        <a:solidFill>
                          <a:schemeClr val="dk1"/>
                        </a:solidFill>
                        <a:effectLst/>
                        <a:latin typeface="+mn-lt"/>
                        <a:ea typeface="+mn-ea"/>
                        <a:cs typeface="+mn-cs"/>
                      </a:endParaRPr>
                    </a:p>
                    <a:p>
                      <a:pPr marL="285750" indent="-285750">
                        <a:buFont typeface="Arial" panose="020B0604020202020204" pitchFamily="34" charset="0"/>
                        <a:buChar char="•"/>
                      </a:pPr>
                      <a:r>
                        <a:rPr lang="id-ID" sz="1800" kern="1200" dirty="0">
                          <a:solidFill>
                            <a:schemeClr val="dk1"/>
                          </a:solidFill>
                          <a:effectLst/>
                          <a:latin typeface="+mn-lt"/>
                          <a:ea typeface="+mn-ea"/>
                          <a:cs typeface="+mn-cs"/>
                        </a:rPr>
                        <a:t>Regresi Logistik</a:t>
                      </a:r>
                    </a:p>
                    <a:p>
                      <a:pPr algn="l">
                        <a:lnSpc>
                          <a:spcPct val="100000"/>
                        </a:lnSpc>
                        <a:buNone/>
                      </a:pP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 ROC AUC: Model Skor-</a:t>
                      </a:r>
                      <a:r>
                        <a:rPr lang="id-ID" sz="1600" kern="0" dirty="0" err="1">
                          <a:effectLst/>
                        </a:rPr>
                        <a:t>xG</a:t>
                      </a:r>
                      <a:r>
                        <a:rPr lang="id-ID" sz="1600" kern="0" dirty="0">
                          <a:effectLst/>
                        </a:rPr>
                        <a:t> mencapai 0,845, mengungguli model Regresi Logistik (0,791).</a:t>
                      </a:r>
                      <a:endParaRPr lang="id-ID" sz="1800" kern="100" dirty="0">
                        <a:effectLst/>
                      </a:endParaRPr>
                    </a:p>
                    <a:p>
                      <a:pPr algn="l">
                        <a:lnSpc>
                          <a:spcPct val="100000"/>
                        </a:lnSpc>
                        <a:buNone/>
                      </a:pPr>
                      <a:r>
                        <a:rPr lang="id-ID" sz="1600" kern="0" dirty="0">
                          <a:effectLst/>
                        </a:rPr>
                        <a:t>• </a:t>
                      </a:r>
                      <a:r>
                        <a:rPr lang="id-ID" sz="1600" kern="0" dirty="0" err="1">
                          <a:effectLst/>
                        </a:rPr>
                        <a:t>Brier</a:t>
                      </a:r>
                      <a:r>
                        <a:rPr lang="id-ID" sz="1600" kern="0" dirty="0">
                          <a:effectLst/>
                        </a:rPr>
                        <a:t> </a:t>
                      </a:r>
                      <a:r>
                        <a:rPr lang="id-ID" sz="1600" kern="0" dirty="0" err="1">
                          <a:effectLst/>
                        </a:rPr>
                        <a:t>Score</a:t>
                      </a:r>
                      <a:r>
                        <a:rPr lang="id-ID" sz="1600" kern="0" dirty="0">
                          <a:effectLst/>
                        </a:rPr>
                        <a:t>: Skor-</a:t>
                      </a:r>
                      <a:r>
                        <a:rPr lang="id-ID" sz="1600" kern="0" dirty="0" err="1">
                          <a:effectLst/>
                        </a:rPr>
                        <a:t>xG</a:t>
                      </a:r>
                      <a:r>
                        <a:rPr lang="id-ID" sz="1600" kern="0" dirty="0">
                          <a:effectLst/>
                        </a:rPr>
                        <a:t> mendapatkan 0,068, lebih baik dari Regresi Logistik (0,075). (Nilai lebih rendah lebih baik).</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348433307"/>
                  </a:ext>
                </a:extLst>
              </a:tr>
            </a:tbl>
          </a:graphicData>
        </a:graphic>
      </p:graphicFrame>
    </p:spTree>
    <p:extLst>
      <p:ext uri="{BB962C8B-B14F-4D97-AF65-F5344CB8AC3E}">
        <p14:creationId xmlns:p14="http://schemas.microsoft.com/office/powerpoint/2010/main" val="27215085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441C0-EFF5-6275-0516-D1095C5FB7D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95B12D43-6252-287A-5A04-723E6A852B22}"/>
              </a:ext>
            </a:extLst>
          </p:cNvPr>
          <p:cNvSpPr>
            <a:spLocks noGrp="1"/>
          </p:cNvSpPr>
          <p:nvPr>
            <p:ph type="title"/>
          </p:nvPr>
        </p:nvSpPr>
        <p:spPr>
          <a:xfrm>
            <a:off x="749301" y="1714818"/>
            <a:ext cx="3886200" cy="2810460"/>
          </a:xfrm>
        </p:spPr>
        <p:txBody>
          <a:bodyPr rtlCol="0">
            <a:normAutofit/>
          </a:bodyPr>
          <a:lstStyle/>
          <a:p>
            <a:pPr rtl="0"/>
            <a:r>
              <a:rPr lang="en-GB" sz="4800" dirty="0"/>
              <a:t>METODOLOGI PENELITIAN</a:t>
            </a:r>
            <a:endParaRPr lang="id-ID" sz="4800" dirty="0"/>
          </a:p>
        </p:txBody>
      </p:sp>
      <p:sp>
        <p:nvSpPr>
          <p:cNvPr id="3" name="Tampungan Tanggal 2">
            <a:extLst>
              <a:ext uri="{FF2B5EF4-FFF2-40B4-BE49-F238E27FC236}">
                <a16:creationId xmlns:a16="http://schemas.microsoft.com/office/drawing/2014/main" id="{F645C5A0-EC07-0352-097A-B1FF3FE3CA99}"/>
              </a:ext>
            </a:extLst>
          </p:cNvPr>
          <p:cNvSpPr>
            <a:spLocks noGrp="1"/>
          </p:cNvSpPr>
          <p:nvPr>
            <p:ph type="dt" sz="half" idx="10"/>
          </p:nvPr>
        </p:nvSpPr>
        <p:spPr/>
        <p:txBody>
          <a:bodyPr rtlCol="0"/>
          <a:lstStyle/>
          <a:p>
            <a:pPr rtl="0"/>
            <a:fld id="{A808DD98-197B-46F5-A6AA-BDA332D7E685}" type="datetime1">
              <a:rPr lang="id-ID" smtClean="0"/>
              <a:t>06/11/2025</a:t>
            </a:fld>
            <a:endParaRPr lang="id-ID"/>
          </a:p>
        </p:txBody>
      </p:sp>
      <p:sp>
        <p:nvSpPr>
          <p:cNvPr id="5" name="Tampungan Nomor Slide 4">
            <a:extLst>
              <a:ext uri="{FF2B5EF4-FFF2-40B4-BE49-F238E27FC236}">
                <a16:creationId xmlns:a16="http://schemas.microsoft.com/office/drawing/2014/main" id="{EEDDF600-206D-37A2-5704-42ADE2DC06CB}"/>
              </a:ext>
            </a:extLst>
          </p:cNvPr>
          <p:cNvSpPr>
            <a:spLocks noGrp="1"/>
          </p:cNvSpPr>
          <p:nvPr>
            <p:ph type="sldNum" sz="quarter" idx="12"/>
          </p:nvPr>
        </p:nvSpPr>
        <p:spPr/>
        <p:txBody>
          <a:bodyPr rtlCol="0"/>
          <a:lstStyle/>
          <a:p>
            <a:pPr rtl="0"/>
            <a:fld id="{294A09A9-5501-47C1-A89A-A340965A2BE2}" type="slidenum">
              <a:rPr lang="id-ID" smtClean="0"/>
              <a:pPr rtl="0"/>
              <a:t>23</a:t>
            </a:fld>
            <a:endParaRPr lang="id-ID"/>
          </a:p>
        </p:txBody>
      </p:sp>
      <p:pic>
        <p:nvPicPr>
          <p:cNvPr id="4" name="Picture 3">
            <a:extLst>
              <a:ext uri="{FF2B5EF4-FFF2-40B4-BE49-F238E27FC236}">
                <a16:creationId xmlns:a16="http://schemas.microsoft.com/office/drawing/2014/main" id="{1137B5F6-817B-71B9-4E37-FF685014D70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78244" y="272630"/>
            <a:ext cx="5217117" cy="6334647"/>
          </a:xfrm>
          <a:prstGeom prst="rect">
            <a:avLst/>
          </a:prstGeom>
          <a:solidFill>
            <a:schemeClr val="bg1"/>
          </a:solidFill>
          <a:ln>
            <a:noFill/>
          </a:ln>
        </p:spPr>
      </p:pic>
    </p:spTree>
    <p:extLst>
      <p:ext uri="{BB962C8B-B14F-4D97-AF65-F5344CB8AC3E}">
        <p14:creationId xmlns:p14="http://schemas.microsoft.com/office/powerpoint/2010/main" val="3979649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2D1A202-23A3-4F3A-AA92-0172C8D2DA06}"/>
              </a:ext>
            </a:extLst>
          </p:cNvPr>
          <p:cNvSpPr>
            <a:spLocks noGrp="1"/>
          </p:cNvSpPr>
          <p:nvPr>
            <p:ph type="title"/>
          </p:nvPr>
        </p:nvSpPr>
        <p:spPr>
          <a:xfrm>
            <a:off x="1167492" y="381000"/>
            <a:ext cx="9779183" cy="1325563"/>
          </a:xfrm>
        </p:spPr>
        <p:txBody>
          <a:bodyPr rtlCol="0"/>
          <a:lstStyle/>
          <a:p>
            <a:pPr rtl="0"/>
            <a:r>
              <a:rPr lang="en-GB" dirty="0" err="1"/>
              <a:t>Metodologi</a:t>
            </a:r>
            <a:r>
              <a:rPr lang="en-GB" dirty="0"/>
              <a:t> </a:t>
            </a:r>
            <a:r>
              <a:rPr lang="en-GB" dirty="0" err="1"/>
              <a:t>Penelitian</a:t>
            </a:r>
            <a:r>
              <a:rPr lang="id-ID" dirty="0"/>
              <a:t> </a:t>
            </a:r>
          </a:p>
        </p:txBody>
      </p:sp>
      <p:sp>
        <p:nvSpPr>
          <p:cNvPr id="3" name="Tampungan Konten 2">
            <a:extLst>
              <a:ext uri="{FF2B5EF4-FFF2-40B4-BE49-F238E27FC236}">
                <a16:creationId xmlns:a16="http://schemas.microsoft.com/office/drawing/2014/main" id="{7B943E7C-A74D-4CB3-844B-51917C88C95F}"/>
              </a:ext>
            </a:extLst>
          </p:cNvPr>
          <p:cNvSpPr>
            <a:spLocks noGrp="1"/>
          </p:cNvSpPr>
          <p:nvPr>
            <p:ph type="body" idx="1"/>
          </p:nvPr>
        </p:nvSpPr>
        <p:spPr>
          <a:xfrm>
            <a:off x="430892" y="2640467"/>
            <a:ext cx="6795407" cy="3436483"/>
          </a:xfrm>
        </p:spPr>
        <p:txBody>
          <a:bodyPr vert="horz" lIns="91440" tIns="45720" rIns="91440" bIns="45720" rtlCol="0" anchor="t">
            <a:normAutofit fontScale="92500" lnSpcReduction="20000"/>
          </a:bodyPr>
          <a:lstStyle/>
          <a:p>
            <a:r>
              <a:rPr lang="id-ID" b="1" dirty="0"/>
              <a:t>Studi Literatur:</a:t>
            </a:r>
            <a:r>
              <a:rPr lang="id-ID" dirty="0"/>
              <a:t> Mengkaji penelitian-penelitian sebelumnya terkait model </a:t>
            </a:r>
            <a:r>
              <a:rPr lang="id-ID" dirty="0" err="1"/>
              <a:t>xG</a:t>
            </a:r>
            <a:r>
              <a:rPr lang="id-ID" dirty="0"/>
              <a:t> dan algoritma </a:t>
            </a:r>
            <a:r>
              <a:rPr lang="id-ID" i="1" dirty="0" err="1"/>
              <a:t>machine</a:t>
            </a:r>
            <a:r>
              <a:rPr lang="id-ID" i="1" dirty="0"/>
              <a:t> </a:t>
            </a:r>
            <a:r>
              <a:rPr lang="id-ID" i="1" dirty="0" err="1"/>
              <a:t>learning</a:t>
            </a:r>
            <a:r>
              <a:rPr lang="id-ID" dirty="0"/>
              <a:t> untuk memahami </a:t>
            </a:r>
            <a:r>
              <a:rPr lang="id-ID" i="1" dirty="0" err="1"/>
              <a:t>state-of-the-art</a:t>
            </a:r>
            <a:r>
              <a:rPr lang="id-ID" dirty="0"/>
              <a:t> dan mengidentifikasi celah penelitian (</a:t>
            </a:r>
            <a:r>
              <a:rPr lang="id-ID" i="1" dirty="0" err="1"/>
              <a:t>research</a:t>
            </a:r>
            <a:r>
              <a:rPr lang="id-ID" i="1" dirty="0"/>
              <a:t> gap</a:t>
            </a:r>
            <a:r>
              <a:rPr lang="id-ID" dirty="0"/>
              <a:t>).</a:t>
            </a:r>
          </a:p>
          <a:p>
            <a:r>
              <a:rPr lang="id-ID" b="1" dirty="0"/>
              <a:t>Perumusan Masalah:</a:t>
            </a:r>
            <a:r>
              <a:rPr lang="id-ID" dirty="0"/>
              <a:t> Menetapkan masalah, tujuan, dan ruang lingkup penelitian secara spesifik berdasarkan temuan dari studi literatur.</a:t>
            </a:r>
          </a:p>
        </p:txBody>
      </p:sp>
      <p:sp>
        <p:nvSpPr>
          <p:cNvPr id="6" name="Tampungan Nomor Slide 5">
            <a:extLst>
              <a:ext uri="{FF2B5EF4-FFF2-40B4-BE49-F238E27FC236}">
                <a16:creationId xmlns:a16="http://schemas.microsoft.com/office/drawing/2014/main" id="{B25B7362-01DC-0E4C-9B34-0DF3FD449CAD}"/>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24</a:t>
            </a:fld>
            <a:endParaRPr lang="id-ID"/>
          </a:p>
        </p:txBody>
      </p:sp>
      <p:pic>
        <p:nvPicPr>
          <p:cNvPr id="4" name="Picture 3">
            <a:extLst>
              <a:ext uri="{FF2B5EF4-FFF2-40B4-BE49-F238E27FC236}">
                <a16:creationId xmlns:a16="http://schemas.microsoft.com/office/drawing/2014/main" id="{F5F4A71E-E144-FDA3-2477-460FD183357F}"/>
              </a:ext>
            </a:extLst>
          </p:cNvPr>
          <p:cNvPicPr>
            <a:picLocks noChangeAspect="1"/>
          </p:cNvPicPr>
          <p:nvPr/>
        </p:nvPicPr>
        <p:blipFill>
          <a:blip r:embed="rId3" cstate="print">
            <a:extLst>
              <a:ext uri="{28A0092B-C50C-407E-A947-70E740481C1C}">
                <a14:useLocalDpi xmlns:a14="http://schemas.microsoft.com/office/drawing/2010/main" val="0"/>
              </a:ext>
            </a:extLst>
          </a:blip>
          <a:srcRect l="22906" r="28689" b="75028"/>
          <a:stretch>
            <a:fillRect/>
          </a:stretch>
        </p:blipFill>
        <p:spPr bwMode="auto">
          <a:xfrm>
            <a:off x="7536425" y="2638064"/>
            <a:ext cx="4288175" cy="2686104"/>
          </a:xfrm>
          <a:prstGeom prst="rect">
            <a:avLst/>
          </a:prstGeom>
          <a:solidFill>
            <a:schemeClr val="bg1"/>
          </a:solidFill>
          <a:ln>
            <a:noFill/>
          </a:ln>
        </p:spPr>
      </p:pic>
    </p:spTree>
    <p:extLst>
      <p:ext uri="{BB962C8B-B14F-4D97-AF65-F5344CB8AC3E}">
        <p14:creationId xmlns:p14="http://schemas.microsoft.com/office/powerpoint/2010/main" val="4450706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Judul 2">
            <a:extLst>
              <a:ext uri="{FF2B5EF4-FFF2-40B4-BE49-F238E27FC236}">
                <a16:creationId xmlns:a16="http://schemas.microsoft.com/office/drawing/2014/main" id="{C55E2E3E-148D-4BE4-88A4-447C4BC35E68}"/>
              </a:ext>
            </a:extLst>
          </p:cNvPr>
          <p:cNvSpPr>
            <a:spLocks noGrp="1"/>
          </p:cNvSpPr>
          <p:nvPr>
            <p:ph type="title"/>
          </p:nvPr>
        </p:nvSpPr>
        <p:spPr/>
        <p:txBody>
          <a:bodyPr rtlCol="0"/>
          <a:lstStyle/>
          <a:p>
            <a:r>
              <a:rPr lang="en-GB" dirty="0" err="1"/>
              <a:t>Metodologi</a:t>
            </a:r>
            <a:r>
              <a:rPr lang="en-GB" dirty="0"/>
              <a:t> </a:t>
            </a:r>
            <a:r>
              <a:rPr lang="en-GB" dirty="0" err="1"/>
              <a:t>Penelitian</a:t>
            </a:r>
            <a:r>
              <a:rPr lang="id-ID" dirty="0"/>
              <a:t> </a:t>
            </a:r>
          </a:p>
        </p:txBody>
      </p:sp>
      <p:sp>
        <p:nvSpPr>
          <p:cNvPr id="6" name="Tampungan Nomor Slide 5">
            <a:extLst>
              <a:ext uri="{FF2B5EF4-FFF2-40B4-BE49-F238E27FC236}">
                <a16:creationId xmlns:a16="http://schemas.microsoft.com/office/drawing/2014/main" id="{280037C3-0E79-CD4B-92A9-5B5F9E74A60B}"/>
              </a:ext>
            </a:extLst>
          </p:cNvPr>
          <p:cNvSpPr>
            <a:spLocks noGrp="1"/>
          </p:cNvSpPr>
          <p:nvPr>
            <p:ph type="sldNum" sz="quarter" idx="4"/>
          </p:nvPr>
        </p:nvSpPr>
        <p:spPr/>
        <p:txBody>
          <a:bodyPr rtlCol="0"/>
          <a:lstStyle/>
          <a:p>
            <a:pPr rtl="0"/>
            <a:fld id="{294A09A9-5501-47C1-A89A-A340965A2BE2}" type="slidenum">
              <a:rPr lang="id-ID" smtClean="0"/>
              <a:t>25</a:t>
            </a:fld>
            <a:endParaRPr lang="id-ID" dirty="0"/>
          </a:p>
        </p:txBody>
      </p:sp>
      <p:sp>
        <p:nvSpPr>
          <p:cNvPr id="9" name="TextBox 8">
            <a:extLst>
              <a:ext uri="{FF2B5EF4-FFF2-40B4-BE49-F238E27FC236}">
                <a16:creationId xmlns:a16="http://schemas.microsoft.com/office/drawing/2014/main" id="{823393FD-2CC1-A7D2-2E4C-5722E88A47CE}"/>
              </a:ext>
            </a:extLst>
          </p:cNvPr>
          <p:cNvSpPr txBox="1"/>
          <p:nvPr/>
        </p:nvSpPr>
        <p:spPr>
          <a:xfrm>
            <a:off x="696450" y="1895163"/>
            <a:ext cx="6096000" cy="3785652"/>
          </a:xfrm>
          <a:prstGeom prst="rect">
            <a:avLst/>
          </a:prstGeom>
          <a:noFill/>
        </p:spPr>
        <p:txBody>
          <a:bodyPr wrap="square">
            <a:spAutoFit/>
          </a:bodyPr>
          <a:lstStyle/>
          <a:p>
            <a:pPr marL="285750" indent="-285750">
              <a:buFont typeface="Arial" panose="020B0604020202020204" pitchFamily="34" charset="0"/>
              <a:buChar char="•"/>
            </a:pPr>
            <a:r>
              <a:rPr lang="id-ID" sz="2000" b="1" dirty="0">
                <a:solidFill>
                  <a:schemeClr val="bg1"/>
                </a:solidFill>
              </a:rPr>
              <a:t>Kerangka Kerja KDD (</a:t>
            </a:r>
            <a:r>
              <a:rPr lang="id-ID" sz="2000" b="1" dirty="0" err="1">
                <a:solidFill>
                  <a:schemeClr val="bg1"/>
                </a:solidFill>
              </a:rPr>
              <a:t>Knowledge</a:t>
            </a:r>
            <a:r>
              <a:rPr lang="id-ID" sz="2000" b="1" dirty="0">
                <a:solidFill>
                  <a:schemeClr val="bg1"/>
                </a:solidFill>
              </a:rPr>
              <a:t> </a:t>
            </a:r>
            <a:r>
              <a:rPr lang="id-ID" sz="2000" b="1" dirty="0" err="1">
                <a:solidFill>
                  <a:schemeClr val="bg1"/>
                </a:solidFill>
              </a:rPr>
              <a:t>Discovery</a:t>
            </a:r>
            <a:r>
              <a:rPr lang="id-ID" sz="2000" b="1" dirty="0">
                <a:solidFill>
                  <a:schemeClr val="bg1"/>
                </a:solidFill>
              </a:rPr>
              <a:t> in </a:t>
            </a:r>
            <a:r>
              <a:rPr lang="id-ID" sz="2000" b="1" dirty="0" err="1">
                <a:solidFill>
                  <a:schemeClr val="bg1"/>
                </a:solidFill>
              </a:rPr>
              <a:t>Databases</a:t>
            </a:r>
            <a:r>
              <a:rPr lang="id-ID" sz="2000" b="1" dirty="0">
                <a:solidFill>
                  <a:schemeClr val="bg1"/>
                </a:solidFill>
              </a:rPr>
              <a:t>)</a:t>
            </a:r>
          </a:p>
          <a:p>
            <a:pPr marL="285750" indent="-285750">
              <a:buFont typeface="Arial" panose="020B0604020202020204" pitchFamily="34" charset="0"/>
              <a:buChar char="•"/>
            </a:pPr>
            <a:r>
              <a:rPr lang="id-ID" sz="2000" dirty="0">
                <a:solidFill>
                  <a:schemeClr val="bg1"/>
                </a:solidFill>
              </a:rPr>
              <a:t>Penelitian ini mengadopsi kerangka kerja </a:t>
            </a:r>
            <a:r>
              <a:rPr lang="id-ID" sz="2000" b="1" dirty="0">
                <a:solidFill>
                  <a:schemeClr val="bg1"/>
                </a:solidFill>
              </a:rPr>
              <a:t>KDD</a:t>
            </a:r>
            <a:r>
              <a:rPr lang="id-ID" sz="2000" dirty="0">
                <a:solidFill>
                  <a:schemeClr val="bg1"/>
                </a:solidFill>
              </a:rPr>
              <a:t> untuk memproses data secara sistematis, mulai dari pengumpulan data hingga evaluasi model akhir.</a:t>
            </a:r>
          </a:p>
          <a:p>
            <a:pPr marL="285750" indent="-285750">
              <a:buFont typeface="Arial" panose="020B0604020202020204" pitchFamily="34" charset="0"/>
              <a:buChar char="•"/>
            </a:pPr>
            <a:r>
              <a:rPr lang="id-ID" sz="2000" b="1" dirty="0">
                <a:solidFill>
                  <a:schemeClr val="bg1"/>
                </a:solidFill>
              </a:rPr>
              <a:t>Proses KDD yang dilakukan meliputi:</a:t>
            </a:r>
            <a:endParaRPr lang="id-ID" sz="2000" dirty="0">
              <a:solidFill>
                <a:schemeClr val="bg1"/>
              </a:solidFill>
            </a:endParaRPr>
          </a:p>
          <a:p>
            <a:pPr marL="742950" lvl="1" indent="-285750">
              <a:buFont typeface="Arial" panose="020B0604020202020204" pitchFamily="34" charset="0"/>
              <a:buChar char="•"/>
            </a:pPr>
            <a:r>
              <a:rPr lang="en-GB" sz="2000" dirty="0">
                <a:solidFill>
                  <a:schemeClr val="bg1"/>
                </a:solidFill>
              </a:rPr>
              <a:t>Data Selection</a:t>
            </a:r>
            <a:endParaRPr lang="id-ID" sz="2000" dirty="0">
              <a:solidFill>
                <a:schemeClr val="bg1"/>
              </a:solidFill>
            </a:endParaRPr>
          </a:p>
          <a:p>
            <a:pPr marL="742950" lvl="1" indent="-285750">
              <a:buFont typeface="Arial" panose="020B0604020202020204" pitchFamily="34" charset="0"/>
              <a:buChar char="•"/>
            </a:pPr>
            <a:r>
              <a:rPr lang="en-GB" sz="2000" dirty="0">
                <a:solidFill>
                  <a:schemeClr val="bg1"/>
                </a:solidFill>
              </a:rPr>
              <a:t>Data Preprocessing</a:t>
            </a:r>
            <a:endParaRPr lang="id-ID" sz="2000" dirty="0">
              <a:solidFill>
                <a:schemeClr val="bg1"/>
              </a:solidFill>
            </a:endParaRPr>
          </a:p>
          <a:p>
            <a:pPr marL="742950" lvl="1" indent="-285750">
              <a:buFont typeface="Arial" panose="020B0604020202020204" pitchFamily="34" charset="0"/>
              <a:buChar char="•"/>
            </a:pPr>
            <a:r>
              <a:rPr lang="en-GB" sz="2000" dirty="0">
                <a:solidFill>
                  <a:schemeClr val="bg1"/>
                </a:solidFill>
              </a:rPr>
              <a:t>Data Transformation</a:t>
            </a:r>
          </a:p>
          <a:p>
            <a:pPr marL="742950" lvl="1" indent="-285750">
              <a:buFont typeface="Arial" panose="020B0604020202020204" pitchFamily="34" charset="0"/>
              <a:buChar char="•"/>
            </a:pPr>
            <a:r>
              <a:rPr lang="en-GB" sz="2000" dirty="0">
                <a:solidFill>
                  <a:schemeClr val="bg1"/>
                </a:solidFill>
              </a:rPr>
              <a:t>Data Mining</a:t>
            </a:r>
          </a:p>
          <a:p>
            <a:pPr marL="742950" lvl="1" indent="-285750">
              <a:buFont typeface="Arial" panose="020B0604020202020204" pitchFamily="34" charset="0"/>
              <a:buChar char="•"/>
            </a:pPr>
            <a:r>
              <a:rPr lang="en-GB" sz="2000" dirty="0">
                <a:solidFill>
                  <a:schemeClr val="bg1"/>
                </a:solidFill>
              </a:rPr>
              <a:t>Evaluation</a:t>
            </a:r>
            <a:endParaRPr lang="id-ID" sz="2000" dirty="0">
              <a:solidFill>
                <a:schemeClr val="bg1"/>
              </a:solidFill>
            </a:endParaRPr>
          </a:p>
        </p:txBody>
      </p:sp>
      <p:pic>
        <p:nvPicPr>
          <p:cNvPr id="2" name="Picture 1">
            <a:extLst>
              <a:ext uri="{FF2B5EF4-FFF2-40B4-BE49-F238E27FC236}">
                <a16:creationId xmlns:a16="http://schemas.microsoft.com/office/drawing/2014/main" id="{151EA97F-4A7D-3BB8-DAEA-3B416643E029}"/>
              </a:ext>
            </a:extLst>
          </p:cNvPr>
          <p:cNvPicPr>
            <a:picLocks noChangeAspect="1"/>
          </p:cNvPicPr>
          <p:nvPr/>
        </p:nvPicPr>
        <p:blipFill>
          <a:blip r:embed="rId3" cstate="print">
            <a:extLst>
              <a:ext uri="{28A0092B-C50C-407E-A947-70E740481C1C}">
                <a14:useLocalDpi xmlns:a14="http://schemas.microsoft.com/office/drawing/2010/main" val="0"/>
              </a:ext>
            </a:extLst>
          </a:blip>
          <a:srcRect l="26265" t="24336"/>
          <a:stretch>
            <a:fillRect/>
          </a:stretch>
        </p:blipFill>
        <p:spPr bwMode="auto">
          <a:xfrm>
            <a:off x="7234903" y="639762"/>
            <a:ext cx="4576096" cy="5701602"/>
          </a:xfrm>
          <a:prstGeom prst="rect">
            <a:avLst/>
          </a:prstGeom>
          <a:solidFill>
            <a:schemeClr val="bg1"/>
          </a:solidFill>
          <a:ln>
            <a:noFill/>
          </a:ln>
        </p:spPr>
      </p:pic>
    </p:spTree>
    <p:extLst>
      <p:ext uri="{BB962C8B-B14F-4D97-AF65-F5344CB8AC3E}">
        <p14:creationId xmlns:p14="http://schemas.microsoft.com/office/powerpoint/2010/main" val="9324984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C635F-FBAA-FDD9-CF71-BD007E5AD885}"/>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4C70685-1C99-35D8-F2A8-F508D0CBA3E6}"/>
              </a:ext>
            </a:extLst>
          </p:cNvPr>
          <p:cNvSpPr>
            <a:spLocks noGrp="1"/>
          </p:cNvSpPr>
          <p:nvPr>
            <p:ph type="title"/>
          </p:nvPr>
        </p:nvSpPr>
        <p:spPr>
          <a:xfrm>
            <a:off x="1167492" y="381000"/>
            <a:ext cx="9779183" cy="1325563"/>
          </a:xfrm>
        </p:spPr>
        <p:txBody>
          <a:bodyPr rtlCol="0"/>
          <a:lstStyle/>
          <a:p>
            <a:pPr rtl="0"/>
            <a:r>
              <a:rPr lang="en-GB" dirty="0" err="1"/>
              <a:t>Metodologi</a:t>
            </a:r>
            <a:r>
              <a:rPr lang="en-GB" dirty="0"/>
              <a:t> </a:t>
            </a:r>
            <a:r>
              <a:rPr lang="en-GB" dirty="0" err="1"/>
              <a:t>Penelitian</a:t>
            </a:r>
            <a:r>
              <a:rPr lang="id-ID" dirty="0"/>
              <a:t> </a:t>
            </a:r>
          </a:p>
        </p:txBody>
      </p:sp>
      <p:sp>
        <p:nvSpPr>
          <p:cNvPr id="3" name="Tampungan Konten 2">
            <a:extLst>
              <a:ext uri="{FF2B5EF4-FFF2-40B4-BE49-F238E27FC236}">
                <a16:creationId xmlns:a16="http://schemas.microsoft.com/office/drawing/2014/main" id="{4C84235F-1E29-7F6C-4967-E9E430E1EA77}"/>
              </a:ext>
            </a:extLst>
          </p:cNvPr>
          <p:cNvSpPr>
            <a:spLocks noGrp="1"/>
          </p:cNvSpPr>
          <p:nvPr>
            <p:ph type="body" idx="1"/>
          </p:nvPr>
        </p:nvSpPr>
        <p:spPr>
          <a:xfrm>
            <a:off x="430892" y="2640467"/>
            <a:ext cx="6795407" cy="3436483"/>
          </a:xfrm>
        </p:spPr>
        <p:txBody>
          <a:bodyPr vert="horz" lIns="91440" tIns="45720" rIns="91440" bIns="45720" rtlCol="0" anchor="t">
            <a:normAutofit fontScale="85000" lnSpcReduction="10000"/>
          </a:bodyPr>
          <a:lstStyle/>
          <a:p>
            <a:pPr marL="342900" indent="-342900">
              <a:buFont typeface="Arial" panose="020B0604020202020204" pitchFamily="34" charset="0"/>
              <a:buChar char="•"/>
            </a:pPr>
            <a:r>
              <a:rPr lang="en-GB" b="1" dirty="0" err="1"/>
              <a:t>Interpretasi</a:t>
            </a:r>
            <a:r>
              <a:rPr lang="id-ID" b="1" dirty="0"/>
              <a:t>:</a:t>
            </a:r>
            <a:r>
              <a:rPr lang="id-ID" dirty="0"/>
              <a:t> Hasil evaluasi (akurasi dan efisiensi) akan dianalisis secara mendalam dan dibandingkan dengan tolok ukur akademis serta industri untuk memberikan konteks yang menyeluruh.</a:t>
            </a:r>
          </a:p>
          <a:p>
            <a:pPr marL="342900" indent="-342900">
              <a:buFont typeface="Arial" panose="020B0604020202020204" pitchFamily="34" charset="0"/>
              <a:buChar char="•"/>
            </a:pPr>
            <a:r>
              <a:rPr lang="id-ID" b="1" dirty="0"/>
              <a:t>Implikasi Penelitian:</a:t>
            </a:r>
            <a:r>
              <a:rPr lang="id-ID" dirty="0"/>
              <a:t> Merumuskan dampak dari hasil penelitian, baik secara teoretis (untuk pengembangan ilmu) maupun praktis (untuk industri sepak bola).</a:t>
            </a:r>
          </a:p>
        </p:txBody>
      </p:sp>
      <p:sp>
        <p:nvSpPr>
          <p:cNvPr id="6" name="Tampungan Nomor Slide 5">
            <a:extLst>
              <a:ext uri="{FF2B5EF4-FFF2-40B4-BE49-F238E27FC236}">
                <a16:creationId xmlns:a16="http://schemas.microsoft.com/office/drawing/2014/main" id="{A55421C3-8898-EC61-B57F-500221B6B119}"/>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26</a:t>
            </a:fld>
            <a:endParaRPr lang="id-ID"/>
          </a:p>
        </p:txBody>
      </p:sp>
      <p:pic>
        <p:nvPicPr>
          <p:cNvPr id="7" name="Picture 6">
            <a:extLst>
              <a:ext uri="{FF2B5EF4-FFF2-40B4-BE49-F238E27FC236}">
                <a16:creationId xmlns:a16="http://schemas.microsoft.com/office/drawing/2014/main" id="{547BDAAC-C337-B276-6B66-6DEA81D8CE62}"/>
              </a:ext>
            </a:extLst>
          </p:cNvPr>
          <p:cNvPicPr>
            <a:picLocks noChangeAspect="1"/>
          </p:cNvPicPr>
          <p:nvPr/>
        </p:nvPicPr>
        <p:blipFill>
          <a:blip r:embed="rId3" cstate="print">
            <a:extLst>
              <a:ext uri="{28A0092B-C50C-407E-A947-70E740481C1C}">
                <a14:useLocalDpi xmlns:a14="http://schemas.microsoft.com/office/drawing/2010/main" val="0"/>
              </a:ext>
            </a:extLst>
          </a:blip>
          <a:srcRect l="-628" t="68359" r="69812" b="-2308"/>
          <a:stretch>
            <a:fillRect/>
          </a:stretch>
        </p:blipFill>
        <p:spPr bwMode="auto">
          <a:xfrm>
            <a:off x="7986058" y="3123820"/>
            <a:ext cx="2515629" cy="2469776"/>
          </a:xfrm>
          <a:prstGeom prst="rect">
            <a:avLst/>
          </a:prstGeom>
          <a:solidFill>
            <a:schemeClr val="bg1"/>
          </a:solidFill>
          <a:ln>
            <a:noFill/>
          </a:ln>
        </p:spPr>
      </p:pic>
    </p:spTree>
    <p:extLst>
      <p:ext uri="{BB962C8B-B14F-4D97-AF65-F5344CB8AC3E}">
        <p14:creationId xmlns:p14="http://schemas.microsoft.com/office/powerpoint/2010/main" val="2063554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22D6-7CC8-EF15-8F0A-E57699AE1AA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4FEBBCB3-745D-1684-2E21-84343A3616DA}"/>
              </a:ext>
            </a:extLst>
          </p:cNvPr>
          <p:cNvSpPr>
            <a:spLocks noGrp="1"/>
          </p:cNvSpPr>
          <p:nvPr>
            <p:ph type="title"/>
          </p:nvPr>
        </p:nvSpPr>
        <p:spPr>
          <a:xfrm>
            <a:off x="578670" y="1803307"/>
            <a:ext cx="4265150" cy="2810460"/>
          </a:xfrm>
        </p:spPr>
        <p:txBody>
          <a:bodyPr rtlCol="0">
            <a:normAutofit/>
          </a:bodyPr>
          <a:lstStyle/>
          <a:p>
            <a:pPr rtl="0"/>
            <a:r>
              <a:rPr lang="en-GB" sz="4800" dirty="0"/>
              <a:t>HASIL DAN PEMBAHASAN</a:t>
            </a:r>
            <a:endParaRPr lang="id-ID" sz="4800" dirty="0"/>
          </a:p>
        </p:txBody>
      </p:sp>
      <p:sp>
        <p:nvSpPr>
          <p:cNvPr id="3" name="Tampungan Tanggal 2">
            <a:extLst>
              <a:ext uri="{FF2B5EF4-FFF2-40B4-BE49-F238E27FC236}">
                <a16:creationId xmlns:a16="http://schemas.microsoft.com/office/drawing/2014/main" id="{FF1C000C-9C6D-A5E5-4327-2F4B5006591D}"/>
              </a:ext>
            </a:extLst>
          </p:cNvPr>
          <p:cNvSpPr>
            <a:spLocks noGrp="1"/>
          </p:cNvSpPr>
          <p:nvPr>
            <p:ph type="dt" sz="half" idx="10"/>
          </p:nvPr>
        </p:nvSpPr>
        <p:spPr/>
        <p:txBody>
          <a:bodyPr rtlCol="0"/>
          <a:lstStyle/>
          <a:p>
            <a:pPr rtl="0"/>
            <a:fld id="{A808DD98-197B-46F5-A6AA-BDA332D7E685}" type="datetime1">
              <a:rPr lang="id-ID" smtClean="0"/>
              <a:t>06/11/2025</a:t>
            </a:fld>
            <a:endParaRPr lang="id-ID"/>
          </a:p>
        </p:txBody>
      </p:sp>
      <p:sp>
        <p:nvSpPr>
          <p:cNvPr id="5" name="Tampungan Nomor Slide 4">
            <a:extLst>
              <a:ext uri="{FF2B5EF4-FFF2-40B4-BE49-F238E27FC236}">
                <a16:creationId xmlns:a16="http://schemas.microsoft.com/office/drawing/2014/main" id="{C264A00E-883A-9393-8F36-0357416C490F}"/>
              </a:ext>
            </a:extLst>
          </p:cNvPr>
          <p:cNvSpPr>
            <a:spLocks noGrp="1"/>
          </p:cNvSpPr>
          <p:nvPr>
            <p:ph type="sldNum" sz="quarter" idx="12"/>
          </p:nvPr>
        </p:nvSpPr>
        <p:spPr/>
        <p:txBody>
          <a:bodyPr rtlCol="0"/>
          <a:lstStyle/>
          <a:p>
            <a:pPr rtl="0"/>
            <a:fld id="{294A09A9-5501-47C1-A89A-A340965A2BE2}" type="slidenum">
              <a:rPr lang="id-ID" smtClean="0"/>
              <a:pPr rtl="0"/>
              <a:t>27</a:t>
            </a:fld>
            <a:endParaRPr lang="id-ID"/>
          </a:p>
        </p:txBody>
      </p:sp>
      <p:pic>
        <p:nvPicPr>
          <p:cNvPr id="6" name="Picture 5">
            <a:extLst>
              <a:ext uri="{FF2B5EF4-FFF2-40B4-BE49-F238E27FC236}">
                <a16:creationId xmlns:a16="http://schemas.microsoft.com/office/drawing/2014/main" id="{2D50D84C-730C-5EF2-F13C-1C414622F2B0}"/>
              </a:ext>
            </a:extLst>
          </p:cNvPr>
          <p:cNvPicPr>
            <a:picLocks noChangeAspect="1"/>
          </p:cNvPicPr>
          <p:nvPr/>
        </p:nvPicPr>
        <p:blipFill>
          <a:blip r:embed="rId3"/>
          <a:srcRect l="22141" t="27012" r="3531" b="697"/>
          <a:stretch>
            <a:fillRect/>
          </a:stretch>
        </p:blipFill>
        <p:spPr>
          <a:xfrm>
            <a:off x="5256776" y="1803307"/>
            <a:ext cx="6967332" cy="2989919"/>
          </a:xfrm>
          <a:prstGeom prst="rect">
            <a:avLst/>
          </a:prstGeom>
        </p:spPr>
      </p:pic>
    </p:spTree>
    <p:extLst>
      <p:ext uri="{BB962C8B-B14F-4D97-AF65-F5344CB8AC3E}">
        <p14:creationId xmlns:p14="http://schemas.microsoft.com/office/powerpoint/2010/main" val="30815733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35A9A-B068-175F-290F-D44164ED212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79287028-73A1-682A-2E50-514B7652A422}"/>
              </a:ext>
            </a:extLst>
          </p:cNvPr>
          <p:cNvSpPr>
            <a:spLocks noGrp="1"/>
          </p:cNvSpPr>
          <p:nvPr>
            <p:ph type="title"/>
          </p:nvPr>
        </p:nvSpPr>
        <p:spPr>
          <a:xfrm>
            <a:off x="1227937" y="556806"/>
            <a:ext cx="8656292" cy="841827"/>
          </a:xfrm>
        </p:spPr>
        <p:txBody>
          <a:bodyPr rtlCol="0"/>
          <a:lstStyle/>
          <a:p>
            <a:pPr rtl="0"/>
            <a:r>
              <a:rPr lang="en-GB" sz="6600" dirty="0" err="1"/>
              <a:t>Statsbomb</a:t>
            </a:r>
            <a:r>
              <a:rPr lang="en-GB" sz="6600" dirty="0"/>
              <a:t> Open-Data</a:t>
            </a:r>
            <a:endParaRPr lang="id-ID" sz="6600" dirty="0"/>
          </a:p>
        </p:txBody>
      </p:sp>
      <p:sp>
        <p:nvSpPr>
          <p:cNvPr id="4" name="Tampungan Tanggal 3">
            <a:extLst>
              <a:ext uri="{FF2B5EF4-FFF2-40B4-BE49-F238E27FC236}">
                <a16:creationId xmlns:a16="http://schemas.microsoft.com/office/drawing/2014/main" id="{FF02812F-9B55-9F02-F79F-35A3C4BE69E4}"/>
              </a:ext>
            </a:extLst>
          </p:cNvPr>
          <p:cNvSpPr>
            <a:spLocks noGrp="1"/>
          </p:cNvSpPr>
          <p:nvPr>
            <p:ph type="dt" sz="half" idx="2"/>
          </p:nvPr>
        </p:nvSpPr>
        <p:spPr>
          <a:xfrm>
            <a:off x="0" y="6492875"/>
            <a:ext cx="1041400" cy="365125"/>
          </a:xfrm>
        </p:spPr>
        <p:txBody>
          <a:bodyPr rtlCol="0"/>
          <a:lstStyle/>
          <a:p>
            <a:pPr rtl="0"/>
            <a:fld id="{70C69C4D-CAFD-4E0E-94E0-4B1709D96441}" type="datetime1">
              <a:rPr lang="id-ID" smtClean="0"/>
              <a:t>06/11/2025</a:t>
            </a:fld>
            <a:endParaRPr lang="id-ID" dirty="0"/>
          </a:p>
        </p:txBody>
      </p:sp>
      <p:sp>
        <p:nvSpPr>
          <p:cNvPr id="6" name="Tampungan Nomor Slide 5">
            <a:extLst>
              <a:ext uri="{FF2B5EF4-FFF2-40B4-BE49-F238E27FC236}">
                <a16:creationId xmlns:a16="http://schemas.microsoft.com/office/drawing/2014/main" id="{458856AD-A3CC-D2B0-B82E-E45FCA8A094A}"/>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28</a:t>
            </a:fld>
            <a:endParaRPr lang="id-ID"/>
          </a:p>
        </p:txBody>
      </p:sp>
      <p:sp>
        <p:nvSpPr>
          <p:cNvPr id="13" name="Rectangle 1">
            <a:extLst>
              <a:ext uri="{FF2B5EF4-FFF2-40B4-BE49-F238E27FC236}">
                <a16:creationId xmlns:a16="http://schemas.microsoft.com/office/drawing/2014/main" id="{74725619-4671-E9C6-667E-2234BF0E4410}"/>
              </a:ext>
            </a:extLst>
          </p:cNvPr>
          <p:cNvSpPr>
            <a:spLocks noChangeArrowheads="1"/>
          </p:cNvSpPr>
          <p:nvPr/>
        </p:nvSpPr>
        <p:spPr bwMode="auto">
          <a:xfrm>
            <a:off x="520699" y="977720"/>
            <a:ext cx="6759634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id-ID" altLang="id-ID" sz="1800" b="0" i="0" u="none" strike="noStrike" cap="none" normalizeH="0" baseline="0">
                <a:ln>
                  <a:noFill/>
                </a:ln>
                <a:solidFill>
                  <a:schemeClr val="tx1"/>
                </a:solidFill>
                <a:effectLst/>
                <a:latin typeface="Arial" panose="020B0604020202020204" pitchFamily="34" charset="0"/>
              </a:rPr>
            </a:br>
            <a:endParaRPr kumimoji="0" lang="id-ID" altLang="id-ID" sz="1800" b="0" i="0" u="none" strike="noStrike" cap="none" normalizeH="0" baseline="0">
              <a:ln>
                <a:noFill/>
              </a:ln>
              <a:solidFill>
                <a:schemeClr val="tx1"/>
              </a:solidFill>
              <a:effectLst/>
              <a:latin typeface="Arial" panose="020B0604020202020204" pitchFamily="34" charset="0"/>
            </a:endParaRPr>
          </a:p>
        </p:txBody>
      </p:sp>
      <p:pic>
        <p:nvPicPr>
          <p:cNvPr id="20" name="Picture 19">
            <a:extLst>
              <a:ext uri="{FF2B5EF4-FFF2-40B4-BE49-F238E27FC236}">
                <a16:creationId xmlns:a16="http://schemas.microsoft.com/office/drawing/2014/main" id="{F159E0B9-C798-DC11-6937-7F37BF2B9999}"/>
              </a:ext>
            </a:extLst>
          </p:cNvPr>
          <p:cNvPicPr>
            <a:picLocks noChangeAspect="1"/>
          </p:cNvPicPr>
          <p:nvPr/>
        </p:nvPicPr>
        <p:blipFill>
          <a:blip r:embed="rId3"/>
          <a:stretch>
            <a:fillRect/>
          </a:stretch>
        </p:blipFill>
        <p:spPr>
          <a:xfrm>
            <a:off x="342635" y="2558500"/>
            <a:ext cx="6155321" cy="3129824"/>
          </a:xfrm>
          <a:prstGeom prst="rect">
            <a:avLst/>
          </a:prstGeom>
        </p:spPr>
      </p:pic>
      <p:pic>
        <p:nvPicPr>
          <p:cNvPr id="1027" name="Picture 3">
            <a:extLst>
              <a:ext uri="{FF2B5EF4-FFF2-40B4-BE49-F238E27FC236}">
                <a16:creationId xmlns:a16="http://schemas.microsoft.com/office/drawing/2014/main" id="{BC60DCB6-4911-838E-946C-B0656DD3B79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04636" y="2589318"/>
            <a:ext cx="5080892" cy="3129824"/>
          </a:xfrm>
          <a:prstGeom prst="rect">
            <a:avLst/>
          </a:prstGeom>
          <a:noFill/>
          <a:extLst>
            <a:ext uri="{909E8E84-426E-40DD-AFC4-6F175D3DCCD1}">
              <a14:hiddenFill xmlns:a14="http://schemas.microsoft.com/office/drawing/2010/main">
                <a:solidFill>
                  <a:srgbClr val="FFFFFF"/>
                </a:solidFill>
              </a14:hiddenFill>
            </a:ext>
          </a:extLst>
        </p:spPr>
      </p:pic>
      <p:sp>
        <p:nvSpPr>
          <p:cNvPr id="3" name="Tampungan Konten 2">
            <a:extLst>
              <a:ext uri="{FF2B5EF4-FFF2-40B4-BE49-F238E27FC236}">
                <a16:creationId xmlns:a16="http://schemas.microsoft.com/office/drawing/2014/main" id="{47F1889C-E270-3A0E-DF78-8678460D54FF}"/>
              </a:ext>
            </a:extLst>
          </p:cNvPr>
          <p:cNvSpPr>
            <a:spLocks noGrp="1"/>
          </p:cNvSpPr>
          <p:nvPr>
            <p:ph idx="1"/>
          </p:nvPr>
        </p:nvSpPr>
        <p:spPr>
          <a:xfrm>
            <a:off x="342635" y="1559349"/>
            <a:ext cx="10371810" cy="869253"/>
          </a:xfrm>
        </p:spPr>
        <p:txBody>
          <a:bodyPr vert="horz" lIns="91440" tIns="45720" rIns="91440" bIns="45720" rtlCol="0" anchor="t">
            <a:normAutofit lnSpcReduction="10000"/>
          </a:bodyPr>
          <a:lstStyle/>
          <a:p>
            <a:r>
              <a:rPr lang="en-GB" sz="2000" dirty="0"/>
              <a:t>Data </a:t>
            </a:r>
            <a:r>
              <a:rPr lang="en-GB" sz="2000" dirty="0" err="1"/>
              <a:t>akan</a:t>
            </a:r>
            <a:r>
              <a:rPr lang="en-GB" sz="2000" dirty="0"/>
              <a:t> di download </a:t>
            </a:r>
            <a:r>
              <a:rPr lang="en-GB" sz="2000" dirty="0" err="1"/>
              <a:t>melalui</a:t>
            </a:r>
            <a:r>
              <a:rPr lang="en-GB" sz="2000" dirty="0"/>
              <a:t> github.com/</a:t>
            </a:r>
            <a:r>
              <a:rPr lang="en-GB" sz="2000" dirty="0" err="1"/>
              <a:t>statsbomb</a:t>
            </a:r>
            <a:r>
              <a:rPr lang="en-GB" sz="2000" dirty="0"/>
              <a:t>/open-data dan </a:t>
            </a:r>
            <a:r>
              <a:rPr lang="en-GB" sz="2000" dirty="0" err="1"/>
              <a:t>diolah</a:t>
            </a:r>
            <a:r>
              <a:rPr lang="en-GB" sz="2000" dirty="0"/>
              <a:t> </a:t>
            </a:r>
            <a:r>
              <a:rPr lang="en-GB" sz="2000" dirty="0" err="1"/>
              <a:t>menggunakan</a:t>
            </a:r>
            <a:r>
              <a:rPr lang="en-GB" sz="2000" dirty="0"/>
              <a:t> Google </a:t>
            </a:r>
            <a:r>
              <a:rPr lang="en-GB" sz="2000" dirty="0" err="1"/>
              <a:t>Colab</a:t>
            </a:r>
            <a:r>
              <a:rPr lang="en-GB" sz="2000" dirty="0"/>
              <a:t> </a:t>
            </a:r>
            <a:r>
              <a:rPr lang="en-GB" sz="2000" dirty="0" err="1"/>
              <a:t>dengan</a:t>
            </a:r>
            <a:r>
              <a:rPr lang="en-GB" sz="2000" dirty="0"/>
              <a:t> library Pandas, dan </a:t>
            </a:r>
            <a:r>
              <a:rPr lang="en-GB" sz="2000" dirty="0" err="1"/>
              <a:t>lainnya</a:t>
            </a:r>
            <a:r>
              <a:rPr lang="en-GB" sz="2000" dirty="0"/>
              <a:t>. Master.zip yang </a:t>
            </a:r>
            <a:r>
              <a:rPr lang="en-GB" sz="2000" dirty="0" err="1"/>
              <a:t>berisi</a:t>
            </a:r>
            <a:r>
              <a:rPr lang="en-GB" sz="2000" dirty="0"/>
              <a:t> </a:t>
            </a:r>
            <a:r>
              <a:rPr lang="en-GB" sz="2000" dirty="0" err="1"/>
              <a:t>seluruh</a:t>
            </a:r>
            <a:r>
              <a:rPr lang="en-GB" sz="2000" dirty="0"/>
              <a:t> data </a:t>
            </a:r>
            <a:r>
              <a:rPr lang="en-GB" sz="2000" dirty="0" err="1"/>
              <a:t>akan</a:t>
            </a:r>
            <a:r>
              <a:rPr lang="en-GB" sz="2000" dirty="0"/>
              <a:t> di download </a:t>
            </a:r>
            <a:r>
              <a:rPr lang="en-GB" sz="2000" dirty="0" err="1"/>
              <a:t>lewat</a:t>
            </a:r>
            <a:r>
              <a:rPr lang="en-GB" sz="2000" dirty="0"/>
              <a:t> environment Google </a:t>
            </a:r>
            <a:r>
              <a:rPr lang="en-GB" sz="2000" dirty="0" err="1"/>
              <a:t>Colab</a:t>
            </a:r>
            <a:r>
              <a:rPr lang="en-GB" sz="2000" dirty="0"/>
              <a:t> </a:t>
            </a:r>
            <a:r>
              <a:rPr lang="en-GB" sz="2000" dirty="0" err="1"/>
              <a:t>untuk</a:t>
            </a:r>
            <a:r>
              <a:rPr lang="en-GB" sz="2000" dirty="0"/>
              <a:t> </a:t>
            </a:r>
            <a:r>
              <a:rPr lang="en-GB" sz="2000" dirty="0" err="1"/>
              <a:t>menjamin</a:t>
            </a:r>
            <a:r>
              <a:rPr lang="en-GB" sz="2000" dirty="0"/>
              <a:t> </a:t>
            </a:r>
            <a:r>
              <a:rPr lang="en-GB" sz="2000" dirty="0" err="1"/>
              <a:t>kecepatannya</a:t>
            </a:r>
            <a:r>
              <a:rPr lang="en-GB" sz="2000" dirty="0"/>
              <a:t>.</a:t>
            </a:r>
            <a:endParaRPr lang="id-ID" sz="2000" dirty="0"/>
          </a:p>
        </p:txBody>
      </p:sp>
    </p:spTree>
    <p:extLst>
      <p:ext uri="{BB962C8B-B14F-4D97-AF65-F5344CB8AC3E}">
        <p14:creationId xmlns:p14="http://schemas.microsoft.com/office/powerpoint/2010/main" val="40278385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EB5973-1D0B-9707-6998-B41B26EC1F6C}"/>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FF464C92-7767-B5EA-8A6B-6EB4474D786A}"/>
              </a:ext>
            </a:extLst>
          </p:cNvPr>
          <p:cNvSpPr>
            <a:spLocks noGrp="1"/>
          </p:cNvSpPr>
          <p:nvPr>
            <p:ph type="title"/>
          </p:nvPr>
        </p:nvSpPr>
        <p:spPr>
          <a:xfrm>
            <a:off x="6365994" y="1905085"/>
            <a:ext cx="3634347" cy="1738000"/>
          </a:xfrm>
        </p:spPr>
        <p:txBody>
          <a:bodyPr rtlCol="0"/>
          <a:lstStyle/>
          <a:p>
            <a:pPr rtl="0"/>
            <a:r>
              <a:rPr lang="en-GB" sz="6600" dirty="0"/>
              <a:t>Selection</a:t>
            </a:r>
            <a:endParaRPr lang="id-ID" sz="6600" dirty="0"/>
          </a:p>
        </p:txBody>
      </p:sp>
      <p:sp>
        <p:nvSpPr>
          <p:cNvPr id="4" name="Tampungan Tanggal 3">
            <a:extLst>
              <a:ext uri="{FF2B5EF4-FFF2-40B4-BE49-F238E27FC236}">
                <a16:creationId xmlns:a16="http://schemas.microsoft.com/office/drawing/2014/main" id="{C5D01CDB-561A-3A27-FAD4-32A8CEA150CA}"/>
              </a:ext>
            </a:extLst>
          </p:cNvPr>
          <p:cNvSpPr>
            <a:spLocks noGrp="1"/>
          </p:cNvSpPr>
          <p:nvPr>
            <p:ph type="dt" sz="half" idx="2"/>
          </p:nvPr>
        </p:nvSpPr>
        <p:spPr>
          <a:xfrm>
            <a:off x="0" y="6492875"/>
            <a:ext cx="1041400" cy="365125"/>
          </a:xfrm>
        </p:spPr>
        <p:txBody>
          <a:bodyPr rtlCol="0"/>
          <a:lstStyle/>
          <a:p>
            <a:pPr rtl="0"/>
            <a:fld id="{70C69C4D-CAFD-4E0E-94E0-4B1709D96441}" type="datetime1">
              <a:rPr lang="id-ID" smtClean="0"/>
              <a:t>06/11/2025</a:t>
            </a:fld>
            <a:endParaRPr lang="id-ID" dirty="0"/>
          </a:p>
        </p:txBody>
      </p:sp>
      <p:sp>
        <p:nvSpPr>
          <p:cNvPr id="6" name="Tampungan Nomor Slide 5">
            <a:extLst>
              <a:ext uri="{FF2B5EF4-FFF2-40B4-BE49-F238E27FC236}">
                <a16:creationId xmlns:a16="http://schemas.microsoft.com/office/drawing/2014/main" id="{BF4E8020-7273-D419-29B2-9DE312556310}"/>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29</a:t>
            </a:fld>
            <a:endParaRPr lang="id-ID"/>
          </a:p>
        </p:txBody>
      </p:sp>
      <p:sp>
        <p:nvSpPr>
          <p:cNvPr id="13" name="Rectangle 1">
            <a:extLst>
              <a:ext uri="{FF2B5EF4-FFF2-40B4-BE49-F238E27FC236}">
                <a16:creationId xmlns:a16="http://schemas.microsoft.com/office/drawing/2014/main" id="{1552B3F0-F68A-4705-F3A8-941E9D9CFFAE}"/>
              </a:ext>
            </a:extLst>
          </p:cNvPr>
          <p:cNvSpPr>
            <a:spLocks noChangeArrowheads="1"/>
          </p:cNvSpPr>
          <p:nvPr/>
        </p:nvSpPr>
        <p:spPr bwMode="auto">
          <a:xfrm>
            <a:off x="520699" y="977720"/>
            <a:ext cx="6759634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id-ID" altLang="id-ID" sz="1800" b="0" i="0" u="none" strike="noStrike" cap="none" normalizeH="0" baseline="0">
                <a:ln>
                  <a:noFill/>
                </a:ln>
                <a:solidFill>
                  <a:schemeClr val="tx1"/>
                </a:solidFill>
                <a:effectLst/>
                <a:latin typeface="Arial" panose="020B0604020202020204" pitchFamily="34" charset="0"/>
              </a:rPr>
            </a:br>
            <a:endParaRPr kumimoji="0" lang="id-ID" altLang="id-ID" sz="1800" b="0" i="0" u="none" strike="noStrike" cap="none" normalizeH="0" baseline="0">
              <a:ln>
                <a:noFill/>
              </a:ln>
              <a:solidFill>
                <a:schemeClr val="tx1"/>
              </a:solidFill>
              <a:effectLst/>
              <a:latin typeface="Arial" panose="020B0604020202020204" pitchFamily="34" charset="0"/>
            </a:endParaRPr>
          </a:p>
        </p:txBody>
      </p:sp>
      <p:pic>
        <p:nvPicPr>
          <p:cNvPr id="18" name="Picture 17">
            <a:extLst>
              <a:ext uri="{FF2B5EF4-FFF2-40B4-BE49-F238E27FC236}">
                <a16:creationId xmlns:a16="http://schemas.microsoft.com/office/drawing/2014/main" id="{4D7DBF44-63ED-2B11-A490-B2C631E2AE6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17482" y="0"/>
            <a:ext cx="1393145" cy="6552799"/>
          </a:xfrm>
          <a:prstGeom prst="rect">
            <a:avLst/>
          </a:prstGeom>
          <a:noFill/>
          <a:ln>
            <a:noFill/>
          </a:ln>
        </p:spPr>
      </p:pic>
    </p:spTree>
    <p:extLst>
      <p:ext uri="{BB962C8B-B14F-4D97-AF65-F5344CB8AC3E}">
        <p14:creationId xmlns:p14="http://schemas.microsoft.com/office/powerpoint/2010/main" val="14979131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2EE73-FCC6-F781-94C9-07FCE1AEFF34}"/>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6154570-E644-1963-8E29-F9F7301A7586}"/>
              </a:ext>
            </a:extLst>
          </p:cNvPr>
          <p:cNvSpPr>
            <a:spLocks noGrp="1"/>
          </p:cNvSpPr>
          <p:nvPr>
            <p:ph type="title"/>
          </p:nvPr>
        </p:nvSpPr>
        <p:spPr>
          <a:xfrm>
            <a:off x="1167492" y="381000"/>
            <a:ext cx="9779183" cy="1325563"/>
          </a:xfrm>
        </p:spPr>
        <p:txBody>
          <a:bodyPr rtlCol="0"/>
          <a:lstStyle/>
          <a:p>
            <a:pPr rtl="0"/>
            <a:r>
              <a:rPr lang="en-GB" dirty="0"/>
              <a:t>Selection</a:t>
            </a:r>
            <a:endParaRPr lang="id-ID" dirty="0"/>
          </a:p>
        </p:txBody>
      </p:sp>
      <p:sp>
        <p:nvSpPr>
          <p:cNvPr id="4" name="Tampungan Tanggal 3">
            <a:extLst>
              <a:ext uri="{FF2B5EF4-FFF2-40B4-BE49-F238E27FC236}">
                <a16:creationId xmlns:a16="http://schemas.microsoft.com/office/drawing/2014/main" id="{509C71B5-EE94-70AF-4E18-A9EF300D38E5}"/>
              </a:ext>
            </a:extLst>
          </p:cNvPr>
          <p:cNvSpPr>
            <a:spLocks noGrp="1"/>
          </p:cNvSpPr>
          <p:nvPr>
            <p:ph type="dt" sz="half" idx="2"/>
          </p:nvPr>
        </p:nvSpPr>
        <p:spPr>
          <a:xfrm>
            <a:off x="0" y="6492875"/>
            <a:ext cx="1041400" cy="365125"/>
          </a:xfrm>
        </p:spPr>
        <p:txBody>
          <a:bodyPr rtlCol="0"/>
          <a:lstStyle/>
          <a:p>
            <a:pPr rtl="0"/>
            <a:fld id="{70C69C4D-CAFD-4E0E-94E0-4B1709D96441}" type="datetime1">
              <a:rPr lang="id-ID" smtClean="0"/>
              <a:t>06/11/2025</a:t>
            </a:fld>
            <a:endParaRPr lang="id-ID" dirty="0"/>
          </a:p>
        </p:txBody>
      </p:sp>
      <p:sp>
        <p:nvSpPr>
          <p:cNvPr id="6" name="Tampungan Nomor Slide 5">
            <a:extLst>
              <a:ext uri="{FF2B5EF4-FFF2-40B4-BE49-F238E27FC236}">
                <a16:creationId xmlns:a16="http://schemas.microsoft.com/office/drawing/2014/main" id="{081E2663-E9B0-46B8-9444-F0D46C42CCF1}"/>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30</a:t>
            </a:fld>
            <a:endParaRPr lang="id-ID"/>
          </a:p>
        </p:txBody>
      </p:sp>
      <p:sp>
        <p:nvSpPr>
          <p:cNvPr id="11" name="Tampungan Konten 2">
            <a:extLst>
              <a:ext uri="{FF2B5EF4-FFF2-40B4-BE49-F238E27FC236}">
                <a16:creationId xmlns:a16="http://schemas.microsoft.com/office/drawing/2014/main" id="{1222A7A1-9EE4-D196-7172-F7EEA932FF7C}"/>
              </a:ext>
            </a:extLst>
          </p:cNvPr>
          <p:cNvSpPr>
            <a:spLocks noGrp="1"/>
          </p:cNvSpPr>
          <p:nvPr>
            <p:ph idx="1"/>
          </p:nvPr>
        </p:nvSpPr>
        <p:spPr>
          <a:xfrm>
            <a:off x="3860800" y="1706563"/>
            <a:ext cx="6853645" cy="869253"/>
          </a:xfrm>
        </p:spPr>
        <p:txBody>
          <a:bodyPr vert="horz" lIns="91440" tIns="45720" rIns="91440" bIns="45720" rtlCol="0" anchor="t">
            <a:normAutofit lnSpcReduction="10000"/>
          </a:bodyPr>
          <a:lstStyle/>
          <a:p>
            <a:r>
              <a:rPr lang="id-ID" sz="2000" dirty="0"/>
              <a:t>Proses diawali dengan </a:t>
            </a:r>
            <a:r>
              <a:rPr lang="en-GB" sz="2000" dirty="0" err="1"/>
              <a:t>memahami</a:t>
            </a:r>
            <a:r>
              <a:rPr lang="en-GB" sz="2000" dirty="0"/>
              <a:t> </a:t>
            </a:r>
            <a:r>
              <a:rPr lang="en-GB" sz="2000" dirty="0" err="1"/>
              <a:t>struktur</a:t>
            </a:r>
            <a:r>
              <a:rPr lang="en-GB" sz="2000" dirty="0"/>
              <a:t> data </a:t>
            </a:r>
            <a:r>
              <a:rPr lang="en-GB" sz="2000" dirty="0" err="1"/>
              <a:t>milik</a:t>
            </a:r>
            <a:r>
              <a:rPr lang="en-GB" sz="2000" dirty="0"/>
              <a:t> </a:t>
            </a:r>
            <a:r>
              <a:rPr lang="en-GB" sz="2000" dirty="0" err="1"/>
              <a:t>statsbomb</a:t>
            </a:r>
            <a:r>
              <a:rPr lang="en-GB" sz="2000" dirty="0"/>
              <a:t> </a:t>
            </a:r>
            <a:r>
              <a:rPr lang="en-GB" sz="2000" dirty="0" err="1"/>
              <a:t>melalui</a:t>
            </a:r>
            <a:r>
              <a:rPr lang="en-GB" sz="2000" dirty="0"/>
              <a:t> documentation yang </a:t>
            </a:r>
            <a:r>
              <a:rPr lang="en-GB" sz="2000" dirty="0" err="1"/>
              <a:t>disediakan</a:t>
            </a:r>
            <a:r>
              <a:rPr lang="en-GB" sz="2000" dirty="0"/>
              <a:t> oleh </a:t>
            </a:r>
            <a:r>
              <a:rPr lang="en-GB" sz="2000" dirty="0" err="1"/>
              <a:t>StatsBomb</a:t>
            </a:r>
            <a:r>
              <a:rPr lang="en-GB" sz="2000" dirty="0"/>
              <a:t> di </a:t>
            </a:r>
            <a:r>
              <a:rPr lang="en-GB" sz="2000" dirty="0" err="1"/>
              <a:t>Github</a:t>
            </a:r>
            <a:r>
              <a:rPr lang="en-GB" sz="2000" dirty="0"/>
              <a:t>. </a:t>
            </a:r>
            <a:endParaRPr lang="id-ID" sz="2000" dirty="0"/>
          </a:p>
        </p:txBody>
      </p:sp>
      <p:sp>
        <p:nvSpPr>
          <p:cNvPr id="13" name="Rectangle 1">
            <a:extLst>
              <a:ext uri="{FF2B5EF4-FFF2-40B4-BE49-F238E27FC236}">
                <a16:creationId xmlns:a16="http://schemas.microsoft.com/office/drawing/2014/main" id="{CB114D0D-4359-F471-777F-E986D8D7236D}"/>
              </a:ext>
            </a:extLst>
          </p:cNvPr>
          <p:cNvSpPr>
            <a:spLocks noChangeArrowheads="1"/>
          </p:cNvSpPr>
          <p:nvPr/>
        </p:nvSpPr>
        <p:spPr bwMode="auto">
          <a:xfrm>
            <a:off x="520699" y="977720"/>
            <a:ext cx="6759634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id-ID" altLang="id-ID" sz="1800" b="0" i="0" u="none" strike="noStrike" cap="none" normalizeH="0" baseline="0">
                <a:ln>
                  <a:noFill/>
                </a:ln>
                <a:solidFill>
                  <a:schemeClr val="tx1"/>
                </a:solidFill>
                <a:effectLst/>
                <a:latin typeface="Arial" panose="020B0604020202020204" pitchFamily="34" charset="0"/>
              </a:rPr>
            </a:br>
            <a:endParaRPr kumimoji="0" lang="id-ID" altLang="id-ID" sz="1800" b="0" i="0" u="none" strike="noStrike" cap="none" normalizeH="0" baseline="0">
              <a:ln>
                <a:noFill/>
              </a:ln>
              <a:solidFill>
                <a:schemeClr val="tx1"/>
              </a:solidFill>
              <a:effectLst/>
              <a:latin typeface="Arial" panose="020B0604020202020204" pitchFamily="34" charset="0"/>
            </a:endParaRPr>
          </a:p>
        </p:txBody>
      </p:sp>
      <p:sp>
        <p:nvSpPr>
          <p:cNvPr id="15" name="TextBox 14">
            <a:extLst>
              <a:ext uri="{FF2B5EF4-FFF2-40B4-BE49-F238E27FC236}">
                <a16:creationId xmlns:a16="http://schemas.microsoft.com/office/drawing/2014/main" id="{6C5B62BE-5449-50EA-5949-C1BA90BC3E59}"/>
              </a:ext>
            </a:extLst>
          </p:cNvPr>
          <p:cNvSpPr txBox="1"/>
          <p:nvPr/>
        </p:nvSpPr>
        <p:spPr>
          <a:xfrm>
            <a:off x="1119235" y="6352143"/>
            <a:ext cx="2298700" cy="369332"/>
          </a:xfrm>
          <a:prstGeom prst="rect">
            <a:avLst/>
          </a:prstGeom>
          <a:noFill/>
        </p:spPr>
        <p:txBody>
          <a:bodyPr wrap="square">
            <a:spAutoFit/>
          </a:bodyPr>
          <a:lstStyle/>
          <a:p>
            <a:r>
              <a:rPr lang="id-ID" b="0" i="0" dirty="0">
                <a:solidFill>
                  <a:srgbClr val="1F1F1F"/>
                </a:solidFill>
                <a:effectLst/>
                <a:latin typeface="Google Sans Text"/>
              </a:rPr>
              <a:t>75 </a:t>
            </a:r>
            <a:r>
              <a:rPr lang="id-ID" b="0" i="0" dirty="0" err="1">
                <a:solidFill>
                  <a:srgbClr val="1F1F1F"/>
                </a:solidFill>
                <a:effectLst/>
                <a:latin typeface="Google Sans Text"/>
              </a:rPr>
              <a:t>rows</a:t>
            </a:r>
            <a:r>
              <a:rPr lang="id-ID" b="0" i="0" dirty="0">
                <a:solidFill>
                  <a:srgbClr val="1F1F1F"/>
                </a:solidFill>
                <a:effectLst/>
                <a:latin typeface="Google Sans Text"/>
              </a:rPr>
              <a:t> × 12 </a:t>
            </a:r>
            <a:r>
              <a:rPr lang="id-ID" b="0" i="0" dirty="0" err="1">
                <a:solidFill>
                  <a:srgbClr val="1F1F1F"/>
                </a:solidFill>
                <a:effectLst/>
                <a:latin typeface="Google Sans Text"/>
              </a:rPr>
              <a:t>columns</a:t>
            </a:r>
            <a:endParaRPr lang="id-ID" dirty="0"/>
          </a:p>
        </p:txBody>
      </p:sp>
      <p:pic>
        <p:nvPicPr>
          <p:cNvPr id="3" name="Picture 2">
            <a:extLst>
              <a:ext uri="{FF2B5EF4-FFF2-40B4-BE49-F238E27FC236}">
                <a16:creationId xmlns:a16="http://schemas.microsoft.com/office/drawing/2014/main" id="{63AA9556-8B0C-ED09-F92D-D5ABF881770A}"/>
              </a:ext>
            </a:extLst>
          </p:cNvPr>
          <p:cNvPicPr>
            <a:picLocks noChangeAspect="1"/>
          </p:cNvPicPr>
          <p:nvPr/>
        </p:nvPicPr>
        <p:blipFill>
          <a:blip r:embed="rId3" cstate="print">
            <a:extLst>
              <a:ext uri="{28A0092B-C50C-407E-A947-70E740481C1C}">
                <a14:useLocalDpi xmlns:a14="http://schemas.microsoft.com/office/drawing/2010/main" val="0"/>
              </a:ext>
            </a:extLst>
          </a:blip>
          <a:srcRect t="5815" b="73956"/>
          <a:stretch>
            <a:fillRect/>
          </a:stretch>
        </p:blipFill>
        <p:spPr bwMode="auto">
          <a:xfrm>
            <a:off x="776205" y="1706563"/>
            <a:ext cx="3316821" cy="3155918"/>
          </a:xfrm>
          <a:prstGeom prst="rect">
            <a:avLst/>
          </a:prstGeom>
          <a:noFill/>
          <a:ln>
            <a:noFill/>
          </a:ln>
        </p:spPr>
      </p:pic>
      <p:pic>
        <p:nvPicPr>
          <p:cNvPr id="5" name="Picture 4">
            <a:extLst>
              <a:ext uri="{FF2B5EF4-FFF2-40B4-BE49-F238E27FC236}">
                <a16:creationId xmlns:a16="http://schemas.microsoft.com/office/drawing/2014/main" id="{8CB48AA7-D42F-20D6-6B0C-A0AB98F6D5BB}"/>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860800" y="2616244"/>
            <a:ext cx="7750629" cy="3331882"/>
          </a:xfrm>
          <a:prstGeom prst="rect">
            <a:avLst/>
          </a:prstGeom>
          <a:noFill/>
          <a:ln>
            <a:noFill/>
          </a:ln>
        </p:spPr>
      </p:pic>
    </p:spTree>
    <p:extLst>
      <p:ext uri="{BB962C8B-B14F-4D97-AF65-F5344CB8AC3E}">
        <p14:creationId xmlns:p14="http://schemas.microsoft.com/office/powerpoint/2010/main" val="11246888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E56FE-C537-138D-0D9F-235CCB82FA67}"/>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F8FE3744-A566-3E77-9411-1F5B5B849F7B}"/>
              </a:ext>
            </a:extLst>
          </p:cNvPr>
          <p:cNvSpPr>
            <a:spLocks noGrp="1"/>
          </p:cNvSpPr>
          <p:nvPr>
            <p:ph type="title"/>
          </p:nvPr>
        </p:nvSpPr>
        <p:spPr>
          <a:xfrm>
            <a:off x="1167492" y="381000"/>
            <a:ext cx="9779183" cy="1325563"/>
          </a:xfrm>
        </p:spPr>
        <p:txBody>
          <a:bodyPr rtlCol="0"/>
          <a:lstStyle/>
          <a:p>
            <a:pPr rtl="0"/>
            <a:r>
              <a:rPr lang="en-GB" dirty="0"/>
              <a:t>Selection</a:t>
            </a:r>
            <a:endParaRPr lang="id-ID" dirty="0"/>
          </a:p>
        </p:txBody>
      </p:sp>
      <p:sp>
        <p:nvSpPr>
          <p:cNvPr id="4" name="Tampungan Tanggal 3">
            <a:extLst>
              <a:ext uri="{FF2B5EF4-FFF2-40B4-BE49-F238E27FC236}">
                <a16:creationId xmlns:a16="http://schemas.microsoft.com/office/drawing/2014/main" id="{BCBEEBA5-3744-A1F0-ECAC-F69F11E8332F}"/>
              </a:ext>
            </a:extLst>
          </p:cNvPr>
          <p:cNvSpPr>
            <a:spLocks noGrp="1"/>
          </p:cNvSpPr>
          <p:nvPr>
            <p:ph type="dt" sz="half" idx="2"/>
          </p:nvPr>
        </p:nvSpPr>
        <p:spPr>
          <a:xfrm>
            <a:off x="0" y="6492875"/>
            <a:ext cx="1041400" cy="365125"/>
          </a:xfrm>
        </p:spPr>
        <p:txBody>
          <a:bodyPr rtlCol="0"/>
          <a:lstStyle/>
          <a:p>
            <a:pPr rtl="0"/>
            <a:fld id="{70C69C4D-CAFD-4E0E-94E0-4B1709D96441}" type="datetime1">
              <a:rPr lang="id-ID" smtClean="0"/>
              <a:t>06/11/2025</a:t>
            </a:fld>
            <a:endParaRPr lang="id-ID" dirty="0"/>
          </a:p>
        </p:txBody>
      </p:sp>
      <p:sp>
        <p:nvSpPr>
          <p:cNvPr id="6" name="Tampungan Nomor Slide 5">
            <a:extLst>
              <a:ext uri="{FF2B5EF4-FFF2-40B4-BE49-F238E27FC236}">
                <a16:creationId xmlns:a16="http://schemas.microsoft.com/office/drawing/2014/main" id="{1C95B214-3EB7-96CC-D891-6E01D44EEC3D}"/>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31</a:t>
            </a:fld>
            <a:endParaRPr lang="id-ID"/>
          </a:p>
        </p:txBody>
      </p:sp>
      <p:sp>
        <p:nvSpPr>
          <p:cNvPr id="11" name="Tampungan Konten 2">
            <a:extLst>
              <a:ext uri="{FF2B5EF4-FFF2-40B4-BE49-F238E27FC236}">
                <a16:creationId xmlns:a16="http://schemas.microsoft.com/office/drawing/2014/main" id="{C4E90273-7CA5-401F-1216-2DC7871183EA}"/>
              </a:ext>
            </a:extLst>
          </p:cNvPr>
          <p:cNvSpPr>
            <a:spLocks noGrp="1"/>
          </p:cNvSpPr>
          <p:nvPr>
            <p:ph idx="1"/>
          </p:nvPr>
        </p:nvSpPr>
        <p:spPr>
          <a:xfrm>
            <a:off x="1167492" y="1624051"/>
            <a:ext cx="9779182" cy="869253"/>
          </a:xfrm>
        </p:spPr>
        <p:txBody>
          <a:bodyPr vert="horz" lIns="91440" tIns="45720" rIns="91440" bIns="45720" rtlCol="0" anchor="t">
            <a:normAutofit/>
          </a:bodyPr>
          <a:lstStyle/>
          <a:p>
            <a:r>
              <a:rPr lang="id-ID" sz="2000" dirty="0"/>
              <a:t>Proses diawali dengan </a:t>
            </a:r>
            <a:r>
              <a:rPr lang="en-GB" sz="2000" dirty="0" err="1"/>
              <a:t>memahami</a:t>
            </a:r>
            <a:r>
              <a:rPr lang="en-GB" sz="2000" dirty="0"/>
              <a:t> </a:t>
            </a:r>
            <a:r>
              <a:rPr lang="en-GB" sz="2000" dirty="0" err="1"/>
              <a:t>struktur</a:t>
            </a:r>
            <a:r>
              <a:rPr lang="en-GB" sz="2000" dirty="0"/>
              <a:t> data </a:t>
            </a:r>
            <a:r>
              <a:rPr lang="en-GB" sz="2000" dirty="0" err="1"/>
              <a:t>milik</a:t>
            </a:r>
            <a:r>
              <a:rPr lang="en-GB" sz="2000" dirty="0"/>
              <a:t> </a:t>
            </a:r>
            <a:r>
              <a:rPr lang="en-GB" sz="2000" dirty="0" err="1"/>
              <a:t>statsbomb</a:t>
            </a:r>
            <a:r>
              <a:rPr lang="en-GB" sz="2000" dirty="0"/>
              <a:t> </a:t>
            </a:r>
            <a:r>
              <a:rPr lang="en-GB" sz="2000" dirty="0" err="1"/>
              <a:t>melalui</a:t>
            </a:r>
            <a:r>
              <a:rPr lang="en-GB" sz="2000" dirty="0"/>
              <a:t> documentation yang </a:t>
            </a:r>
            <a:r>
              <a:rPr lang="en-GB" sz="2000" dirty="0" err="1"/>
              <a:t>disediakan</a:t>
            </a:r>
            <a:r>
              <a:rPr lang="en-GB" sz="2000" dirty="0"/>
              <a:t> oleh </a:t>
            </a:r>
            <a:r>
              <a:rPr lang="en-GB" sz="2000" dirty="0" err="1"/>
              <a:t>StatsBomb</a:t>
            </a:r>
            <a:r>
              <a:rPr lang="en-GB" sz="2000" dirty="0"/>
              <a:t> di </a:t>
            </a:r>
            <a:r>
              <a:rPr lang="en-GB" sz="2000" dirty="0" err="1"/>
              <a:t>Github</a:t>
            </a:r>
            <a:r>
              <a:rPr lang="en-GB" sz="2000" dirty="0"/>
              <a:t>. Pada </a:t>
            </a:r>
            <a:r>
              <a:rPr lang="en-GB" sz="2000" dirty="0" err="1"/>
              <a:t>competition.json</a:t>
            </a:r>
            <a:r>
              <a:rPr lang="en-GB" sz="2000" dirty="0"/>
              <a:t>:</a:t>
            </a:r>
            <a:endParaRPr lang="id-ID" sz="2000" dirty="0"/>
          </a:p>
        </p:txBody>
      </p:sp>
      <p:graphicFrame>
        <p:nvGraphicFramePr>
          <p:cNvPr id="12" name="Table 11">
            <a:extLst>
              <a:ext uri="{FF2B5EF4-FFF2-40B4-BE49-F238E27FC236}">
                <a16:creationId xmlns:a16="http://schemas.microsoft.com/office/drawing/2014/main" id="{93F0014E-5D74-5BB4-C105-D589DF6CDB51}"/>
              </a:ext>
            </a:extLst>
          </p:cNvPr>
          <p:cNvGraphicFramePr>
            <a:graphicFrameLocks noGrp="1"/>
          </p:cNvGraphicFramePr>
          <p:nvPr>
            <p:extLst>
              <p:ext uri="{D42A27DB-BD31-4B8C-83A1-F6EECF244321}">
                <p14:modId xmlns:p14="http://schemas.microsoft.com/office/powerpoint/2010/main" val="3981847995"/>
              </p:ext>
            </p:extLst>
          </p:nvPr>
        </p:nvGraphicFramePr>
        <p:xfrm>
          <a:off x="1245326" y="2352894"/>
          <a:ext cx="9168675" cy="3863052"/>
        </p:xfrm>
        <a:graphic>
          <a:graphicData uri="http://schemas.openxmlformats.org/drawingml/2006/table">
            <a:tbl>
              <a:tblPr/>
              <a:tblGrid>
                <a:gridCol w="1309811">
                  <a:extLst>
                    <a:ext uri="{9D8B030D-6E8A-4147-A177-3AD203B41FA5}">
                      <a16:colId xmlns:a16="http://schemas.microsoft.com/office/drawing/2014/main" val="3756720214"/>
                    </a:ext>
                  </a:extLst>
                </a:gridCol>
                <a:gridCol w="1309811">
                  <a:extLst>
                    <a:ext uri="{9D8B030D-6E8A-4147-A177-3AD203B41FA5}">
                      <a16:colId xmlns:a16="http://schemas.microsoft.com/office/drawing/2014/main" val="1630936655"/>
                    </a:ext>
                  </a:extLst>
                </a:gridCol>
                <a:gridCol w="1309811">
                  <a:extLst>
                    <a:ext uri="{9D8B030D-6E8A-4147-A177-3AD203B41FA5}">
                      <a16:colId xmlns:a16="http://schemas.microsoft.com/office/drawing/2014/main" val="1753744853"/>
                    </a:ext>
                  </a:extLst>
                </a:gridCol>
                <a:gridCol w="1634817">
                  <a:extLst>
                    <a:ext uri="{9D8B030D-6E8A-4147-A177-3AD203B41FA5}">
                      <a16:colId xmlns:a16="http://schemas.microsoft.com/office/drawing/2014/main" val="2218029696"/>
                    </a:ext>
                  </a:extLst>
                </a:gridCol>
                <a:gridCol w="1619557">
                  <a:extLst>
                    <a:ext uri="{9D8B030D-6E8A-4147-A177-3AD203B41FA5}">
                      <a16:colId xmlns:a16="http://schemas.microsoft.com/office/drawing/2014/main" val="728553491"/>
                    </a:ext>
                  </a:extLst>
                </a:gridCol>
                <a:gridCol w="1716974">
                  <a:extLst>
                    <a:ext uri="{9D8B030D-6E8A-4147-A177-3AD203B41FA5}">
                      <a16:colId xmlns:a16="http://schemas.microsoft.com/office/drawing/2014/main" val="722324863"/>
                    </a:ext>
                  </a:extLst>
                </a:gridCol>
                <a:gridCol w="267894">
                  <a:extLst>
                    <a:ext uri="{9D8B030D-6E8A-4147-A177-3AD203B41FA5}">
                      <a16:colId xmlns:a16="http://schemas.microsoft.com/office/drawing/2014/main" val="711384286"/>
                    </a:ext>
                  </a:extLst>
                </a:gridCol>
              </a:tblGrid>
              <a:tr h="321921">
                <a:tc>
                  <a:txBody>
                    <a:bodyPr/>
                    <a:lstStyle/>
                    <a:p>
                      <a:pPr algn="ctr">
                        <a:buNone/>
                      </a:pPr>
                      <a:r>
                        <a:rPr lang="id-ID" sz="1200" b="1" dirty="0" err="1">
                          <a:effectLst/>
                        </a:rPr>
                        <a:t>competition_id</a:t>
                      </a:r>
                      <a:endParaRPr lang="id-ID" sz="1200" b="1"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b="1" dirty="0" err="1">
                          <a:effectLst/>
                        </a:rPr>
                        <a:t>season_id</a:t>
                      </a:r>
                      <a:endParaRPr lang="id-ID" sz="1200" b="1"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b="1" dirty="0" err="1">
                          <a:effectLst/>
                        </a:rPr>
                        <a:t>country_name</a:t>
                      </a:r>
                      <a:endParaRPr lang="id-ID" sz="1200" b="1"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b="1" dirty="0" err="1">
                          <a:effectLst/>
                        </a:rPr>
                        <a:t>competition_name</a:t>
                      </a:r>
                      <a:endParaRPr lang="id-ID" sz="1200" b="1"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b="1" dirty="0" err="1">
                          <a:effectLst/>
                        </a:rPr>
                        <a:t>competition_gender</a:t>
                      </a:r>
                      <a:endParaRPr lang="id-ID" sz="1200" b="1"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b="1" dirty="0" err="1">
                          <a:effectLst/>
                        </a:rPr>
                        <a:t>competition_youth</a:t>
                      </a:r>
                      <a:endParaRPr lang="id-ID" sz="1200" b="1"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200" b="1" dirty="0">
                          <a:effectLst/>
                        </a:rPr>
                        <a:t>…</a:t>
                      </a:r>
                      <a:endParaRPr lang="id-ID" sz="1200" b="1"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842777470"/>
                  </a:ext>
                </a:extLst>
              </a:tr>
              <a:tr h="321921">
                <a:tc>
                  <a:txBody>
                    <a:bodyPr/>
                    <a:lstStyle/>
                    <a:p>
                      <a:pPr algn="ctr">
                        <a:buNone/>
                      </a:pPr>
                      <a:r>
                        <a:rPr lang="id-ID" sz="1200" dirty="0">
                          <a:effectLst/>
                        </a:rPr>
                        <a:t>9</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281</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Germany</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1. Bundesliga</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male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False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200" dirty="0">
                          <a:effectLst/>
                        </a:rPr>
                        <a:t>…</a:t>
                      </a:r>
                      <a:endParaRPr lang="id-ID" sz="1200"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318935834"/>
                  </a:ext>
                </a:extLst>
              </a:tr>
              <a:tr h="321921">
                <a:tc>
                  <a:txBody>
                    <a:bodyPr/>
                    <a:lstStyle/>
                    <a:p>
                      <a:pPr algn="ctr">
                        <a:buNone/>
                      </a:pPr>
                      <a:r>
                        <a:rPr lang="id-ID" sz="1200">
                          <a:effectLst/>
                        </a:rPr>
                        <a:t>9</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27</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Germany</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1. Bundesliga</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male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False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200" dirty="0">
                          <a:effectLst/>
                        </a:rPr>
                        <a:t>…</a:t>
                      </a:r>
                      <a:endParaRPr lang="id-ID" sz="1200"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495862783"/>
                  </a:ext>
                </a:extLst>
              </a:tr>
              <a:tr h="321921">
                <a:tc>
                  <a:txBody>
                    <a:bodyPr/>
                    <a:lstStyle/>
                    <a:p>
                      <a:pPr algn="ctr">
                        <a:buNone/>
                      </a:pPr>
                      <a:r>
                        <a:rPr lang="id-ID" sz="1200">
                          <a:effectLst/>
                        </a:rPr>
                        <a:t>1267</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107</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Africa</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African Cup of Nations</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male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dirty="0" err="1">
                          <a:effectLst/>
                        </a:rPr>
                        <a:t>False</a:t>
                      </a:r>
                      <a:endParaRPr lang="id-ID" sz="1200"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200" dirty="0">
                          <a:effectLst/>
                        </a:rPr>
                        <a:t>…</a:t>
                      </a:r>
                      <a:endParaRPr lang="id-ID" sz="1200"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093638779"/>
                  </a:ext>
                </a:extLst>
              </a:tr>
              <a:tr h="321921">
                <a:tc>
                  <a:txBody>
                    <a:bodyPr/>
                    <a:lstStyle/>
                    <a:p>
                      <a:pPr algn="ctr">
                        <a:buNone/>
                      </a:pPr>
                      <a:r>
                        <a:rPr lang="id-ID" sz="1200">
                          <a:effectLst/>
                        </a:rPr>
                        <a:t>16</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4</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Europe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Champions League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male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dirty="0" err="1">
                          <a:effectLst/>
                        </a:rPr>
                        <a:t>False</a:t>
                      </a:r>
                      <a:endParaRPr lang="id-ID" sz="1200"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200" dirty="0">
                          <a:effectLst/>
                        </a:rPr>
                        <a:t>…</a:t>
                      </a:r>
                      <a:endParaRPr lang="id-ID" sz="1200"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93093774"/>
                  </a:ext>
                </a:extLst>
              </a:tr>
              <a:tr h="321921">
                <a:tc>
                  <a:txBody>
                    <a:bodyPr/>
                    <a:lstStyle/>
                    <a:p>
                      <a:pPr algn="ctr">
                        <a:buNone/>
                      </a:pPr>
                      <a:r>
                        <a:rPr lang="id-ID" sz="1200">
                          <a:effectLst/>
                        </a:rPr>
                        <a:t>16</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1</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Europe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Champions League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male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False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200" dirty="0">
                          <a:effectLst/>
                        </a:rPr>
                        <a:t>…</a:t>
                      </a:r>
                      <a:endParaRPr lang="id-ID" sz="1200"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881859960"/>
                  </a:ext>
                </a:extLst>
              </a:tr>
              <a:tr h="321921">
                <a:tc>
                  <a:txBody>
                    <a:bodyPr/>
                    <a:lstStyle/>
                    <a:p>
                      <a:pPr algn="ctr">
                        <a:buNone/>
                      </a:pPr>
                      <a:r>
                        <a:rPr lang="id-ID" sz="1200">
                          <a:effectLst/>
                        </a:rPr>
                        <a:t>...</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200" dirty="0">
                          <a:effectLst/>
                        </a:rPr>
                        <a:t>…</a:t>
                      </a:r>
                      <a:endParaRPr lang="id-ID" sz="1200"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402751762"/>
                  </a:ext>
                </a:extLst>
              </a:tr>
              <a:tr h="321921">
                <a:tc>
                  <a:txBody>
                    <a:bodyPr/>
                    <a:lstStyle/>
                    <a:p>
                      <a:pPr algn="ctr">
                        <a:buNone/>
                      </a:pPr>
                      <a:r>
                        <a:rPr lang="id-ID" sz="1200">
                          <a:effectLst/>
                        </a:rPr>
                        <a:t>35</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75</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Europe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UEFA Europa League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male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False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200" dirty="0">
                          <a:effectLst/>
                        </a:rPr>
                        <a:t>…</a:t>
                      </a:r>
                      <a:endParaRPr lang="id-ID" sz="1200"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776128884"/>
                  </a:ext>
                </a:extLst>
              </a:tr>
              <a:tr h="321921">
                <a:tc>
                  <a:txBody>
                    <a:bodyPr/>
                    <a:lstStyle/>
                    <a:p>
                      <a:pPr algn="ctr">
                        <a:buNone/>
                      </a:pPr>
                      <a:r>
                        <a:rPr lang="id-ID" sz="1200">
                          <a:effectLst/>
                        </a:rPr>
                        <a:t>53</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315</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Europe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UEFA Women's Euro</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female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False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200" dirty="0">
                          <a:effectLst/>
                        </a:rPr>
                        <a:t>…</a:t>
                      </a:r>
                      <a:endParaRPr lang="id-ID" sz="1200"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445900485"/>
                  </a:ext>
                </a:extLst>
              </a:tr>
              <a:tr h="321921">
                <a:tc>
                  <a:txBody>
                    <a:bodyPr/>
                    <a:lstStyle/>
                    <a:p>
                      <a:pPr algn="ctr">
                        <a:buNone/>
                      </a:pPr>
                      <a:r>
                        <a:rPr lang="id-ID" sz="1200">
                          <a:effectLst/>
                        </a:rPr>
                        <a:t>53</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106</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Europe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UEFA Women's Euro</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female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False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200" dirty="0">
                          <a:effectLst/>
                        </a:rPr>
                        <a:t>…</a:t>
                      </a:r>
                      <a:endParaRPr lang="id-ID" sz="1200"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289991606"/>
                  </a:ext>
                </a:extLst>
              </a:tr>
              <a:tr h="321921">
                <a:tc>
                  <a:txBody>
                    <a:bodyPr/>
                    <a:lstStyle/>
                    <a:p>
                      <a:pPr algn="ctr">
                        <a:buNone/>
                      </a:pPr>
                      <a:r>
                        <a:rPr lang="id-ID" sz="1200">
                          <a:effectLst/>
                        </a:rPr>
                        <a:t>72</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107</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International</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Women's World Cup</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female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False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200" dirty="0">
                          <a:effectLst/>
                        </a:rPr>
                        <a:t>…</a:t>
                      </a:r>
                      <a:endParaRPr lang="id-ID" sz="1200"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347389092"/>
                  </a:ext>
                </a:extLst>
              </a:tr>
              <a:tr h="321921">
                <a:tc>
                  <a:txBody>
                    <a:bodyPr/>
                    <a:lstStyle/>
                    <a:p>
                      <a:pPr algn="ctr">
                        <a:buNone/>
                      </a:pPr>
                      <a:r>
                        <a:rPr lang="id-ID" sz="1200" dirty="0">
                          <a:effectLst/>
                        </a:rPr>
                        <a:t>72</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30</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International</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dirty="0" err="1">
                          <a:effectLst/>
                        </a:rPr>
                        <a:t>Women's</a:t>
                      </a:r>
                      <a:r>
                        <a:rPr lang="id-ID" sz="1200" dirty="0">
                          <a:effectLst/>
                        </a:rPr>
                        <a:t> World Cup</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a:effectLst/>
                        </a:rPr>
                        <a:t>female</a:t>
                      </a: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200" dirty="0" err="1">
                          <a:effectLst/>
                        </a:rPr>
                        <a:t>False</a:t>
                      </a:r>
                      <a:endParaRPr lang="id-ID" sz="1200"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200" dirty="0">
                          <a:effectLst/>
                        </a:rPr>
                        <a:t>…</a:t>
                      </a:r>
                      <a:endParaRPr lang="id-ID" sz="1200" dirty="0">
                        <a:effectLst/>
                      </a:endParaRPr>
                    </a:p>
                  </a:txBody>
                  <a:tcPr marL="21974" marR="21974" marT="10771" marB="1077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247100992"/>
                  </a:ext>
                </a:extLst>
              </a:tr>
            </a:tbl>
          </a:graphicData>
        </a:graphic>
      </p:graphicFrame>
      <p:sp>
        <p:nvSpPr>
          <p:cNvPr id="13" name="Rectangle 1">
            <a:extLst>
              <a:ext uri="{FF2B5EF4-FFF2-40B4-BE49-F238E27FC236}">
                <a16:creationId xmlns:a16="http://schemas.microsoft.com/office/drawing/2014/main" id="{C0CC3E37-E8A1-F488-0702-C8A042DB18DB}"/>
              </a:ext>
            </a:extLst>
          </p:cNvPr>
          <p:cNvSpPr>
            <a:spLocks noChangeArrowheads="1"/>
          </p:cNvSpPr>
          <p:nvPr/>
        </p:nvSpPr>
        <p:spPr bwMode="auto">
          <a:xfrm>
            <a:off x="520699" y="977720"/>
            <a:ext cx="6759634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id-ID" altLang="id-ID" sz="1800" b="0" i="0" u="none" strike="noStrike" cap="none" normalizeH="0" baseline="0">
                <a:ln>
                  <a:noFill/>
                </a:ln>
                <a:solidFill>
                  <a:schemeClr val="tx1"/>
                </a:solidFill>
                <a:effectLst/>
                <a:latin typeface="Arial" panose="020B0604020202020204" pitchFamily="34" charset="0"/>
              </a:rPr>
            </a:br>
            <a:endParaRPr kumimoji="0" lang="id-ID" altLang="id-ID" sz="1800" b="0" i="0" u="none" strike="noStrike" cap="none" normalizeH="0" baseline="0">
              <a:ln>
                <a:noFill/>
              </a:ln>
              <a:solidFill>
                <a:schemeClr val="tx1"/>
              </a:solidFill>
              <a:effectLst/>
              <a:latin typeface="Arial" panose="020B0604020202020204" pitchFamily="34" charset="0"/>
            </a:endParaRPr>
          </a:p>
        </p:txBody>
      </p:sp>
      <p:sp>
        <p:nvSpPr>
          <p:cNvPr id="15" name="TextBox 14">
            <a:extLst>
              <a:ext uri="{FF2B5EF4-FFF2-40B4-BE49-F238E27FC236}">
                <a16:creationId xmlns:a16="http://schemas.microsoft.com/office/drawing/2014/main" id="{37751250-D256-11DA-FB71-A1EAE04ECC9A}"/>
              </a:ext>
            </a:extLst>
          </p:cNvPr>
          <p:cNvSpPr txBox="1"/>
          <p:nvPr/>
        </p:nvSpPr>
        <p:spPr>
          <a:xfrm>
            <a:off x="1119235" y="6352143"/>
            <a:ext cx="2298700" cy="369332"/>
          </a:xfrm>
          <a:prstGeom prst="rect">
            <a:avLst/>
          </a:prstGeom>
          <a:noFill/>
        </p:spPr>
        <p:txBody>
          <a:bodyPr wrap="square">
            <a:spAutoFit/>
          </a:bodyPr>
          <a:lstStyle/>
          <a:p>
            <a:r>
              <a:rPr lang="id-ID" b="0" i="0" dirty="0">
                <a:solidFill>
                  <a:srgbClr val="1F1F1F"/>
                </a:solidFill>
                <a:effectLst/>
                <a:latin typeface="Google Sans Text"/>
              </a:rPr>
              <a:t>75 </a:t>
            </a:r>
            <a:r>
              <a:rPr lang="id-ID" b="0" i="0" dirty="0" err="1">
                <a:solidFill>
                  <a:srgbClr val="1F1F1F"/>
                </a:solidFill>
                <a:effectLst/>
                <a:latin typeface="Google Sans Text"/>
              </a:rPr>
              <a:t>rows</a:t>
            </a:r>
            <a:r>
              <a:rPr lang="id-ID" b="0" i="0" dirty="0">
                <a:solidFill>
                  <a:srgbClr val="1F1F1F"/>
                </a:solidFill>
                <a:effectLst/>
                <a:latin typeface="Google Sans Text"/>
              </a:rPr>
              <a:t> × 12 </a:t>
            </a:r>
            <a:r>
              <a:rPr lang="id-ID" b="0" i="0" dirty="0" err="1">
                <a:solidFill>
                  <a:srgbClr val="1F1F1F"/>
                </a:solidFill>
                <a:effectLst/>
                <a:latin typeface="Google Sans Text"/>
              </a:rPr>
              <a:t>columns</a:t>
            </a:r>
            <a:endParaRPr lang="id-ID" dirty="0"/>
          </a:p>
        </p:txBody>
      </p:sp>
    </p:spTree>
    <p:extLst>
      <p:ext uri="{BB962C8B-B14F-4D97-AF65-F5344CB8AC3E}">
        <p14:creationId xmlns:p14="http://schemas.microsoft.com/office/powerpoint/2010/main" val="33832574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E499C-EABB-B858-32D3-5D04083AF1F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B746E294-3885-2CA5-CBF5-6B3193039AA0}"/>
              </a:ext>
            </a:extLst>
          </p:cNvPr>
          <p:cNvSpPr>
            <a:spLocks noGrp="1"/>
          </p:cNvSpPr>
          <p:nvPr>
            <p:ph type="title"/>
          </p:nvPr>
        </p:nvSpPr>
        <p:spPr>
          <a:xfrm>
            <a:off x="1167492" y="381000"/>
            <a:ext cx="9779183" cy="1325563"/>
          </a:xfrm>
        </p:spPr>
        <p:txBody>
          <a:bodyPr rtlCol="0"/>
          <a:lstStyle/>
          <a:p>
            <a:pPr rtl="0"/>
            <a:r>
              <a:rPr lang="en-GB" dirty="0"/>
              <a:t>Selection</a:t>
            </a:r>
            <a:endParaRPr lang="id-ID" dirty="0"/>
          </a:p>
        </p:txBody>
      </p:sp>
      <p:sp>
        <p:nvSpPr>
          <p:cNvPr id="3" name="Tampungan Konten 2">
            <a:extLst>
              <a:ext uri="{FF2B5EF4-FFF2-40B4-BE49-F238E27FC236}">
                <a16:creationId xmlns:a16="http://schemas.microsoft.com/office/drawing/2014/main" id="{E9940EF2-6119-F684-F91C-99278FC033F6}"/>
              </a:ext>
            </a:extLst>
          </p:cNvPr>
          <p:cNvSpPr>
            <a:spLocks noGrp="1"/>
          </p:cNvSpPr>
          <p:nvPr>
            <p:ph idx="1"/>
          </p:nvPr>
        </p:nvSpPr>
        <p:spPr>
          <a:xfrm>
            <a:off x="1167492" y="1624051"/>
            <a:ext cx="5741308" cy="1046661"/>
          </a:xfrm>
        </p:spPr>
        <p:txBody>
          <a:bodyPr vert="horz" lIns="91440" tIns="45720" rIns="91440" bIns="45720" rtlCol="0" anchor="t">
            <a:normAutofit/>
          </a:bodyPr>
          <a:lstStyle/>
          <a:p>
            <a:r>
              <a:rPr lang="en-GB" sz="2000" dirty="0" err="1"/>
              <a:t>Kemudian</a:t>
            </a:r>
            <a:r>
              <a:rPr lang="en-GB" sz="2000" dirty="0"/>
              <a:t> </a:t>
            </a:r>
            <a:r>
              <a:rPr lang="id-ID" sz="2000" dirty="0"/>
              <a:t>seleksi data dengan </a:t>
            </a:r>
            <a:r>
              <a:rPr lang="en-GB" sz="2000" dirty="0"/>
              <a:t>filter gender = male dan youth = false, </a:t>
            </a:r>
            <a:r>
              <a:rPr lang="en-GB" sz="2000" dirty="0" err="1"/>
              <a:t>maka</a:t>
            </a:r>
            <a:r>
              <a:rPr lang="en-GB" sz="2000" dirty="0"/>
              <a:t> </a:t>
            </a:r>
            <a:r>
              <a:rPr lang="en-GB" sz="2000" dirty="0" err="1"/>
              <a:t>akan</a:t>
            </a:r>
            <a:r>
              <a:rPr lang="en-GB" sz="2000" dirty="0"/>
              <a:t> </a:t>
            </a:r>
            <a:r>
              <a:rPr lang="en-GB" sz="2000" dirty="0" err="1"/>
              <a:t>didapat</a:t>
            </a:r>
            <a:r>
              <a:rPr lang="en-GB" sz="2000" dirty="0"/>
              <a:t> list</a:t>
            </a:r>
            <a:r>
              <a:rPr lang="id-ID" sz="2000" dirty="0"/>
              <a:t>:</a:t>
            </a:r>
          </a:p>
        </p:txBody>
      </p:sp>
      <p:sp>
        <p:nvSpPr>
          <p:cNvPr id="4" name="Tampungan Tanggal 3">
            <a:extLst>
              <a:ext uri="{FF2B5EF4-FFF2-40B4-BE49-F238E27FC236}">
                <a16:creationId xmlns:a16="http://schemas.microsoft.com/office/drawing/2014/main" id="{B87B2DBE-5837-4087-4851-7BC889D13385}"/>
              </a:ext>
            </a:extLst>
          </p:cNvPr>
          <p:cNvSpPr>
            <a:spLocks noGrp="1"/>
          </p:cNvSpPr>
          <p:nvPr>
            <p:ph type="dt" sz="half" idx="2"/>
          </p:nvPr>
        </p:nvSpPr>
        <p:spPr>
          <a:xfrm>
            <a:off x="381000" y="6356350"/>
            <a:ext cx="2743200" cy="365125"/>
          </a:xfrm>
        </p:spPr>
        <p:txBody>
          <a:bodyPr rtlCol="0"/>
          <a:lstStyle/>
          <a:p>
            <a:pPr rtl="0"/>
            <a:fld id="{70C69C4D-CAFD-4E0E-94E0-4B1709D96441}" type="datetime1">
              <a:rPr lang="id-ID" smtClean="0"/>
              <a:t>06/11/2025</a:t>
            </a:fld>
            <a:endParaRPr lang="id-ID"/>
          </a:p>
        </p:txBody>
      </p:sp>
      <p:sp>
        <p:nvSpPr>
          <p:cNvPr id="6" name="Tampungan Nomor Slide 5">
            <a:extLst>
              <a:ext uri="{FF2B5EF4-FFF2-40B4-BE49-F238E27FC236}">
                <a16:creationId xmlns:a16="http://schemas.microsoft.com/office/drawing/2014/main" id="{0817CF96-1FC6-2A8E-6274-4D43ED84EA18}"/>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32</a:t>
            </a:fld>
            <a:endParaRPr lang="id-ID"/>
          </a:p>
        </p:txBody>
      </p:sp>
      <p:pic>
        <p:nvPicPr>
          <p:cNvPr id="10" name="Picture 9">
            <a:extLst>
              <a:ext uri="{FF2B5EF4-FFF2-40B4-BE49-F238E27FC236}">
                <a16:creationId xmlns:a16="http://schemas.microsoft.com/office/drawing/2014/main" id="{DDA72D8D-7240-630B-A05C-AFF0FF4A8023}"/>
              </a:ext>
            </a:extLst>
          </p:cNvPr>
          <p:cNvPicPr>
            <a:picLocks noChangeAspect="1"/>
          </p:cNvPicPr>
          <p:nvPr/>
        </p:nvPicPr>
        <p:blipFill>
          <a:blip r:embed="rId3"/>
          <a:stretch>
            <a:fillRect/>
          </a:stretch>
        </p:blipFill>
        <p:spPr>
          <a:xfrm>
            <a:off x="647296" y="2633780"/>
            <a:ext cx="6541633" cy="1046661"/>
          </a:xfrm>
          <a:prstGeom prst="rect">
            <a:avLst/>
          </a:prstGeom>
        </p:spPr>
      </p:pic>
      <p:sp>
        <p:nvSpPr>
          <p:cNvPr id="14" name="TextBox 13">
            <a:extLst>
              <a:ext uri="{FF2B5EF4-FFF2-40B4-BE49-F238E27FC236}">
                <a16:creationId xmlns:a16="http://schemas.microsoft.com/office/drawing/2014/main" id="{8282E616-CBD9-7784-D153-B7087FE395FD}"/>
              </a:ext>
            </a:extLst>
          </p:cNvPr>
          <p:cNvSpPr txBox="1"/>
          <p:nvPr/>
        </p:nvSpPr>
        <p:spPr>
          <a:xfrm>
            <a:off x="530273" y="3729097"/>
            <a:ext cx="2782390" cy="369332"/>
          </a:xfrm>
          <a:prstGeom prst="rect">
            <a:avLst/>
          </a:prstGeom>
          <a:noFill/>
        </p:spPr>
        <p:txBody>
          <a:bodyPr wrap="square">
            <a:spAutoFit/>
          </a:bodyPr>
          <a:lstStyle/>
          <a:p>
            <a:r>
              <a:rPr lang="id-ID" dirty="0"/>
              <a:t>Total valid </a:t>
            </a:r>
            <a:r>
              <a:rPr lang="id-ID" dirty="0" err="1"/>
              <a:t>matches</a:t>
            </a:r>
            <a:r>
              <a:rPr lang="id-ID" dirty="0"/>
              <a:t>: 2923</a:t>
            </a:r>
          </a:p>
        </p:txBody>
      </p:sp>
      <p:graphicFrame>
        <p:nvGraphicFramePr>
          <p:cNvPr id="15" name="Table 14">
            <a:extLst>
              <a:ext uri="{FF2B5EF4-FFF2-40B4-BE49-F238E27FC236}">
                <a16:creationId xmlns:a16="http://schemas.microsoft.com/office/drawing/2014/main" id="{AD797648-EF50-E9BA-AAD5-A0CA368339C0}"/>
              </a:ext>
            </a:extLst>
          </p:cNvPr>
          <p:cNvGraphicFramePr>
            <a:graphicFrameLocks noGrp="1"/>
          </p:cNvGraphicFramePr>
          <p:nvPr>
            <p:extLst>
              <p:ext uri="{D42A27DB-BD31-4B8C-83A1-F6EECF244321}">
                <p14:modId xmlns:p14="http://schemas.microsoft.com/office/powerpoint/2010/main" val="1214529391"/>
              </p:ext>
            </p:extLst>
          </p:nvPr>
        </p:nvGraphicFramePr>
        <p:xfrm>
          <a:off x="7363015" y="651048"/>
          <a:ext cx="3583660" cy="5705302"/>
        </p:xfrm>
        <a:graphic>
          <a:graphicData uri="http://schemas.openxmlformats.org/drawingml/2006/table">
            <a:tbl>
              <a:tblPr/>
              <a:tblGrid>
                <a:gridCol w="516478">
                  <a:extLst>
                    <a:ext uri="{9D8B030D-6E8A-4147-A177-3AD203B41FA5}">
                      <a16:colId xmlns:a16="http://schemas.microsoft.com/office/drawing/2014/main" val="986623182"/>
                    </a:ext>
                  </a:extLst>
                </a:gridCol>
                <a:gridCol w="3067182">
                  <a:extLst>
                    <a:ext uri="{9D8B030D-6E8A-4147-A177-3AD203B41FA5}">
                      <a16:colId xmlns:a16="http://schemas.microsoft.com/office/drawing/2014/main" val="4162778864"/>
                    </a:ext>
                  </a:extLst>
                </a:gridCol>
              </a:tblGrid>
              <a:tr h="245146">
                <a:tc>
                  <a:txBody>
                    <a:bodyPr/>
                    <a:lstStyle/>
                    <a:p>
                      <a:pPr fontAlgn="ctr">
                        <a:buNone/>
                      </a:pPr>
                      <a:r>
                        <a:rPr lang="en-GB" sz="1800" b="1" dirty="0">
                          <a:effectLst/>
                        </a:rPr>
                        <a:t>No</a:t>
                      </a:r>
                      <a:endParaRPr lang="id-ID" sz="1800" b="1" dirty="0">
                        <a:effectLst/>
                      </a:endParaRP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en-GB" sz="1800" dirty="0">
                          <a:effectLst/>
                        </a:rPr>
                        <a:t>Competition Name</a:t>
                      </a:r>
                      <a:endParaRPr lang="id-ID" sz="1800" dirty="0">
                        <a:effectLst/>
                      </a:endParaRP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883548033"/>
                  </a:ext>
                </a:extLst>
              </a:tr>
              <a:tr h="245146">
                <a:tc>
                  <a:txBody>
                    <a:bodyPr/>
                    <a:lstStyle/>
                    <a:p>
                      <a:pPr fontAlgn="ctr">
                        <a:buNone/>
                      </a:pPr>
                      <a:r>
                        <a:rPr lang="id-ID" sz="1800" b="1" dirty="0">
                          <a:effectLst/>
                        </a:rPr>
                        <a:t>0</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dirty="0">
                          <a:effectLst/>
                        </a:rPr>
                        <a:t>1. </a:t>
                      </a:r>
                      <a:r>
                        <a:rPr lang="id-ID" sz="1800" dirty="0" err="1">
                          <a:effectLst/>
                        </a:rPr>
                        <a:t>Bundesliga</a:t>
                      </a:r>
                      <a:endParaRPr lang="id-ID" sz="1800" dirty="0">
                        <a:effectLst/>
                      </a:endParaRP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673174081"/>
                  </a:ext>
                </a:extLst>
              </a:tr>
              <a:tr h="245146">
                <a:tc>
                  <a:txBody>
                    <a:bodyPr/>
                    <a:lstStyle/>
                    <a:p>
                      <a:pPr fontAlgn="ctr">
                        <a:buNone/>
                      </a:pPr>
                      <a:r>
                        <a:rPr lang="id-ID" sz="1800" b="1">
                          <a:effectLst/>
                        </a:rPr>
                        <a:t>1</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a:effectLst/>
                        </a:rPr>
                        <a:t>African Cup of Nations</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350963956"/>
                  </a:ext>
                </a:extLst>
              </a:tr>
              <a:tr h="245146">
                <a:tc>
                  <a:txBody>
                    <a:bodyPr/>
                    <a:lstStyle/>
                    <a:p>
                      <a:pPr fontAlgn="ctr">
                        <a:buNone/>
                      </a:pPr>
                      <a:r>
                        <a:rPr lang="id-ID" sz="1800" b="1">
                          <a:effectLst/>
                        </a:rPr>
                        <a:t>2</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a:effectLst/>
                        </a:rPr>
                        <a:t>Champions League</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11417562"/>
                  </a:ext>
                </a:extLst>
              </a:tr>
              <a:tr h="245146">
                <a:tc>
                  <a:txBody>
                    <a:bodyPr/>
                    <a:lstStyle/>
                    <a:p>
                      <a:pPr fontAlgn="ctr">
                        <a:buNone/>
                      </a:pPr>
                      <a:r>
                        <a:rPr lang="id-ID" sz="1800" b="1">
                          <a:effectLst/>
                        </a:rPr>
                        <a:t>3</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dirty="0" err="1">
                          <a:effectLst/>
                        </a:rPr>
                        <a:t>Copa</a:t>
                      </a:r>
                      <a:r>
                        <a:rPr lang="id-ID" sz="1800" dirty="0">
                          <a:effectLst/>
                        </a:rPr>
                        <a:t> America</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435465533"/>
                  </a:ext>
                </a:extLst>
              </a:tr>
              <a:tr h="245146">
                <a:tc>
                  <a:txBody>
                    <a:bodyPr/>
                    <a:lstStyle/>
                    <a:p>
                      <a:pPr fontAlgn="ctr">
                        <a:buNone/>
                      </a:pPr>
                      <a:r>
                        <a:rPr lang="id-ID" sz="1800" b="1">
                          <a:effectLst/>
                        </a:rPr>
                        <a:t>4</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a:effectLst/>
                        </a:rPr>
                        <a:t>Copa del Rey</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655694283"/>
                  </a:ext>
                </a:extLst>
              </a:tr>
              <a:tr h="245146">
                <a:tc>
                  <a:txBody>
                    <a:bodyPr/>
                    <a:lstStyle/>
                    <a:p>
                      <a:pPr fontAlgn="ctr">
                        <a:buNone/>
                      </a:pPr>
                      <a:r>
                        <a:rPr lang="id-ID" sz="1800" b="1">
                          <a:effectLst/>
                        </a:rPr>
                        <a:t>5</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a:effectLst/>
                        </a:rPr>
                        <a:t>FIFA World Cup</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203496854"/>
                  </a:ext>
                </a:extLst>
              </a:tr>
              <a:tr h="245146">
                <a:tc>
                  <a:txBody>
                    <a:bodyPr/>
                    <a:lstStyle/>
                    <a:p>
                      <a:pPr fontAlgn="ctr">
                        <a:buNone/>
                      </a:pPr>
                      <a:r>
                        <a:rPr lang="id-ID" sz="1800" b="1">
                          <a:effectLst/>
                        </a:rPr>
                        <a:t>6</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dirty="0">
                          <a:effectLst/>
                        </a:rPr>
                        <a:t>Indian Super </a:t>
                      </a:r>
                      <a:r>
                        <a:rPr lang="id-ID" sz="1800" dirty="0" err="1">
                          <a:effectLst/>
                        </a:rPr>
                        <a:t>league</a:t>
                      </a:r>
                      <a:endParaRPr lang="id-ID" sz="1800" dirty="0">
                        <a:effectLst/>
                      </a:endParaRP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647852811"/>
                  </a:ext>
                </a:extLst>
              </a:tr>
              <a:tr h="245146">
                <a:tc>
                  <a:txBody>
                    <a:bodyPr/>
                    <a:lstStyle/>
                    <a:p>
                      <a:pPr fontAlgn="ctr">
                        <a:buNone/>
                      </a:pPr>
                      <a:r>
                        <a:rPr lang="id-ID" sz="1800" b="1">
                          <a:effectLst/>
                        </a:rPr>
                        <a:t>7</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a:effectLst/>
                        </a:rPr>
                        <a:t>La Liga</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453409003"/>
                  </a:ext>
                </a:extLst>
              </a:tr>
              <a:tr h="245146">
                <a:tc>
                  <a:txBody>
                    <a:bodyPr/>
                    <a:lstStyle/>
                    <a:p>
                      <a:pPr fontAlgn="ctr">
                        <a:buNone/>
                      </a:pPr>
                      <a:r>
                        <a:rPr lang="id-ID" sz="1800" b="1">
                          <a:effectLst/>
                        </a:rPr>
                        <a:t>8</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a:effectLst/>
                        </a:rPr>
                        <a:t>Liga Profesional</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38348561"/>
                  </a:ext>
                </a:extLst>
              </a:tr>
              <a:tr h="245146">
                <a:tc>
                  <a:txBody>
                    <a:bodyPr/>
                    <a:lstStyle/>
                    <a:p>
                      <a:pPr fontAlgn="ctr">
                        <a:buNone/>
                      </a:pPr>
                      <a:r>
                        <a:rPr lang="id-ID" sz="1800" b="1">
                          <a:effectLst/>
                        </a:rPr>
                        <a:t>9</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a:effectLst/>
                        </a:rPr>
                        <a:t>Ligue 1</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191112589"/>
                  </a:ext>
                </a:extLst>
              </a:tr>
              <a:tr h="245146">
                <a:tc>
                  <a:txBody>
                    <a:bodyPr/>
                    <a:lstStyle/>
                    <a:p>
                      <a:pPr fontAlgn="ctr">
                        <a:buNone/>
                      </a:pPr>
                      <a:r>
                        <a:rPr lang="id-ID" sz="1800" b="1">
                          <a:effectLst/>
                        </a:rPr>
                        <a:t>10</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a:effectLst/>
                        </a:rPr>
                        <a:t>Major League Soccer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289105058"/>
                  </a:ext>
                </a:extLst>
              </a:tr>
              <a:tr h="245146">
                <a:tc>
                  <a:txBody>
                    <a:bodyPr/>
                    <a:lstStyle/>
                    <a:p>
                      <a:pPr fontAlgn="ctr">
                        <a:buNone/>
                      </a:pPr>
                      <a:r>
                        <a:rPr lang="id-ID" sz="1800" b="1">
                          <a:effectLst/>
                        </a:rPr>
                        <a:t>11</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a:effectLst/>
                        </a:rPr>
                        <a:t>North American League</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016111723"/>
                  </a:ext>
                </a:extLst>
              </a:tr>
              <a:tr h="245146">
                <a:tc>
                  <a:txBody>
                    <a:bodyPr/>
                    <a:lstStyle/>
                    <a:p>
                      <a:pPr fontAlgn="ctr">
                        <a:buNone/>
                      </a:pPr>
                      <a:r>
                        <a:rPr lang="id-ID" sz="1800" b="1">
                          <a:effectLst/>
                        </a:rPr>
                        <a:t>12</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a:effectLst/>
                        </a:rPr>
                        <a:t>Premier League</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794070738"/>
                  </a:ext>
                </a:extLst>
              </a:tr>
              <a:tr h="245146">
                <a:tc>
                  <a:txBody>
                    <a:bodyPr/>
                    <a:lstStyle/>
                    <a:p>
                      <a:pPr fontAlgn="ctr">
                        <a:buNone/>
                      </a:pPr>
                      <a:r>
                        <a:rPr lang="id-ID" sz="1800" b="1">
                          <a:effectLst/>
                        </a:rPr>
                        <a:t>13</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a:effectLst/>
                        </a:rPr>
                        <a:t>Serie A</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334525120"/>
                  </a:ext>
                </a:extLst>
              </a:tr>
              <a:tr h="245146">
                <a:tc>
                  <a:txBody>
                    <a:bodyPr/>
                    <a:lstStyle/>
                    <a:p>
                      <a:pPr fontAlgn="ctr">
                        <a:buNone/>
                      </a:pPr>
                      <a:r>
                        <a:rPr lang="id-ID" sz="1800" b="1">
                          <a:effectLst/>
                        </a:rPr>
                        <a:t>14</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a:effectLst/>
                        </a:rPr>
                        <a:t>UEFA Euro</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723784484"/>
                  </a:ext>
                </a:extLst>
              </a:tr>
              <a:tr h="245146">
                <a:tc>
                  <a:txBody>
                    <a:bodyPr/>
                    <a:lstStyle/>
                    <a:p>
                      <a:pPr fontAlgn="ctr">
                        <a:buNone/>
                      </a:pPr>
                      <a:r>
                        <a:rPr lang="id-ID" sz="1800" b="1">
                          <a:effectLst/>
                        </a:rPr>
                        <a:t>15</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sz="1800" dirty="0">
                          <a:effectLst/>
                        </a:rPr>
                        <a:t>UEFA </a:t>
                      </a:r>
                      <a:r>
                        <a:rPr lang="id-ID" sz="1800" dirty="0" err="1">
                          <a:effectLst/>
                        </a:rPr>
                        <a:t>Europa</a:t>
                      </a:r>
                      <a:r>
                        <a:rPr lang="id-ID" sz="1800" dirty="0">
                          <a:effectLst/>
                        </a:rPr>
                        <a:t> </a:t>
                      </a:r>
                      <a:r>
                        <a:rPr lang="id-ID" sz="1800" dirty="0" err="1">
                          <a:effectLst/>
                        </a:rPr>
                        <a:t>League</a:t>
                      </a:r>
                      <a:endParaRPr lang="id-ID" sz="1800" dirty="0">
                        <a:effectLst/>
                      </a:endParaRP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251784235"/>
                  </a:ext>
                </a:extLst>
              </a:tr>
            </a:tbl>
          </a:graphicData>
        </a:graphic>
      </p:graphicFrame>
    </p:spTree>
    <p:extLst>
      <p:ext uri="{BB962C8B-B14F-4D97-AF65-F5344CB8AC3E}">
        <p14:creationId xmlns:p14="http://schemas.microsoft.com/office/powerpoint/2010/main" val="27151065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1CC26-0695-AB5A-8D02-BF7C34E54B70}"/>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C2D3421A-BEFF-7AE2-4FC5-D3C492EFBE5F}"/>
              </a:ext>
            </a:extLst>
          </p:cNvPr>
          <p:cNvSpPr>
            <a:spLocks noGrp="1"/>
          </p:cNvSpPr>
          <p:nvPr>
            <p:ph type="title"/>
          </p:nvPr>
        </p:nvSpPr>
        <p:spPr>
          <a:xfrm>
            <a:off x="1167492" y="381000"/>
            <a:ext cx="9779183" cy="1325563"/>
          </a:xfrm>
        </p:spPr>
        <p:txBody>
          <a:bodyPr rtlCol="0"/>
          <a:lstStyle/>
          <a:p>
            <a:pPr rtl="0"/>
            <a:r>
              <a:rPr lang="en-GB" dirty="0"/>
              <a:t>Selection</a:t>
            </a:r>
            <a:endParaRPr lang="id-ID" dirty="0"/>
          </a:p>
        </p:txBody>
      </p:sp>
      <p:sp>
        <p:nvSpPr>
          <p:cNvPr id="3" name="Tampungan Konten 2">
            <a:extLst>
              <a:ext uri="{FF2B5EF4-FFF2-40B4-BE49-F238E27FC236}">
                <a16:creationId xmlns:a16="http://schemas.microsoft.com/office/drawing/2014/main" id="{09E62F2F-8540-654B-12E3-571B3E6B0629}"/>
              </a:ext>
            </a:extLst>
          </p:cNvPr>
          <p:cNvSpPr>
            <a:spLocks noGrp="1"/>
          </p:cNvSpPr>
          <p:nvPr>
            <p:ph idx="1"/>
          </p:nvPr>
        </p:nvSpPr>
        <p:spPr>
          <a:xfrm>
            <a:off x="1167492" y="1624051"/>
            <a:ext cx="9779182" cy="3526990"/>
          </a:xfrm>
        </p:spPr>
        <p:txBody>
          <a:bodyPr vert="horz" lIns="91440" tIns="45720" rIns="91440" bIns="45720" rtlCol="0" anchor="t">
            <a:normAutofit/>
          </a:bodyPr>
          <a:lstStyle/>
          <a:p>
            <a:r>
              <a:rPr lang="en-GB" sz="2000" dirty="0"/>
              <a:t>Dari data </a:t>
            </a:r>
            <a:r>
              <a:rPr lang="en-GB" sz="2000" dirty="0" err="1"/>
              <a:t>competitions.json</a:t>
            </a:r>
            <a:r>
              <a:rPr lang="en-GB" sz="2000" dirty="0"/>
              <a:t> </a:t>
            </a:r>
            <a:r>
              <a:rPr lang="en-GB" sz="2000" dirty="0" err="1"/>
              <a:t>tersebut</a:t>
            </a:r>
            <a:r>
              <a:rPr lang="en-GB" sz="2000" dirty="0"/>
              <a:t> </a:t>
            </a:r>
            <a:r>
              <a:rPr lang="en-GB" sz="2000" dirty="0" err="1"/>
              <a:t>akan</a:t>
            </a:r>
            <a:r>
              <a:rPr lang="en-GB" sz="2000" dirty="0"/>
              <a:t> di </a:t>
            </a:r>
            <a:r>
              <a:rPr lang="en-GB" sz="2000" dirty="0" err="1"/>
              <a:t>gunakan</a:t>
            </a:r>
            <a:r>
              <a:rPr lang="en-GB" sz="2000" dirty="0"/>
              <a:t> </a:t>
            </a:r>
            <a:r>
              <a:rPr lang="en-GB" sz="2000" dirty="0" err="1"/>
              <a:t>competitions_id</a:t>
            </a:r>
            <a:r>
              <a:rPr lang="en-GB" sz="2000" dirty="0"/>
              <a:t> </a:t>
            </a:r>
            <a:r>
              <a:rPr lang="en-GB" sz="2000" dirty="0" err="1"/>
              <a:t>untuk</a:t>
            </a:r>
            <a:r>
              <a:rPr lang="en-GB" sz="2000" dirty="0"/>
              <a:t> select </a:t>
            </a:r>
            <a:r>
              <a:rPr lang="en-GB" sz="2000" dirty="0" err="1"/>
              <a:t>pertandingan</a:t>
            </a:r>
            <a:r>
              <a:rPr lang="en-GB" sz="2000" dirty="0"/>
              <a:t> dan </a:t>
            </a:r>
            <a:r>
              <a:rPr lang="en-GB" sz="2000" dirty="0" err="1"/>
              <a:t>bisa</a:t>
            </a:r>
            <a:r>
              <a:rPr lang="en-GB" sz="2000" dirty="0"/>
              <a:t> </a:t>
            </a:r>
            <a:r>
              <a:rPr lang="en-GB" sz="2000" dirty="0" err="1"/>
              <a:t>mendapatkan</a:t>
            </a:r>
            <a:r>
              <a:rPr lang="en-GB" sz="2000" dirty="0"/>
              <a:t> match id pada folder matches yang </a:t>
            </a:r>
            <a:r>
              <a:rPr lang="en-GB" sz="2000" dirty="0" err="1"/>
              <a:t>isinya</a:t>
            </a:r>
            <a:r>
              <a:rPr lang="en-GB" sz="2000" dirty="0"/>
              <a:t>:</a:t>
            </a:r>
            <a:br>
              <a:rPr lang="en-GB" sz="2000" dirty="0"/>
            </a:br>
            <a:endParaRPr lang="id-ID" sz="2000" dirty="0"/>
          </a:p>
        </p:txBody>
      </p:sp>
      <p:sp>
        <p:nvSpPr>
          <p:cNvPr id="4" name="Tampungan Tanggal 3">
            <a:extLst>
              <a:ext uri="{FF2B5EF4-FFF2-40B4-BE49-F238E27FC236}">
                <a16:creationId xmlns:a16="http://schemas.microsoft.com/office/drawing/2014/main" id="{FE06367D-E488-54E6-21ED-2F597E245E88}"/>
              </a:ext>
            </a:extLst>
          </p:cNvPr>
          <p:cNvSpPr>
            <a:spLocks noGrp="1"/>
          </p:cNvSpPr>
          <p:nvPr>
            <p:ph type="dt" sz="half" idx="2"/>
          </p:nvPr>
        </p:nvSpPr>
        <p:spPr>
          <a:xfrm>
            <a:off x="0" y="6508750"/>
            <a:ext cx="2743200" cy="365125"/>
          </a:xfrm>
        </p:spPr>
        <p:txBody>
          <a:bodyPr rtlCol="0"/>
          <a:lstStyle/>
          <a:p>
            <a:pPr rtl="0"/>
            <a:fld id="{70C69C4D-CAFD-4E0E-94E0-4B1709D96441}" type="datetime1">
              <a:rPr lang="id-ID" smtClean="0"/>
              <a:t>06/11/2025</a:t>
            </a:fld>
            <a:endParaRPr lang="id-ID" dirty="0"/>
          </a:p>
        </p:txBody>
      </p:sp>
      <p:sp>
        <p:nvSpPr>
          <p:cNvPr id="6" name="Tampungan Nomor Slide 5">
            <a:extLst>
              <a:ext uri="{FF2B5EF4-FFF2-40B4-BE49-F238E27FC236}">
                <a16:creationId xmlns:a16="http://schemas.microsoft.com/office/drawing/2014/main" id="{F6EA7806-9346-D4AB-FD22-E342C4C8FC3F}"/>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33</a:t>
            </a:fld>
            <a:endParaRPr lang="id-ID"/>
          </a:p>
        </p:txBody>
      </p:sp>
      <p:graphicFrame>
        <p:nvGraphicFramePr>
          <p:cNvPr id="7" name="Table 6">
            <a:extLst>
              <a:ext uri="{FF2B5EF4-FFF2-40B4-BE49-F238E27FC236}">
                <a16:creationId xmlns:a16="http://schemas.microsoft.com/office/drawing/2014/main" id="{4B448C15-FD2B-487D-CED4-C9BE9D9C4A57}"/>
              </a:ext>
            </a:extLst>
          </p:cNvPr>
          <p:cNvGraphicFramePr>
            <a:graphicFrameLocks noGrp="1"/>
          </p:cNvGraphicFramePr>
          <p:nvPr>
            <p:extLst>
              <p:ext uri="{D42A27DB-BD31-4B8C-83A1-F6EECF244321}">
                <p14:modId xmlns:p14="http://schemas.microsoft.com/office/powerpoint/2010/main" val="697518600"/>
              </p:ext>
            </p:extLst>
          </p:nvPr>
        </p:nvGraphicFramePr>
        <p:xfrm>
          <a:off x="1245326" y="2214686"/>
          <a:ext cx="9538789" cy="4301326"/>
        </p:xfrm>
        <a:graphic>
          <a:graphicData uri="http://schemas.openxmlformats.org/drawingml/2006/table">
            <a:tbl>
              <a:tblPr/>
              <a:tblGrid>
                <a:gridCol w="1491881">
                  <a:extLst>
                    <a:ext uri="{9D8B030D-6E8A-4147-A177-3AD203B41FA5}">
                      <a16:colId xmlns:a16="http://schemas.microsoft.com/office/drawing/2014/main" val="342943150"/>
                    </a:ext>
                  </a:extLst>
                </a:gridCol>
                <a:gridCol w="1612153">
                  <a:extLst>
                    <a:ext uri="{9D8B030D-6E8A-4147-A177-3AD203B41FA5}">
                      <a16:colId xmlns:a16="http://schemas.microsoft.com/office/drawing/2014/main" val="1355164939"/>
                    </a:ext>
                  </a:extLst>
                </a:gridCol>
                <a:gridCol w="1477807">
                  <a:extLst>
                    <a:ext uri="{9D8B030D-6E8A-4147-A177-3AD203B41FA5}">
                      <a16:colId xmlns:a16="http://schemas.microsoft.com/office/drawing/2014/main" val="2937396984"/>
                    </a:ext>
                  </a:extLst>
                </a:gridCol>
                <a:gridCol w="1313606">
                  <a:extLst>
                    <a:ext uri="{9D8B030D-6E8A-4147-A177-3AD203B41FA5}">
                      <a16:colId xmlns:a16="http://schemas.microsoft.com/office/drawing/2014/main" val="1694237898"/>
                    </a:ext>
                  </a:extLst>
                </a:gridCol>
                <a:gridCol w="1433025">
                  <a:extLst>
                    <a:ext uri="{9D8B030D-6E8A-4147-A177-3AD203B41FA5}">
                      <a16:colId xmlns:a16="http://schemas.microsoft.com/office/drawing/2014/main" val="3037438775"/>
                    </a:ext>
                  </a:extLst>
                </a:gridCol>
                <a:gridCol w="1552444">
                  <a:extLst>
                    <a:ext uri="{9D8B030D-6E8A-4147-A177-3AD203B41FA5}">
                      <a16:colId xmlns:a16="http://schemas.microsoft.com/office/drawing/2014/main" val="4085949094"/>
                    </a:ext>
                  </a:extLst>
                </a:gridCol>
                <a:gridCol w="657873">
                  <a:extLst>
                    <a:ext uri="{9D8B030D-6E8A-4147-A177-3AD203B41FA5}">
                      <a16:colId xmlns:a16="http://schemas.microsoft.com/office/drawing/2014/main" val="747625759"/>
                    </a:ext>
                  </a:extLst>
                </a:gridCol>
              </a:tblGrid>
              <a:tr h="289262">
                <a:tc>
                  <a:txBody>
                    <a:bodyPr/>
                    <a:lstStyle/>
                    <a:p>
                      <a:pPr algn="ctr">
                        <a:buNone/>
                      </a:pPr>
                      <a:r>
                        <a:rPr lang="id-ID" sz="1600" b="1" dirty="0" err="1">
                          <a:effectLst/>
                        </a:rPr>
                        <a:t>match_id</a:t>
                      </a:r>
                      <a:endParaRPr lang="id-ID" sz="1600" b="1"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b="1" dirty="0" err="1">
                          <a:effectLst/>
                        </a:rPr>
                        <a:t>match_date</a:t>
                      </a:r>
                      <a:endParaRPr lang="id-ID" sz="1600" b="1"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b="1" dirty="0" err="1">
                          <a:effectLst/>
                        </a:rPr>
                        <a:t>kick_off</a:t>
                      </a:r>
                      <a:endParaRPr lang="id-ID" sz="1600" b="1"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b="1" dirty="0" err="1">
                          <a:effectLst/>
                        </a:rPr>
                        <a:t>home_score</a:t>
                      </a:r>
                      <a:endParaRPr lang="id-ID" sz="1600" b="1"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b="1" dirty="0" err="1">
                          <a:effectLst/>
                        </a:rPr>
                        <a:t>away_score</a:t>
                      </a:r>
                      <a:endParaRPr lang="id-ID" sz="1600" b="1"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b="1" dirty="0" err="1">
                          <a:effectLst/>
                        </a:rPr>
                        <a:t>match_status</a:t>
                      </a:r>
                      <a:endParaRPr lang="id-ID" sz="1600" b="1"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600" b="1" dirty="0">
                          <a:effectLst/>
                        </a:rPr>
                        <a:t>…</a:t>
                      </a:r>
                      <a:endParaRPr lang="id-ID" sz="1600" b="1"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645768063"/>
                  </a:ext>
                </a:extLst>
              </a:tr>
              <a:tr h="382238">
                <a:tc>
                  <a:txBody>
                    <a:bodyPr/>
                    <a:lstStyle/>
                    <a:p>
                      <a:pPr algn="ctr">
                        <a:buNone/>
                      </a:pPr>
                      <a:r>
                        <a:rPr lang="id-ID" sz="1600" dirty="0">
                          <a:effectLst/>
                        </a:rPr>
                        <a:t>3890561</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2016-05-14</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15:30:00.000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1</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4</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available</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600" dirty="0">
                          <a:effectLst/>
                        </a:rPr>
                        <a:t>…</a:t>
                      </a:r>
                      <a:endParaRPr lang="id-ID" sz="1600"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175715999"/>
                  </a:ext>
                </a:extLst>
              </a:tr>
              <a:tr h="413231">
                <a:tc>
                  <a:txBody>
                    <a:bodyPr/>
                    <a:lstStyle/>
                    <a:p>
                      <a:pPr algn="ctr">
                        <a:buNone/>
                      </a:pPr>
                      <a:r>
                        <a:rPr lang="id-ID" sz="1600">
                          <a:effectLst/>
                        </a:rPr>
                        <a:t>3890505</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2016-04-02</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15:30:00.000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1</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available</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600" dirty="0">
                          <a:effectLst/>
                        </a:rPr>
                        <a:t>…</a:t>
                      </a:r>
                      <a:endParaRPr lang="id-ID" sz="1600"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458429824"/>
                  </a:ext>
                </a:extLst>
              </a:tr>
              <a:tr h="413231">
                <a:tc>
                  <a:txBody>
                    <a:bodyPr/>
                    <a:lstStyle/>
                    <a:p>
                      <a:pPr algn="ctr">
                        <a:buNone/>
                      </a:pPr>
                      <a:r>
                        <a:rPr lang="id-ID" sz="1600">
                          <a:effectLst/>
                        </a:rPr>
                        <a:t>3890511</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2016-04-08</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dirty="0">
                          <a:effectLst/>
                        </a:rPr>
                        <a:t>20:30:00.000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dirty="0">
                          <a:effectLst/>
                        </a:rPr>
                        <a:t>2</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available</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600" dirty="0">
                          <a:effectLst/>
                        </a:rPr>
                        <a:t>…</a:t>
                      </a:r>
                      <a:endParaRPr lang="id-ID" sz="1600"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223624303"/>
                  </a:ext>
                </a:extLst>
              </a:tr>
              <a:tr h="382238">
                <a:tc>
                  <a:txBody>
                    <a:bodyPr/>
                    <a:lstStyle/>
                    <a:p>
                      <a:pPr algn="ctr">
                        <a:buNone/>
                      </a:pPr>
                      <a:r>
                        <a:rPr lang="id-ID" sz="1600">
                          <a:effectLst/>
                        </a:rPr>
                        <a:t>3890515</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2016-04-09</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15:30:00.000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1</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dirty="0" err="1">
                          <a:effectLst/>
                        </a:rPr>
                        <a:t>available</a:t>
                      </a:r>
                      <a:endParaRPr lang="id-ID" sz="1600"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600" dirty="0">
                          <a:effectLst/>
                        </a:rPr>
                        <a:t>…</a:t>
                      </a:r>
                      <a:endParaRPr lang="id-ID" sz="1600"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766165239"/>
                  </a:ext>
                </a:extLst>
              </a:tr>
              <a:tr h="382238">
                <a:tc>
                  <a:txBody>
                    <a:bodyPr/>
                    <a:lstStyle/>
                    <a:p>
                      <a:pPr algn="ctr">
                        <a:buNone/>
                      </a:pPr>
                      <a:r>
                        <a:rPr lang="id-ID" sz="1600">
                          <a:effectLst/>
                        </a:rPr>
                        <a:t>3890411</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2015-12-20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16:30:00.000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available</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600" dirty="0">
                          <a:effectLst/>
                        </a:rPr>
                        <a:t>…</a:t>
                      </a:r>
                      <a:endParaRPr lang="id-ID" sz="1600"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925606017"/>
                  </a:ext>
                </a:extLst>
              </a:tr>
              <a:tr h="180097">
                <a:tc>
                  <a:txBody>
                    <a:bodyPr/>
                    <a:lstStyle/>
                    <a:p>
                      <a:pPr algn="ctr">
                        <a:buNone/>
                      </a:pPr>
                      <a:r>
                        <a:rPr lang="id-ID" sz="1600">
                          <a:effectLst/>
                        </a:rPr>
                        <a:t>...</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dirty="0">
                          <a:effectLst/>
                        </a:rPr>
                        <a:t>...</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600" dirty="0">
                          <a:effectLst/>
                        </a:rPr>
                        <a:t>…</a:t>
                      </a:r>
                      <a:endParaRPr lang="id-ID" sz="1600"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991920119"/>
                  </a:ext>
                </a:extLst>
              </a:tr>
              <a:tr h="382238">
                <a:tc>
                  <a:txBody>
                    <a:bodyPr/>
                    <a:lstStyle/>
                    <a:p>
                      <a:pPr algn="ctr">
                        <a:buNone/>
                      </a:pPr>
                      <a:r>
                        <a:rPr lang="id-ID" sz="1600">
                          <a:effectLst/>
                        </a:rPr>
                        <a:t>3890263</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2015-08-15</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15:30:00.000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1</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available</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600" dirty="0">
                          <a:effectLst/>
                        </a:rPr>
                        <a:t>…</a:t>
                      </a:r>
                      <a:endParaRPr lang="id-ID" sz="1600"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402145758"/>
                  </a:ext>
                </a:extLst>
              </a:tr>
              <a:tr h="382238">
                <a:tc>
                  <a:txBody>
                    <a:bodyPr/>
                    <a:lstStyle/>
                    <a:p>
                      <a:pPr algn="ctr">
                        <a:buNone/>
                      </a:pPr>
                      <a:r>
                        <a:rPr lang="id-ID" sz="1600">
                          <a:effectLst/>
                        </a:rPr>
                        <a:t>3890262</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2015-08-15</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15:30:00.000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available</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600" dirty="0">
                          <a:effectLst/>
                        </a:rPr>
                        <a:t>…</a:t>
                      </a:r>
                      <a:endParaRPr lang="id-ID" sz="1600"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494029268"/>
                  </a:ext>
                </a:extLst>
              </a:tr>
              <a:tr h="382238">
                <a:tc>
                  <a:txBody>
                    <a:bodyPr/>
                    <a:lstStyle/>
                    <a:p>
                      <a:pPr algn="ctr">
                        <a:buNone/>
                      </a:pPr>
                      <a:r>
                        <a:rPr lang="id-ID" sz="1600">
                          <a:effectLst/>
                        </a:rPr>
                        <a:t>3890261</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2015-08-15</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18:30:00.000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4</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available</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600" dirty="0">
                          <a:effectLst/>
                        </a:rPr>
                        <a:t>…</a:t>
                      </a:r>
                      <a:endParaRPr lang="id-ID" sz="1600"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300416384"/>
                  </a:ext>
                </a:extLst>
              </a:tr>
              <a:tr h="382238">
                <a:tc>
                  <a:txBody>
                    <a:bodyPr/>
                    <a:lstStyle/>
                    <a:p>
                      <a:pPr algn="ctr">
                        <a:buNone/>
                      </a:pPr>
                      <a:r>
                        <a:rPr lang="id-ID" sz="1600">
                          <a:effectLst/>
                        </a:rPr>
                        <a:t>3890260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2015-08-15</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15:30:00.000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1</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available</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600" dirty="0">
                          <a:effectLst/>
                        </a:rPr>
                        <a:t>…</a:t>
                      </a:r>
                      <a:endParaRPr lang="id-ID" sz="1600"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574841015"/>
                  </a:ext>
                </a:extLst>
              </a:tr>
              <a:tr h="180097">
                <a:tc>
                  <a:txBody>
                    <a:bodyPr/>
                    <a:lstStyle/>
                    <a:p>
                      <a:pPr algn="ctr">
                        <a:buNone/>
                      </a:pPr>
                      <a:r>
                        <a:rPr lang="id-ID" sz="1600" dirty="0">
                          <a:effectLst/>
                        </a:rPr>
                        <a:t>3890259</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2015-08-14</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20:30:00.000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5</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0</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600">
                          <a:effectLst/>
                        </a:rPr>
                        <a:t>available</a:t>
                      </a: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600" dirty="0">
                          <a:effectLst/>
                        </a:rPr>
                        <a:t>…</a:t>
                      </a:r>
                      <a:endParaRPr lang="id-ID" sz="1600" dirty="0">
                        <a:effectLst/>
                      </a:endParaRPr>
                    </a:p>
                  </a:txBody>
                  <a:tcPr marL="11129" marR="11129" marT="5564" marB="55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856872053"/>
                  </a:ext>
                </a:extLst>
              </a:tr>
            </a:tbl>
          </a:graphicData>
        </a:graphic>
      </p:graphicFrame>
      <p:sp>
        <p:nvSpPr>
          <p:cNvPr id="12" name="TextBox 11">
            <a:extLst>
              <a:ext uri="{FF2B5EF4-FFF2-40B4-BE49-F238E27FC236}">
                <a16:creationId xmlns:a16="http://schemas.microsoft.com/office/drawing/2014/main" id="{EB705B66-F665-DFC0-BFCD-A11E388B6691}"/>
              </a:ext>
            </a:extLst>
          </p:cNvPr>
          <p:cNvSpPr txBox="1"/>
          <p:nvPr/>
        </p:nvSpPr>
        <p:spPr>
          <a:xfrm>
            <a:off x="1167490" y="6455052"/>
            <a:ext cx="2451100" cy="369332"/>
          </a:xfrm>
          <a:prstGeom prst="rect">
            <a:avLst/>
          </a:prstGeom>
          <a:noFill/>
        </p:spPr>
        <p:txBody>
          <a:bodyPr wrap="square">
            <a:spAutoFit/>
          </a:bodyPr>
          <a:lstStyle/>
          <a:p>
            <a:r>
              <a:rPr lang="id-ID" dirty="0"/>
              <a:t>306 </a:t>
            </a:r>
            <a:r>
              <a:rPr lang="id-ID" dirty="0" err="1"/>
              <a:t>rows</a:t>
            </a:r>
            <a:r>
              <a:rPr lang="id-ID" dirty="0"/>
              <a:t> × 42 </a:t>
            </a:r>
            <a:r>
              <a:rPr lang="id-ID" dirty="0" err="1"/>
              <a:t>columns</a:t>
            </a:r>
            <a:endParaRPr lang="id-ID" dirty="0"/>
          </a:p>
        </p:txBody>
      </p:sp>
    </p:spTree>
    <p:extLst>
      <p:ext uri="{BB962C8B-B14F-4D97-AF65-F5344CB8AC3E}">
        <p14:creationId xmlns:p14="http://schemas.microsoft.com/office/powerpoint/2010/main" val="304888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FFD03-939E-F436-9804-683790FE6FF3}"/>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2395C846-6CEB-2061-E090-B6756A8D98F3}"/>
              </a:ext>
            </a:extLst>
          </p:cNvPr>
          <p:cNvSpPr>
            <a:spLocks noGrp="1"/>
          </p:cNvSpPr>
          <p:nvPr>
            <p:ph type="title"/>
          </p:nvPr>
        </p:nvSpPr>
        <p:spPr>
          <a:xfrm>
            <a:off x="1206408" y="801931"/>
            <a:ext cx="9779183" cy="1325563"/>
          </a:xfrm>
        </p:spPr>
        <p:txBody>
          <a:bodyPr rtlCol="0"/>
          <a:lstStyle/>
          <a:p>
            <a:pPr rtl="0"/>
            <a:r>
              <a:rPr lang="en-GB" dirty="0"/>
              <a:t>Selection</a:t>
            </a:r>
            <a:endParaRPr lang="id-ID" dirty="0"/>
          </a:p>
        </p:txBody>
      </p:sp>
      <p:sp>
        <p:nvSpPr>
          <p:cNvPr id="3" name="Tampungan Konten 2">
            <a:extLst>
              <a:ext uri="{FF2B5EF4-FFF2-40B4-BE49-F238E27FC236}">
                <a16:creationId xmlns:a16="http://schemas.microsoft.com/office/drawing/2014/main" id="{8E57FC71-DC1B-E475-31E8-CDE74B7B3829}"/>
              </a:ext>
            </a:extLst>
          </p:cNvPr>
          <p:cNvSpPr>
            <a:spLocks noGrp="1"/>
          </p:cNvSpPr>
          <p:nvPr>
            <p:ph idx="1"/>
          </p:nvPr>
        </p:nvSpPr>
        <p:spPr>
          <a:xfrm>
            <a:off x="1167492" y="2127494"/>
            <a:ext cx="5741308" cy="1046661"/>
          </a:xfrm>
        </p:spPr>
        <p:txBody>
          <a:bodyPr vert="horz" lIns="91440" tIns="45720" rIns="91440" bIns="45720" rtlCol="0" anchor="t">
            <a:normAutofit/>
          </a:bodyPr>
          <a:lstStyle/>
          <a:p>
            <a:r>
              <a:rPr lang="en-GB" sz="2000" dirty="0" err="1"/>
              <a:t>Kemudian</a:t>
            </a:r>
            <a:r>
              <a:rPr lang="en-GB" sz="2000" dirty="0"/>
              <a:t> data di extract </a:t>
            </a:r>
            <a:r>
              <a:rPr lang="en-GB" sz="2000" dirty="0" err="1"/>
              <a:t>dari</a:t>
            </a:r>
            <a:r>
              <a:rPr lang="en-GB" sz="2000" dirty="0"/>
              <a:t> events id yang </a:t>
            </a:r>
            <a:r>
              <a:rPr lang="en-GB" sz="2000" dirty="0" err="1"/>
              <a:t>sudah</a:t>
            </a:r>
            <a:r>
              <a:rPr lang="en-GB" sz="2000" dirty="0"/>
              <a:t> </a:t>
            </a:r>
            <a:r>
              <a:rPr lang="en-GB" sz="2000" dirty="0" err="1"/>
              <a:t>didapatkan</a:t>
            </a:r>
            <a:r>
              <a:rPr lang="en-GB" sz="2000" dirty="0"/>
              <a:t> pada data matches.</a:t>
            </a:r>
            <a:endParaRPr lang="id-ID" sz="2000" dirty="0"/>
          </a:p>
        </p:txBody>
      </p:sp>
      <p:sp>
        <p:nvSpPr>
          <p:cNvPr id="4" name="Tampungan Tanggal 3">
            <a:extLst>
              <a:ext uri="{FF2B5EF4-FFF2-40B4-BE49-F238E27FC236}">
                <a16:creationId xmlns:a16="http://schemas.microsoft.com/office/drawing/2014/main" id="{5613C407-55FE-D351-685C-7DADC5CF5345}"/>
              </a:ext>
            </a:extLst>
          </p:cNvPr>
          <p:cNvSpPr>
            <a:spLocks noGrp="1"/>
          </p:cNvSpPr>
          <p:nvPr>
            <p:ph type="dt" sz="half" idx="2"/>
          </p:nvPr>
        </p:nvSpPr>
        <p:spPr>
          <a:xfrm>
            <a:off x="381000" y="6356350"/>
            <a:ext cx="2743200" cy="365125"/>
          </a:xfrm>
        </p:spPr>
        <p:txBody>
          <a:bodyPr rtlCol="0"/>
          <a:lstStyle/>
          <a:p>
            <a:pPr rtl="0"/>
            <a:fld id="{70C69C4D-CAFD-4E0E-94E0-4B1709D96441}" type="datetime1">
              <a:rPr lang="id-ID" smtClean="0"/>
              <a:t>06/11/2025</a:t>
            </a:fld>
            <a:endParaRPr lang="id-ID"/>
          </a:p>
        </p:txBody>
      </p:sp>
      <p:sp>
        <p:nvSpPr>
          <p:cNvPr id="6" name="Tampungan Nomor Slide 5">
            <a:extLst>
              <a:ext uri="{FF2B5EF4-FFF2-40B4-BE49-F238E27FC236}">
                <a16:creationId xmlns:a16="http://schemas.microsoft.com/office/drawing/2014/main" id="{9BC35EE6-8A45-097D-A19F-62AB191B9073}"/>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34</a:t>
            </a:fld>
            <a:endParaRPr lang="id-ID"/>
          </a:p>
        </p:txBody>
      </p:sp>
      <p:pic>
        <p:nvPicPr>
          <p:cNvPr id="16" name="Picture 15">
            <a:extLst>
              <a:ext uri="{FF2B5EF4-FFF2-40B4-BE49-F238E27FC236}">
                <a16:creationId xmlns:a16="http://schemas.microsoft.com/office/drawing/2014/main" id="{17FDC303-471C-6DD5-20C2-1B9ECA2161F8}"/>
              </a:ext>
            </a:extLst>
          </p:cNvPr>
          <p:cNvPicPr>
            <a:picLocks noChangeAspect="1"/>
          </p:cNvPicPr>
          <p:nvPr/>
        </p:nvPicPr>
        <p:blipFill>
          <a:blip r:embed="rId3" cstate="print">
            <a:extLst>
              <a:ext uri="{28A0092B-C50C-407E-A947-70E740481C1C}">
                <a14:useLocalDpi xmlns:a14="http://schemas.microsoft.com/office/drawing/2010/main" val="0"/>
              </a:ext>
            </a:extLst>
          </a:blip>
          <a:srcRect l="1104" t="46427" r="-1104" b="15136"/>
          <a:stretch>
            <a:fillRect/>
          </a:stretch>
        </p:blipFill>
        <p:spPr bwMode="auto">
          <a:xfrm>
            <a:off x="6415315" y="1624051"/>
            <a:ext cx="2191656" cy="4064357"/>
          </a:xfrm>
          <a:prstGeom prst="rect">
            <a:avLst/>
          </a:prstGeom>
          <a:noFill/>
          <a:ln>
            <a:noFill/>
          </a:ln>
        </p:spPr>
      </p:pic>
    </p:spTree>
    <p:extLst>
      <p:ext uri="{BB962C8B-B14F-4D97-AF65-F5344CB8AC3E}">
        <p14:creationId xmlns:p14="http://schemas.microsoft.com/office/powerpoint/2010/main" val="8159884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FC8E6-E7F8-8E99-5BB3-B9CC0C98E07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28D70BF3-2614-961E-A590-425E806C793A}"/>
              </a:ext>
            </a:extLst>
          </p:cNvPr>
          <p:cNvSpPr>
            <a:spLocks noGrp="1"/>
          </p:cNvSpPr>
          <p:nvPr>
            <p:ph type="title"/>
          </p:nvPr>
        </p:nvSpPr>
        <p:spPr>
          <a:xfrm>
            <a:off x="1205593" y="203200"/>
            <a:ext cx="4318908" cy="703263"/>
          </a:xfrm>
        </p:spPr>
        <p:txBody>
          <a:bodyPr rtlCol="0"/>
          <a:lstStyle/>
          <a:p>
            <a:r>
              <a:rPr lang="en-GB" dirty="0"/>
              <a:t>Selection</a:t>
            </a:r>
            <a:endParaRPr lang="id-ID" dirty="0"/>
          </a:p>
        </p:txBody>
      </p:sp>
      <p:sp>
        <p:nvSpPr>
          <p:cNvPr id="9" name="Tampungan Nomor Slide 8">
            <a:extLst>
              <a:ext uri="{FF2B5EF4-FFF2-40B4-BE49-F238E27FC236}">
                <a16:creationId xmlns:a16="http://schemas.microsoft.com/office/drawing/2014/main" id="{BBB34BB3-A2D5-BD47-AFB9-791F49CDF5D9}"/>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35</a:t>
            </a:fld>
            <a:endParaRPr lang="id-ID"/>
          </a:p>
        </p:txBody>
      </p:sp>
      <p:graphicFrame>
        <p:nvGraphicFramePr>
          <p:cNvPr id="7" name="Table 6">
            <a:extLst>
              <a:ext uri="{FF2B5EF4-FFF2-40B4-BE49-F238E27FC236}">
                <a16:creationId xmlns:a16="http://schemas.microsoft.com/office/drawing/2014/main" id="{9A4CD66B-54D8-298C-1BD3-7B031C233883}"/>
              </a:ext>
            </a:extLst>
          </p:cNvPr>
          <p:cNvGraphicFramePr>
            <a:graphicFrameLocks noGrp="1"/>
          </p:cNvGraphicFramePr>
          <p:nvPr>
            <p:extLst>
              <p:ext uri="{D42A27DB-BD31-4B8C-83A1-F6EECF244321}">
                <p14:modId xmlns:p14="http://schemas.microsoft.com/office/powerpoint/2010/main" val="4005870269"/>
              </p:ext>
            </p:extLst>
          </p:nvPr>
        </p:nvGraphicFramePr>
        <p:xfrm>
          <a:off x="381001" y="825644"/>
          <a:ext cx="11095630" cy="5829156"/>
        </p:xfrm>
        <a:graphic>
          <a:graphicData uri="http://schemas.openxmlformats.org/drawingml/2006/table">
            <a:tbl>
              <a:tblPr/>
              <a:tblGrid>
                <a:gridCol w="853510">
                  <a:extLst>
                    <a:ext uri="{9D8B030D-6E8A-4147-A177-3AD203B41FA5}">
                      <a16:colId xmlns:a16="http://schemas.microsoft.com/office/drawing/2014/main" val="4213752306"/>
                    </a:ext>
                  </a:extLst>
                </a:gridCol>
                <a:gridCol w="853510">
                  <a:extLst>
                    <a:ext uri="{9D8B030D-6E8A-4147-A177-3AD203B41FA5}">
                      <a16:colId xmlns:a16="http://schemas.microsoft.com/office/drawing/2014/main" val="4285172871"/>
                    </a:ext>
                  </a:extLst>
                </a:gridCol>
                <a:gridCol w="853510">
                  <a:extLst>
                    <a:ext uri="{9D8B030D-6E8A-4147-A177-3AD203B41FA5}">
                      <a16:colId xmlns:a16="http://schemas.microsoft.com/office/drawing/2014/main" val="1486237304"/>
                    </a:ext>
                  </a:extLst>
                </a:gridCol>
                <a:gridCol w="853510">
                  <a:extLst>
                    <a:ext uri="{9D8B030D-6E8A-4147-A177-3AD203B41FA5}">
                      <a16:colId xmlns:a16="http://schemas.microsoft.com/office/drawing/2014/main" val="2338071561"/>
                    </a:ext>
                  </a:extLst>
                </a:gridCol>
                <a:gridCol w="853510">
                  <a:extLst>
                    <a:ext uri="{9D8B030D-6E8A-4147-A177-3AD203B41FA5}">
                      <a16:colId xmlns:a16="http://schemas.microsoft.com/office/drawing/2014/main" val="504446260"/>
                    </a:ext>
                  </a:extLst>
                </a:gridCol>
                <a:gridCol w="853510">
                  <a:extLst>
                    <a:ext uri="{9D8B030D-6E8A-4147-A177-3AD203B41FA5}">
                      <a16:colId xmlns:a16="http://schemas.microsoft.com/office/drawing/2014/main" val="414530467"/>
                    </a:ext>
                  </a:extLst>
                </a:gridCol>
                <a:gridCol w="853510">
                  <a:extLst>
                    <a:ext uri="{9D8B030D-6E8A-4147-A177-3AD203B41FA5}">
                      <a16:colId xmlns:a16="http://schemas.microsoft.com/office/drawing/2014/main" val="1247453320"/>
                    </a:ext>
                  </a:extLst>
                </a:gridCol>
                <a:gridCol w="853510">
                  <a:extLst>
                    <a:ext uri="{9D8B030D-6E8A-4147-A177-3AD203B41FA5}">
                      <a16:colId xmlns:a16="http://schemas.microsoft.com/office/drawing/2014/main" val="392557103"/>
                    </a:ext>
                  </a:extLst>
                </a:gridCol>
                <a:gridCol w="853510">
                  <a:extLst>
                    <a:ext uri="{9D8B030D-6E8A-4147-A177-3AD203B41FA5}">
                      <a16:colId xmlns:a16="http://schemas.microsoft.com/office/drawing/2014/main" val="4033896000"/>
                    </a:ext>
                  </a:extLst>
                </a:gridCol>
                <a:gridCol w="853510">
                  <a:extLst>
                    <a:ext uri="{9D8B030D-6E8A-4147-A177-3AD203B41FA5}">
                      <a16:colId xmlns:a16="http://schemas.microsoft.com/office/drawing/2014/main" val="1667640388"/>
                    </a:ext>
                  </a:extLst>
                </a:gridCol>
                <a:gridCol w="853510">
                  <a:extLst>
                    <a:ext uri="{9D8B030D-6E8A-4147-A177-3AD203B41FA5}">
                      <a16:colId xmlns:a16="http://schemas.microsoft.com/office/drawing/2014/main" val="2285496908"/>
                    </a:ext>
                  </a:extLst>
                </a:gridCol>
                <a:gridCol w="853510">
                  <a:extLst>
                    <a:ext uri="{9D8B030D-6E8A-4147-A177-3AD203B41FA5}">
                      <a16:colId xmlns:a16="http://schemas.microsoft.com/office/drawing/2014/main" val="1682058579"/>
                    </a:ext>
                  </a:extLst>
                </a:gridCol>
                <a:gridCol w="853510">
                  <a:extLst>
                    <a:ext uri="{9D8B030D-6E8A-4147-A177-3AD203B41FA5}">
                      <a16:colId xmlns:a16="http://schemas.microsoft.com/office/drawing/2014/main" val="883632005"/>
                    </a:ext>
                  </a:extLst>
                </a:gridCol>
              </a:tblGrid>
              <a:tr h="474184">
                <a:tc>
                  <a:txBody>
                    <a:bodyPr/>
                    <a:lstStyle/>
                    <a:p>
                      <a:pPr algn="ctr">
                        <a:buNone/>
                      </a:pPr>
                      <a:r>
                        <a:rPr lang="en-GB" sz="1300" b="1" dirty="0">
                          <a:effectLst/>
                        </a:rPr>
                        <a:t>id</a:t>
                      </a:r>
                      <a:endParaRPr lang="id-ID" sz="1300" b="1"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err="1">
                          <a:effectLst/>
                        </a:rPr>
                        <a:t>period</a:t>
                      </a:r>
                      <a:endParaRPr lang="id-ID" sz="1300" b="1"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err="1">
                          <a:effectLst/>
                        </a:rPr>
                        <a:t>timestamp</a:t>
                      </a:r>
                      <a:endParaRPr lang="id-ID" sz="1300" b="1"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a:effectLst/>
                        </a:rPr>
                        <a:t>minute</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err="1">
                          <a:effectLst/>
                        </a:rPr>
                        <a:t>second</a:t>
                      </a:r>
                      <a:endParaRPr lang="id-ID" sz="1300" b="1"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a:effectLst/>
                        </a:rPr>
                        <a:t>possession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err="1">
                          <a:effectLst/>
                        </a:rPr>
                        <a:t>duration</a:t>
                      </a:r>
                      <a:endParaRPr lang="id-ID" sz="1300" b="1"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a:effectLst/>
                        </a:rPr>
                        <a:t>type.id</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a:effectLst/>
                        </a:rPr>
                        <a:t>type.name</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300" b="1" dirty="0">
                          <a:effectLst/>
                        </a:rPr>
                        <a:t>---</a:t>
                      </a:r>
                      <a:endParaRPr lang="id-ID" sz="1300" b="1"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a:effectLst/>
                        </a:rPr>
                        <a:t>substitution.outcome.id</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a:effectLst/>
                        </a:rPr>
                        <a:t>substitution.outcome.name</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a:effectLst/>
                        </a:rPr>
                        <a:t>substitution.replacement.id</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045317407"/>
                  </a:ext>
                </a:extLst>
              </a:tr>
              <a:tr h="767063">
                <a:tc>
                  <a:txBody>
                    <a:bodyPr/>
                    <a:lstStyle/>
                    <a:p>
                      <a:pPr algn="ctr">
                        <a:buNone/>
                      </a:pPr>
                      <a:r>
                        <a:rPr lang="id-ID" sz="1300">
                          <a:effectLst/>
                        </a:rPr>
                        <a:t>50aa204f-5d65-4145-8597-5d5628fb7898</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dirty="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00:00:00.000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35</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dirty="0" err="1">
                          <a:effectLst/>
                        </a:rPr>
                        <a:t>Starting</a:t>
                      </a:r>
                      <a:r>
                        <a:rPr lang="id-ID" sz="1300" dirty="0">
                          <a:effectLst/>
                        </a:rPr>
                        <a:t> XI</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dirty="0" err="1">
                          <a:effectLst/>
                        </a:rPr>
                        <a:t>NaN</a:t>
                      </a:r>
                      <a:endParaRPr lang="id-ID" sz="1300"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617330512"/>
                  </a:ext>
                </a:extLst>
              </a:tr>
              <a:tr h="767063">
                <a:tc>
                  <a:txBody>
                    <a:bodyPr/>
                    <a:lstStyle/>
                    <a:p>
                      <a:pPr algn="ctr">
                        <a:buNone/>
                      </a:pPr>
                      <a:r>
                        <a:rPr lang="id-ID" sz="1300">
                          <a:effectLst/>
                        </a:rPr>
                        <a:t>a279cbee-9ab3-4cfb-9c51-27cacc1bf2a2</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dirty="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00:00:00.000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35</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dirty="0" err="1">
                          <a:effectLst/>
                        </a:rPr>
                        <a:t>Starting</a:t>
                      </a:r>
                      <a:r>
                        <a:rPr lang="id-ID" sz="1300" dirty="0">
                          <a:effectLst/>
                        </a:rPr>
                        <a:t> XI</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dirty="0" err="1">
                          <a:effectLst/>
                        </a:rPr>
                        <a:t>NaN</a:t>
                      </a:r>
                      <a:endParaRPr lang="id-ID" sz="1300"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extLst>
                  <a:ext uri="{0D108BD9-81ED-4DB2-BD59-A6C34878D82A}">
                    <a16:rowId xmlns:a16="http://schemas.microsoft.com/office/drawing/2014/main" val="194490072"/>
                  </a:ext>
                </a:extLst>
              </a:tr>
              <a:tr h="767063">
                <a:tc>
                  <a:txBody>
                    <a:bodyPr/>
                    <a:lstStyle/>
                    <a:p>
                      <a:pPr algn="ctr">
                        <a:buNone/>
                      </a:pPr>
                      <a:r>
                        <a:rPr lang="id-ID" sz="1300">
                          <a:effectLst/>
                        </a:rPr>
                        <a:t>d2126e70-9f04-4bb7-ba2b-9377836d1757</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00:00:00.000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18</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dirty="0" err="1">
                          <a:effectLst/>
                        </a:rPr>
                        <a:t>Half</a:t>
                      </a:r>
                      <a:r>
                        <a:rPr lang="id-ID" sz="1300" dirty="0">
                          <a:effectLst/>
                        </a:rPr>
                        <a:t> Start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517838426"/>
                  </a:ext>
                </a:extLst>
              </a:tr>
              <a:tr h="808903">
                <a:tc>
                  <a:txBody>
                    <a:bodyPr/>
                    <a:lstStyle/>
                    <a:p>
                      <a:pPr algn="ctr">
                        <a:buNone/>
                      </a:pPr>
                      <a:r>
                        <a:rPr lang="id-ID" sz="1300">
                          <a:effectLst/>
                        </a:rPr>
                        <a:t>54d78bfa-4146-42bd-acdc-97bcd393dd81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00:00:00.000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18</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dirty="0" err="1">
                          <a:effectLst/>
                        </a:rPr>
                        <a:t>Half</a:t>
                      </a:r>
                      <a:r>
                        <a:rPr lang="id-ID" sz="1300" dirty="0">
                          <a:effectLst/>
                        </a:rPr>
                        <a:t> Start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dirty="0" err="1">
                          <a:effectLst/>
                        </a:rPr>
                        <a:t>NaN</a:t>
                      </a:r>
                      <a:endParaRPr lang="id-ID" sz="1300"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302614973"/>
                  </a:ext>
                </a:extLst>
              </a:tr>
              <a:tr h="767063">
                <a:tc>
                  <a:txBody>
                    <a:bodyPr/>
                    <a:lstStyle/>
                    <a:p>
                      <a:pPr algn="ctr">
                        <a:buNone/>
                      </a:pPr>
                      <a:r>
                        <a:rPr lang="id-ID" sz="1300" dirty="0">
                          <a:effectLst/>
                        </a:rPr>
                        <a:t>152820f0-6ca9-4df3-943b-a67d568ff472</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dirty="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00:00:00.340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2</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2.529454</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30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dirty="0">
                          <a:effectLst/>
                        </a:rPr>
                        <a:t>Pass</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dirty="0" err="1">
                          <a:effectLst/>
                        </a:rPr>
                        <a:t>NaN</a:t>
                      </a:r>
                      <a:endParaRPr lang="id-ID" sz="1300"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404782655"/>
                  </a:ext>
                </a:extLst>
              </a:tr>
            </a:tbl>
          </a:graphicData>
        </a:graphic>
      </p:graphicFrame>
    </p:spTree>
    <p:extLst>
      <p:ext uri="{BB962C8B-B14F-4D97-AF65-F5344CB8AC3E}">
        <p14:creationId xmlns:p14="http://schemas.microsoft.com/office/powerpoint/2010/main" val="4007039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C0A51-422B-D973-085F-F3D0B2ED44A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035C7CC-CF79-9346-7BED-08C5C53406CD}"/>
              </a:ext>
            </a:extLst>
          </p:cNvPr>
          <p:cNvSpPr>
            <a:spLocks noGrp="1"/>
          </p:cNvSpPr>
          <p:nvPr>
            <p:ph type="title"/>
          </p:nvPr>
        </p:nvSpPr>
        <p:spPr>
          <a:xfrm>
            <a:off x="6365994" y="1905085"/>
            <a:ext cx="5445005" cy="1738000"/>
          </a:xfrm>
        </p:spPr>
        <p:txBody>
          <a:bodyPr rtlCol="0"/>
          <a:lstStyle/>
          <a:p>
            <a:pPr rtl="0"/>
            <a:r>
              <a:rPr lang="en-GB" sz="6600" dirty="0"/>
              <a:t>Preprocessing</a:t>
            </a:r>
            <a:endParaRPr lang="id-ID" sz="6600" dirty="0"/>
          </a:p>
        </p:txBody>
      </p:sp>
      <p:sp>
        <p:nvSpPr>
          <p:cNvPr id="4" name="Tampungan Tanggal 3">
            <a:extLst>
              <a:ext uri="{FF2B5EF4-FFF2-40B4-BE49-F238E27FC236}">
                <a16:creationId xmlns:a16="http://schemas.microsoft.com/office/drawing/2014/main" id="{CBE719F0-4726-CE65-DA11-1645DDF15659}"/>
              </a:ext>
            </a:extLst>
          </p:cNvPr>
          <p:cNvSpPr>
            <a:spLocks noGrp="1"/>
          </p:cNvSpPr>
          <p:nvPr>
            <p:ph type="dt" sz="half" idx="2"/>
          </p:nvPr>
        </p:nvSpPr>
        <p:spPr>
          <a:xfrm>
            <a:off x="0" y="6492875"/>
            <a:ext cx="1041400" cy="365125"/>
          </a:xfrm>
        </p:spPr>
        <p:txBody>
          <a:bodyPr rtlCol="0"/>
          <a:lstStyle/>
          <a:p>
            <a:pPr rtl="0"/>
            <a:fld id="{70C69C4D-CAFD-4E0E-94E0-4B1709D96441}" type="datetime1">
              <a:rPr lang="id-ID" smtClean="0"/>
              <a:t>06/11/2025</a:t>
            </a:fld>
            <a:endParaRPr lang="id-ID" dirty="0"/>
          </a:p>
        </p:txBody>
      </p:sp>
      <p:sp>
        <p:nvSpPr>
          <p:cNvPr id="6" name="Tampungan Nomor Slide 5">
            <a:extLst>
              <a:ext uri="{FF2B5EF4-FFF2-40B4-BE49-F238E27FC236}">
                <a16:creationId xmlns:a16="http://schemas.microsoft.com/office/drawing/2014/main" id="{829FD34D-3E62-A40F-2227-BA5862F33714}"/>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36</a:t>
            </a:fld>
            <a:endParaRPr lang="id-ID"/>
          </a:p>
        </p:txBody>
      </p:sp>
      <p:sp>
        <p:nvSpPr>
          <p:cNvPr id="13" name="Rectangle 1">
            <a:extLst>
              <a:ext uri="{FF2B5EF4-FFF2-40B4-BE49-F238E27FC236}">
                <a16:creationId xmlns:a16="http://schemas.microsoft.com/office/drawing/2014/main" id="{34F8C197-A988-BC93-551F-25C62E3A2534}"/>
              </a:ext>
            </a:extLst>
          </p:cNvPr>
          <p:cNvSpPr>
            <a:spLocks noChangeArrowheads="1"/>
          </p:cNvSpPr>
          <p:nvPr/>
        </p:nvSpPr>
        <p:spPr bwMode="auto">
          <a:xfrm>
            <a:off x="520699" y="977720"/>
            <a:ext cx="6759634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id-ID" altLang="id-ID" sz="1800" b="0" i="0" u="none" strike="noStrike" cap="none" normalizeH="0" baseline="0">
                <a:ln>
                  <a:noFill/>
                </a:ln>
                <a:solidFill>
                  <a:schemeClr val="tx1"/>
                </a:solidFill>
                <a:effectLst/>
                <a:latin typeface="Arial" panose="020B0604020202020204" pitchFamily="34" charset="0"/>
              </a:rPr>
            </a:br>
            <a:endParaRPr kumimoji="0" lang="id-ID" altLang="id-ID" sz="1800" b="0" i="0" u="none" strike="noStrike" cap="none" normalizeH="0" baseline="0">
              <a:ln>
                <a:noFill/>
              </a:ln>
              <a:solidFill>
                <a:schemeClr val="tx1"/>
              </a:solidFill>
              <a:effectLst/>
              <a:latin typeface="Arial" panose="020B0604020202020204" pitchFamily="34" charset="0"/>
            </a:endParaRPr>
          </a:p>
        </p:txBody>
      </p:sp>
      <p:pic>
        <p:nvPicPr>
          <p:cNvPr id="3" name="Picture 2">
            <a:extLst>
              <a:ext uri="{FF2B5EF4-FFF2-40B4-BE49-F238E27FC236}">
                <a16:creationId xmlns:a16="http://schemas.microsoft.com/office/drawing/2014/main" id="{92460397-B36A-8A65-93FE-2B75AE430A8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14600" y="640487"/>
            <a:ext cx="1396999" cy="5587996"/>
          </a:xfrm>
          <a:prstGeom prst="rect">
            <a:avLst/>
          </a:prstGeom>
          <a:noFill/>
          <a:ln>
            <a:noFill/>
          </a:ln>
        </p:spPr>
      </p:pic>
    </p:spTree>
    <p:extLst>
      <p:ext uri="{BB962C8B-B14F-4D97-AF65-F5344CB8AC3E}">
        <p14:creationId xmlns:p14="http://schemas.microsoft.com/office/powerpoint/2010/main" val="12569027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B36EC-A545-012E-BDD0-F5D2DCDBD63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F5D89092-EE91-4D69-E60A-C7F9CFB7567F}"/>
              </a:ext>
            </a:extLst>
          </p:cNvPr>
          <p:cNvSpPr>
            <a:spLocks noGrp="1"/>
          </p:cNvSpPr>
          <p:nvPr>
            <p:ph type="title"/>
          </p:nvPr>
        </p:nvSpPr>
        <p:spPr>
          <a:xfrm>
            <a:off x="1884303" y="381000"/>
            <a:ext cx="9062372" cy="1325563"/>
          </a:xfrm>
        </p:spPr>
        <p:txBody>
          <a:bodyPr rtlCol="0"/>
          <a:lstStyle/>
          <a:p>
            <a:r>
              <a:rPr lang="id-ID" dirty="0" err="1"/>
              <a:t>Preprocessing</a:t>
            </a:r>
            <a:endParaRPr lang="id-ID" dirty="0"/>
          </a:p>
        </p:txBody>
      </p:sp>
      <p:sp>
        <p:nvSpPr>
          <p:cNvPr id="4" name="Tampungan Konten 3">
            <a:extLst>
              <a:ext uri="{FF2B5EF4-FFF2-40B4-BE49-F238E27FC236}">
                <a16:creationId xmlns:a16="http://schemas.microsoft.com/office/drawing/2014/main" id="{5C5F6033-5C57-E463-F2C7-E57396118DC3}"/>
              </a:ext>
            </a:extLst>
          </p:cNvPr>
          <p:cNvSpPr>
            <a:spLocks noGrp="1"/>
          </p:cNvSpPr>
          <p:nvPr>
            <p:ph idx="1"/>
          </p:nvPr>
        </p:nvSpPr>
        <p:spPr>
          <a:xfrm>
            <a:off x="1884303" y="1869205"/>
            <a:ext cx="5675760" cy="840658"/>
          </a:xfrm>
        </p:spPr>
        <p:txBody>
          <a:bodyPr vert="horz" lIns="91440" tIns="45720" rIns="91440" bIns="45720" rtlCol="0" anchor="t">
            <a:normAutofit/>
          </a:bodyPr>
          <a:lstStyle/>
          <a:p>
            <a:pPr marL="342900" indent="-342900">
              <a:buFont typeface="Arial" panose="020B0604020202020204" pitchFamily="34" charset="0"/>
              <a:buChar char="•"/>
            </a:pPr>
            <a:r>
              <a:rPr lang="id-ID" sz="2400" dirty="0"/>
              <a:t>Proses ini meliputi </a:t>
            </a:r>
            <a:r>
              <a:rPr lang="id-ID" sz="2400" dirty="0" err="1"/>
              <a:t>filtering</a:t>
            </a:r>
            <a:r>
              <a:rPr lang="id-ID" sz="2400" dirty="0"/>
              <a:t> untuk mengambil </a:t>
            </a:r>
            <a:r>
              <a:rPr lang="en-GB" sz="2400" dirty="0" err="1"/>
              <a:t>hanya</a:t>
            </a:r>
            <a:r>
              <a:rPr lang="en-GB" sz="2400" dirty="0"/>
              <a:t> </a:t>
            </a:r>
            <a:r>
              <a:rPr lang="id-ID" sz="2400" dirty="0"/>
              <a:t>data tembakan.</a:t>
            </a:r>
          </a:p>
        </p:txBody>
      </p:sp>
      <p:sp>
        <p:nvSpPr>
          <p:cNvPr id="9" name="Tampungan Nomor Slide 8">
            <a:extLst>
              <a:ext uri="{FF2B5EF4-FFF2-40B4-BE49-F238E27FC236}">
                <a16:creationId xmlns:a16="http://schemas.microsoft.com/office/drawing/2014/main" id="{13781056-71CF-68A1-1A2D-F1816519B5F4}"/>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37</a:t>
            </a:fld>
            <a:endParaRPr lang="id-ID"/>
          </a:p>
        </p:txBody>
      </p:sp>
      <p:pic>
        <p:nvPicPr>
          <p:cNvPr id="5" name="Picture 4">
            <a:extLst>
              <a:ext uri="{FF2B5EF4-FFF2-40B4-BE49-F238E27FC236}">
                <a16:creationId xmlns:a16="http://schemas.microsoft.com/office/drawing/2014/main" id="{07565EF6-BC8C-B376-90D8-1E00EDBAE9B8}"/>
              </a:ext>
            </a:extLst>
          </p:cNvPr>
          <p:cNvPicPr>
            <a:picLocks noChangeAspect="1"/>
          </p:cNvPicPr>
          <p:nvPr/>
        </p:nvPicPr>
        <p:blipFill>
          <a:blip r:embed="rId3" cstate="print">
            <a:extLst>
              <a:ext uri="{28A0092B-C50C-407E-A947-70E740481C1C}">
                <a14:useLocalDpi xmlns:a14="http://schemas.microsoft.com/office/drawing/2010/main" val="0"/>
              </a:ext>
            </a:extLst>
          </a:blip>
          <a:srcRect t="25810" b="58053"/>
          <a:stretch>
            <a:fillRect/>
          </a:stretch>
        </p:blipFill>
        <p:spPr bwMode="auto">
          <a:xfrm>
            <a:off x="7785100" y="1757363"/>
            <a:ext cx="2951406" cy="1905000"/>
          </a:xfrm>
          <a:prstGeom prst="rect">
            <a:avLst/>
          </a:prstGeom>
          <a:noFill/>
          <a:ln>
            <a:noFill/>
          </a:ln>
        </p:spPr>
      </p:pic>
      <p:graphicFrame>
        <p:nvGraphicFramePr>
          <p:cNvPr id="3" name="Table 2">
            <a:extLst>
              <a:ext uri="{FF2B5EF4-FFF2-40B4-BE49-F238E27FC236}">
                <a16:creationId xmlns:a16="http://schemas.microsoft.com/office/drawing/2014/main" id="{570820F6-EE20-5376-E6C1-AB7E448DD5B7}"/>
              </a:ext>
            </a:extLst>
          </p:cNvPr>
          <p:cNvGraphicFramePr>
            <a:graphicFrameLocks noGrp="1"/>
          </p:cNvGraphicFramePr>
          <p:nvPr>
            <p:extLst>
              <p:ext uri="{D42A27DB-BD31-4B8C-83A1-F6EECF244321}">
                <p14:modId xmlns:p14="http://schemas.microsoft.com/office/powerpoint/2010/main" val="3493231873"/>
              </p:ext>
            </p:extLst>
          </p:nvPr>
        </p:nvGraphicFramePr>
        <p:xfrm>
          <a:off x="672157" y="2189853"/>
          <a:ext cx="857864" cy="4351339"/>
        </p:xfrm>
        <a:graphic>
          <a:graphicData uri="http://schemas.openxmlformats.org/drawingml/2006/table">
            <a:tbl>
              <a:tblPr/>
              <a:tblGrid>
                <a:gridCol w="857864">
                  <a:extLst>
                    <a:ext uri="{9D8B030D-6E8A-4147-A177-3AD203B41FA5}">
                      <a16:colId xmlns:a16="http://schemas.microsoft.com/office/drawing/2014/main" val="68076526"/>
                    </a:ext>
                  </a:extLst>
                </a:gridCol>
              </a:tblGrid>
              <a:tr h="474184">
                <a:tc>
                  <a:txBody>
                    <a:bodyPr/>
                    <a:lstStyle/>
                    <a:p>
                      <a:pPr algn="ctr">
                        <a:buNone/>
                      </a:pPr>
                      <a:r>
                        <a:rPr lang="id-ID" sz="1300" b="1" dirty="0">
                          <a:effectLst/>
                        </a:rPr>
                        <a:t>type.name</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900395432"/>
                  </a:ext>
                </a:extLst>
              </a:tr>
              <a:tr h="767063">
                <a:tc>
                  <a:txBody>
                    <a:bodyPr/>
                    <a:lstStyle/>
                    <a:p>
                      <a:pPr algn="ctr">
                        <a:buNone/>
                      </a:pPr>
                      <a:r>
                        <a:rPr lang="id-ID" sz="1300" dirty="0" err="1">
                          <a:effectLst/>
                        </a:rPr>
                        <a:t>Starting</a:t>
                      </a:r>
                      <a:r>
                        <a:rPr lang="id-ID" sz="1300" dirty="0">
                          <a:effectLst/>
                        </a:rPr>
                        <a:t> XI</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866875624"/>
                  </a:ext>
                </a:extLst>
              </a:tr>
              <a:tr h="767063">
                <a:tc>
                  <a:txBody>
                    <a:bodyPr/>
                    <a:lstStyle/>
                    <a:p>
                      <a:pPr algn="ctr">
                        <a:buNone/>
                      </a:pPr>
                      <a:r>
                        <a:rPr lang="id-ID" sz="1300" dirty="0" err="1">
                          <a:effectLst/>
                        </a:rPr>
                        <a:t>Starting</a:t>
                      </a:r>
                      <a:r>
                        <a:rPr lang="id-ID" sz="1300" dirty="0">
                          <a:effectLst/>
                        </a:rPr>
                        <a:t> XI</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extLst>
                  <a:ext uri="{0D108BD9-81ED-4DB2-BD59-A6C34878D82A}">
                    <a16:rowId xmlns:a16="http://schemas.microsoft.com/office/drawing/2014/main" val="1939536686"/>
                  </a:ext>
                </a:extLst>
              </a:tr>
              <a:tr h="767063">
                <a:tc>
                  <a:txBody>
                    <a:bodyPr/>
                    <a:lstStyle/>
                    <a:p>
                      <a:pPr algn="ctr">
                        <a:buNone/>
                      </a:pPr>
                      <a:r>
                        <a:rPr lang="id-ID" sz="1300" dirty="0" err="1">
                          <a:effectLst/>
                        </a:rPr>
                        <a:t>Half</a:t>
                      </a:r>
                      <a:r>
                        <a:rPr lang="id-ID" sz="1300" dirty="0">
                          <a:effectLst/>
                        </a:rPr>
                        <a:t> Start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258130795"/>
                  </a:ext>
                </a:extLst>
              </a:tr>
              <a:tr h="808903">
                <a:tc>
                  <a:txBody>
                    <a:bodyPr/>
                    <a:lstStyle/>
                    <a:p>
                      <a:pPr algn="ctr">
                        <a:buNone/>
                      </a:pPr>
                      <a:r>
                        <a:rPr lang="id-ID" sz="1300" dirty="0" err="1">
                          <a:effectLst/>
                        </a:rPr>
                        <a:t>Half</a:t>
                      </a:r>
                      <a:r>
                        <a:rPr lang="id-ID" sz="1300" dirty="0">
                          <a:effectLst/>
                        </a:rPr>
                        <a:t> Start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63954935"/>
                  </a:ext>
                </a:extLst>
              </a:tr>
              <a:tr h="767063">
                <a:tc>
                  <a:txBody>
                    <a:bodyPr/>
                    <a:lstStyle/>
                    <a:p>
                      <a:pPr algn="ctr">
                        <a:buNone/>
                      </a:pPr>
                      <a:r>
                        <a:rPr lang="id-ID" sz="1300" dirty="0">
                          <a:effectLst/>
                        </a:rPr>
                        <a:t>Pass</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965876599"/>
                  </a:ext>
                </a:extLst>
              </a:tr>
            </a:tbl>
          </a:graphicData>
        </a:graphic>
      </p:graphicFrame>
      <p:sp>
        <p:nvSpPr>
          <p:cNvPr id="8" name="Arrow: Right 7">
            <a:extLst>
              <a:ext uri="{FF2B5EF4-FFF2-40B4-BE49-F238E27FC236}">
                <a16:creationId xmlns:a16="http://schemas.microsoft.com/office/drawing/2014/main" id="{1CF1A048-7E30-C428-C00D-88340BF804D2}"/>
              </a:ext>
            </a:extLst>
          </p:cNvPr>
          <p:cNvSpPr/>
          <p:nvPr/>
        </p:nvSpPr>
        <p:spPr>
          <a:xfrm>
            <a:off x="1755058" y="4365523"/>
            <a:ext cx="1253613" cy="29496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10" name="Tampungan Konten 3">
            <a:extLst>
              <a:ext uri="{FF2B5EF4-FFF2-40B4-BE49-F238E27FC236}">
                <a16:creationId xmlns:a16="http://schemas.microsoft.com/office/drawing/2014/main" id="{7D55E521-C581-80AC-5CBB-0D1392707F0C}"/>
              </a:ext>
            </a:extLst>
          </p:cNvPr>
          <p:cNvSpPr txBox="1">
            <a:spLocks/>
          </p:cNvSpPr>
          <p:nvPr/>
        </p:nvSpPr>
        <p:spPr>
          <a:xfrm>
            <a:off x="3161553" y="4365522"/>
            <a:ext cx="3121260" cy="840658"/>
          </a:xfrm>
          <a:prstGeom prst="rect">
            <a:avLst/>
          </a:prstGeom>
        </p:spPr>
        <p:txBody>
          <a:bodyPr vert="horz" lIns="91440" tIns="45720" rIns="91440" bIns="45720" rtlCol="0" anchor="t">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dirty="0"/>
              <a:t>Type.name = Shot &amp;</a:t>
            </a:r>
          </a:p>
          <a:p>
            <a:r>
              <a:rPr lang="en-GB" sz="2400" dirty="0" err="1"/>
              <a:t>Shot.type</a:t>
            </a:r>
            <a:r>
              <a:rPr lang="en-GB" sz="2400" dirty="0"/>
              <a:t> ≠ Penalty</a:t>
            </a:r>
          </a:p>
        </p:txBody>
      </p:sp>
    </p:spTree>
    <p:extLst>
      <p:ext uri="{BB962C8B-B14F-4D97-AF65-F5344CB8AC3E}">
        <p14:creationId xmlns:p14="http://schemas.microsoft.com/office/powerpoint/2010/main" val="12298486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BA0E7-2B6A-20D2-E72D-51429635CA6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F93A00A9-7BFD-D5C1-896B-DBBAA1FF32C4}"/>
              </a:ext>
            </a:extLst>
          </p:cNvPr>
          <p:cNvSpPr>
            <a:spLocks noGrp="1"/>
          </p:cNvSpPr>
          <p:nvPr>
            <p:ph type="title"/>
          </p:nvPr>
        </p:nvSpPr>
        <p:spPr>
          <a:xfrm>
            <a:off x="1121229" y="403089"/>
            <a:ext cx="8268973" cy="840659"/>
          </a:xfrm>
        </p:spPr>
        <p:txBody>
          <a:bodyPr rtlCol="0"/>
          <a:lstStyle/>
          <a:p>
            <a:r>
              <a:rPr lang="id-ID" dirty="0" err="1"/>
              <a:t>Preprocessing</a:t>
            </a:r>
            <a:endParaRPr lang="id-ID" dirty="0"/>
          </a:p>
        </p:txBody>
      </p:sp>
      <p:sp>
        <p:nvSpPr>
          <p:cNvPr id="4" name="Tampungan Konten 3">
            <a:extLst>
              <a:ext uri="{FF2B5EF4-FFF2-40B4-BE49-F238E27FC236}">
                <a16:creationId xmlns:a16="http://schemas.microsoft.com/office/drawing/2014/main" id="{ACE9D8CB-2B28-3A4B-ADDD-832D1A02C53B}"/>
              </a:ext>
            </a:extLst>
          </p:cNvPr>
          <p:cNvSpPr>
            <a:spLocks noGrp="1"/>
          </p:cNvSpPr>
          <p:nvPr>
            <p:ph idx="1"/>
          </p:nvPr>
        </p:nvSpPr>
        <p:spPr>
          <a:xfrm>
            <a:off x="1121229" y="1243748"/>
            <a:ext cx="8026268" cy="840658"/>
          </a:xfrm>
        </p:spPr>
        <p:txBody>
          <a:bodyPr vert="horz" lIns="91440" tIns="45720" rIns="91440" bIns="45720" rtlCol="0" anchor="t">
            <a:normAutofit/>
          </a:bodyPr>
          <a:lstStyle/>
          <a:p>
            <a:r>
              <a:rPr lang="en-GB" sz="2400" dirty="0" err="1"/>
              <a:t>Setelah</a:t>
            </a:r>
            <a:r>
              <a:rPr lang="en-GB" sz="2400" dirty="0"/>
              <a:t> data </a:t>
            </a:r>
            <a:r>
              <a:rPr lang="en-GB" sz="2400" dirty="0" err="1"/>
              <a:t>tembakan</a:t>
            </a:r>
            <a:r>
              <a:rPr lang="en-GB" sz="2400" dirty="0"/>
              <a:t> di </a:t>
            </a:r>
            <a:r>
              <a:rPr lang="en-GB" sz="2400" dirty="0" err="1"/>
              <a:t>dapatkan</a:t>
            </a:r>
            <a:r>
              <a:rPr lang="en-GB" sz="2400" dirty="0"/>
              <a:t>, </a:t>
            </a:r>
            <a:r>
              <a:rPr lang="en-GB" sz="2400" dirty="0" err="1"/>
              <a:t>kita</a:t>
            </a:r>
            <a:r>
              <a:rPr lang="en-GB" sz="2400" dirty="0"/>
              <a:t> </a:t>
            </a:r>
            <a:r>
              <a:rPr lang="en-GB" sz="2400" dirty="0" err="1"/>
              <a:t>perlu</a:t>
            </a:r>
            <a:r>
              <a:rPr lang="en-GB" sz="2400" dirty="0"/>
              <a:t> </a:t>
            </a:r>
            <a:r>
              <a:rPr lang="en-GB" sz="2400" dirty="0" err="1"/>
              <a:t>menghapus</a:t>
            </a:r>
            <a:r>
              <a:rPr lang="en-GB" sz="2400" dirty="0"/>
              <a:t> columns yang </a:t>
            </a:r>
            <a:r>
              <a:rPr lang="en-GB" sz="2400" dirty="0" err="1"/>
              <a:t>tidak</a:t>
            </a:r>
            <a:r>
              <a:rPr lang="en-GB" sz="2400" dirty="0"/>
              <a:t> </a:t>
            </a:r>
            <a:r>
              <a:rPr lang="en-GB" sz="2400" dirty="0" err="1"/>
              <a:t>perlu</a:t>
            </a:r>
            <a:r>
              <a:rPr lang="en-GB" sz="2400" dirty="0"/>
              <a:t>.</a:t>
            </a:r>
            <a:endParaRPr lang="id-ID" sz="2400" dirty="0"/>
          </a:p>
        </p:txBody>
      </p:sp>
      <p:sp>
        <p:nvSpPr>
          <p:cNvPr id="9" name="Tampungan Nomor Slide 8">
            <a:extLst>
              <a:ext uri="{FF2B5EF4-FFF2-40B4-BE49-F238E27FC236}">
                <a16:creationId xmlns:a16="http://schemas.microsoft.com/office/drawing/2014/main" id="{36DCFDC5-3C8E-7A75-8C00-70C30E421B90}"/>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38</a:t>
            </a:fld>
            <a:endParaRPr lang="id-ID"/>
          </a:p>
        </p:txBody>
      </p:sp>
      <p:pic>
        <p:nvPicPr>
          <p:cNvPr id="7" name="Picture 6">
            <a:extLst>
              <a:ext uri="{FF2B5EF4-FFF2-40B4-BE49-F238E27FC236}">
                <a16:creationId xmlns:a16="http://schemas.microsoft.com/office/drawing/2014/main" id="{AA0EE96B-B787-EA4A-6DFA-1378BF72D733}"/>
              </a:ext>
            </a:extLst>
          </p:cNvPr>
          <p:cNvPicPr>
            <a:picLocks noChangeAspect="1"/>
          </p:cNvPicPr>
          <p:nvPr/>
        </p:nvPicPr>
        <p:blipFill>
          <a:blip r:embed="rId3"/>
          <a:stretch>
            <a:fillRect/>
          </a:stretch>
        </p:blipFill>
        <p:spPr>
          <a:xfrm>
            <a:off x="1121229" y="2084406"/>
            <a:ext cx="8996072" cy="4271944"/>
          </a:xfrm>
          <a:prstGeom prst="rect">
            <a:avLst/>
          </a:prstGeom>
        </p:spPr>
      </p:pic>
    </p:spTree>
    <p:extLst>
      <p:ext uri="{BB962C8B-B14F-4D97-AF65-F5344CB8AC3E}">
        <p14:creationId xmlns:p14="http://schemas.microsoft.com/office/powerpoint/2010/main" val="95632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DA489-3203-9F51-E204-B5B8827677B1}"/>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04700D52-25D7-49AE-FE0A-CE7DB74B7B9C}"/>
              </a:ext>
            </a:extLst>
          </p:cNvPr>
          <p:cNvSpPr>
            <a:spLocks noGrp="1"/>
          </p:cNvSpPr>
          <p:nvPr>
            <p:ph type="title"/>
          </p:nvPr>
        </p:nvSpPr>
        <p:spPr>
          <a:xfrm>
            <a:off x="1121229" y="403089"/>
            <a:ext cx="8268973" cy="840659"/>
          </a:xfrm>
        </p:spPr>
        <p:txBody>
          <a:bodyPr rtlCol="0"/>
          <a:lstStyle/>
          <a:p>
            <a:r>
              <a:rPr lang="id-ID" dirty="0" err="1"/>
              <a:t>Preprocessing</a:t>
            </a:r>
            <a:endParaRPr lang="id-ID" dirty="0"/>
          </a:p>
        </p:txBody>
      </p:sp>
      <p:sp>
        <p:nvSpPr>
          <p:cNvPr id="4" name="Tampungan Konten 3">
            <a:extLst>
              <a:ext uri="{FF2B5EF4-FFF2-40B4-BE49-F238E27FC236}">
                <a16:creationId xmlns:a16="http://schemas.microsoft.com/office/drawing/2014/main" id="{4DA226D9-4F52-1A07-8029-18F5DCD0B648}"/>
              </a:ext>
            </a:extLst>
          </p:cNvPr>
          <p:cNvSpPr>
            <a:spLocks noGrp="1"/>
          </p:cNvSpPr>
          <p:nvPr>
            <p:ph idx="1"/>
          </p:nvPr>
        </p:nvSpPr>
        <p:spPr>
          <a:xfrm>
            <a:off x="1121229" y="1243747"/>
            <a:ext cx="9949542" cy="5112603"/>
          </a:xfrm>
        </p:spPr>
        <p:txBody>
          <a:bodyPr vert="horz" lIns="91440" tIns="45720" rIns="91440" bIns="45720" rtlCol="0" anchor="t">
            <a:normAutofit/>
          </a:bodyPr>
          <a:lstStyle/>
          <a:p>
            <a:r>
              <a:rPr lang="en-GB" sz="2400" dirty="0" err="1"/>
              <a:t>Setelah</a:t>
            </a:r>
            <a:r>
              <a:rPr lang="en-GB" sz="2400" dirty="0"/>
              <a:t> data </a:t>
            </a:r>
            <a:r>
              <a:rPr lang="en-GB" sz="2400" dirty="0" err="1"/>
              <a:t>tembakan</a:t>
            </a:r>
            <a:r>
              <a:rPr lang="en-GB" sz="2400" dirty="0"/>
              <a:t> di </a:t>
            </a:r>
            <a:r>
              <a:rPr lang="en-GB" sz="2400" dirty="0" err="1"/>
              <a:t>dapatkan</a:t>
            </a:r>
            <a:r>
              <a:rPr lang="en-GB" sz="2400" dirty="0"/>
              <a:t>, </a:t>
            </a:r>
            <a:r>
              <a:rPr lang="en-GB" sz="2400" dirty="0" err="1"/>
              <a:t>kita</a:t>
            </a:r>
            <a:r>
              <a:rPr lang="en-GB" sz="2400" dirty="0"/>
              <a:t> </a:t>
            </a:r>
            <a:r>
              <a:rPr lang="en-GB" sz="2400" dirty="0" err="1"/>
              <a:t>perlu</a:t>
            </a:r>
            <a:r>
              <a:rPr lang="en-GB" sz="2400" dirty="0"/>
              <a:t> </a:t>
            </a:r>
            <a:r>
              <a:rPr lang="en-GB" sz="2400" dirty="0" err="1"/>
              <a:t>menghapus</a:t>
            </a:r>
            <a:r>
              <a:rPr lang="en-GB" sz="2400" dirty="0"/>
              <a:t> columns yang </a:t>
            </a:r>
            <a:r>
              <a:rPr lang="en-GB" sz="2400" dirty="0" err="1"/>
              <a:t>tidak</a:t>
            </a:r>
            <a:r>
              <a:rPr lang="en-GB" sz="2400" dirty="0"/>
              <a:t> </a:t>
            </a:r>
            <a:r>
              <a:rPr lang="en-GB" sz="2400" dirty="0" err="1"/>
              <a:t>perlu</a:t>
            </a:r>
            <a:r>
              <a:rPr lang="en-GB" sz="2400" dirty="0"/>
              <a:t>. </a:t>
            </a:r>
            <a:r>
              <a:rPr lang="en-GB" sz="2400" dirty="0" err="1"/>
              <a:t>Dengan</a:t>
            </a:r>
            <a:r>
              <a:rPr lang="en-GB" sz="2400" dirty="0"/>
              <a:t> domain knowledge yang </a:t>
            </a:r>
            <a:r>
              <a:rPr lang="en-GB" sz="2400" dirty="0" err="1"/>
              <a:t>didasari</a:t>
            </a:r>
            <a:r>
              <a:rPr lang="en-GB" sz="2400" dirty="0"/>
              <a:t> </a:t>
            </a:r>
            <a:r>
              <a:rPr lang="en-GB" sz="2400" dirty="0" err="1"/>
              <a:t>Penelitian</a:t>
            </a:r>
            <a:r>
              <a:rPr lang="en-GB" sz="2400" dirty="0"/>
              <a:t> </a:t>
            </a:r>
            <a:r>
              <a:rPr lang="en-GB" sz="2400" dirty="0" err="1"/>
              <a:t>Sejenis</a:t>
            </a:r>
            <a:r>
              <a:rPr lang="en-GB" sz="2400" dirty="0"/>
              <a:t> dan </a:t>
            </a:r>
            <a:r>
              <a:rPr lang="en-GB" sz="2400" dirty="0" err="1"/>
              <a:t>artikel</a:t>
            </a:r>
            <a:r>
              <a:rPr lang="en-GB" sz="2400" dirty="0"/>
              <a:t> web yang </a:t>
            </a:r>
            <a:r>
              <a:rPr lang="en-GB" sz="2400" dirty="0" err="1"/>
              <a:t>memperlihatkan</a:t>
            </a:r>
            <a:r>
              <a:rPr lang="en-GB" sz="2400" dirty="0"/>
              <a:t> factor-factor yang </a:t>
            </a:r>
            <a:r>
              <a:rPr lang="en-GB" sz="2400" dirty="0" err="1"/>
              <a:t>mempengaruhi</a:t>
            </a:r>
            <a:r>
              <a:rPr lang="en-GB" sz="2400" dirty="0"/>
              <a:t> </a:t>
            </a:r>
            <a:r>
              <a:rPr lang="en-GB" sz="2400" dirty="0" err="1"/>
              <a:t>sebuah</a:t>
            </a:r>
            <a:r>
              <a:rPr lang="en-GB" sz="2400" dirty="0"/>
              <a:t> </a:t>
            </a:r>
            <a:r>
              <a:rPr lang="en-GB" sz="2400" dirty="0" err="1"/>
              <a:t>tembakan</a:t>
            </a:r>
            <a:r>
              <a:rPr lang="en-GB" sz="2400" dirty="0"/>
              <a:t> </a:t>
            </a:r>
            <a:r>
              <a:rPr lang="en-GB" sz="2400" dirty="0" err="1"/>
              <a:t>dalam</a:t>
            </a:r>
            <a:r>
              <a:rPr lang="en-GB" sz="2400" dirty="0"/>
              <a:t> </a:t>
            </a:r>
            <a:r>
              <a:rPr lang="en-GB" sz="2400" dirty="0" err="1"/>
              <a:t>sepak</a:t>
            </a:r>
            <a:r>
              <a:rPr lang="en-GB" sz="2400" dirty="0"/>
              <a:t> bola </a:t>
            </a:r>
            <a:r>
              <a:rPr lang="en-GB" sz="2400" dirty="0" err="1"/>
              <a:t>didapatkan</a:t>
            </a:r>
            <a:r>
              <a:rPr lang="en-GB" sz="2400" dirty="0"/>
              <a:t> 17 </a:t>
            </a:r>
            <a:r>
              <a:rPr lang="en-GB" sz="2400" dirty="0" err="1"/>
              <a:t>fitur</a:t>
            </a:r>
            <a:r>
              <a:rPr lang="en-GB" sz="2400" dirty="0"/>
              <a:t> yang </a:t>
            </a:r>
            <a:r>
              <a:rPr lang="en-GB" sz="2400" dirty="0" err="1"/>
              <a:t>akan</a:t>
            </a:r>
            <a:r>
              <a:rPr lang="en-GB" sz="2400" dirty="0"/>
              <a:t> di </a:t>
            </a:r>
            <a:r>
              <a:rPr lang="en-GB" sz="2400" dirty="0" err="1"/>
              <a:t>gunakan</a:t>
            </a:r>
            <a:r>
              <a:rPr lang="en-GB" sz="2400" dirty="0"/>
              <a:t> </a:t>
            </a:r>
            <a:r>
              <a:rPr lang="en-GB" sz="2400" dirty="0" err="1"/>
              <a:t>sebagai</a:t>
            </a:r>
            <a:r>
              <a:rPr lang="en-GB" sz="2400" dirty="0"/>
              <a:t> factor-factor </a:t>
            </a:r>
            <a:r>
              <a:rPr lang="en-GB" sz="2400" dirty="0" err="1"/>
              <a:t>penentu</a:t>
            </a:r>
            <a:r>
              <a:rPr lang="en-GB" sz="2400" dirty="0"/>
              <a:t> </a:t>
            </a:r>
            <a:r>
              <a:rPr lang="en-GB" sz="2400" dirty="0" err="1"/>
              <a:t>terjadinya</a:t>
            </a:r>
            <a:r>
              <a:rPr lang="en-GB" sz="2400" dirty="0"/>
              <a:t> </a:t>
            </a:r>
            <a:r>
              <a:rPr lang="en-GB" sz="2400" dirty="0" err="1"/>
              <a:t>sebuah</a:t>
            </a:r>
            <a:r>
              <a:rPr lang="en-GB" sz="2400" dirty="0"/>
              <a:t> </a:t>
            </a:r>
            <a:r>
              <a:rPr lang="en-GB" sz="2400" dirty="0" err="1"/>
              <a:t>tembakan</a:t>
            </a:r>
            <a:r>
              <a:rPr lang="en-GB" sz="2400" dirty="0"/>
              <a:t>.</a:t>
            </a:r>
          </a:p>
          <a:p>
            <a:endParaRPr lang="en-GB" sz="2400" dirty="0"/>
          </a:p>
          <a:p>
            <a:r>
              <a:rPr lang="id-ID" sz="2400" dirty="0" err="1"/>
              <a:t>Lucey</a:t>
            </a:r>
            <a:r>
              <a:rPr lang="id-ID" sz="2400" i="1" dirty="0"/>
              <a:t> </a:t>
            </a:r>
            <a:r>
              <a:rPr lang="id-ID" sz="2400" i="1" dirty="0" err="1"/>
              <a:t>et</a:t>
            </a:r>
            <a:r>
              <a:rPr lang="id-ID" sz="2400" i="1" dirty="0"/>
              <a:t> </a:t>
            </a:r>
            <a:r>
              <a:rPr lang="id-ID" sz="2400" i="1" dirty="0" err="1"/>
              <a:t>al.</a:t>
            </a:r>
            <a:r>
              <a:rPr lang="id-ID" sz="2400" i="1" dirty="0"/>
              <a:t> </a:t>
            </a:r>
            <a:r>
              <a:rPr lang="id-ID" sz="2400" dirty="0"/>
              <a:t>(2015)</a:t>
            </a:r>
            <a:r>
              <a:rPr lang="en-GB" sz="2400" dirty="0"/>
              <a:t>, </a:t>
            </a:r>
            <a:r>
              <a:rPr lang="id-ID" sz="2400" dirty="0" err="1"/>
              <a:t>Ruiz</a:t>
            </a:r>
            <a:r>
              <a:rPr lang="id-ID" sz="2400" dirty="0"/>
              <a:t> </a:t>
            </a:r>
            <a:r>
              <a:rPr lang="id-ID" sz="2400" i="1" dirty="0" err="1"/>
              <a:t>et</a:t>
            </a:r>
            <a:r>
              <a:rPr lang="id-ID" sz="2400" i="1" dirty="0"/>
              <a:t> </a:t>
            </a:r>
            <a:r>
              <a:rPr lang="id-ID" sz="2400" i="1" dirty="0" err="1"/>
              <a:t>al</a:t>
            </a:r>
            <a:r>
              <a:rPr lang="id-ID" sz="2400" dirty="0" err="1"/>
              <a:t>.</a:t>
            </a:r>
            <a:r>
              <a:rPr lang="id-ID" sz="2400" dirty="0"/>
              <a:t> (2015)</a:t>
            </a:r>
            <a:r>
              <a:rPr lang="en-GB" sz="2400" dirty="0"/>
              <a:t>, </a:t>
            </a:r>
            <a:r>
              <a:rPr lang="id-ID" sz="2400" dirty="0" err="1"/>
              <a:t>Eggels</a:t>
            </a:r>
            <a:r>
              <a:rPr lang="id-ID" sz="2400" dirty="0"/>
              <a:t> </a:t>
            </a:r>
            <a:r>
              <a:rPr lang="id-ID" sz="2400" i="1" dirty="0" err="1"/>
              <a:t>et</a:t>
            </a:r>
            <a:r>
              <a:rPr lang="id-ID" sz="2400" i="1" dirty="0"/>
              <a:t> </a:t>
            </a:r>
            <a:r>
              <a:rPr lang="id-ID" sz="2400" i="1" dirty="0" err="1"/>
              <a:t>al.</a:t>
            </a:r>
            <a:r>
              <a:rPr lang="id-ID" sz="2400" dirty="0"/>
              <a:t> (2016)</a:t>
            </a:r>
            <a:r>
              <a:rPr lang="en-GB" sz="2400" dirty="0"/>
              <a:t>, </a:t>
            </a:r>
            <a:r>
              <a:rPr lang="id-ID" sz="2400" dirty="0" err="1"/>
              <a:t>Fairchild</a:t>
            </a:r>
            <a:r>
              <a:rPr lang="id-ID" sz="2400" i="1" dirty="0"/>
              <a:t> </a:t>
            </a:r>
            <a:r>
              <a:rPr lang="id-ID" sz="2400" i="1" dirty="0" err="1"/>
              <a:t>et</a:t>
            </a:r>
            <a:r>
              <a:rPr lang="id-ID" sz="2400" i="1" dirty="0"/>
              <a:t> </a:t>
            </a:r>
            <a:r>
              <a:rPr lang="id-ID" sz="2400" i="1" dirty="0" err="1"/>
              <a:t>al.</a:t>
            </a:r>
            <a:r>
              <a:rPr lang="id-ID" sz="2400" i="1" dirty="0"/>
              <a:t> </a:t>
            </a:r>
            <a:r>
              <a:rPr lang="id-ID" sz="2400" dirty="0"/>
              <a:t>(2018)</a:t>
            </a:r>
            <a:r>
              <a:rPr lang="en-GB" sz="2400" dirty="0"/>
              <a:t>,</a:t>
            </a:r>
            <a:r>
              <a:rPr lang="id-ID" sz="2400" dirty="0"/>
              <a:t> </a:t>
            </a:r>
            <a:r>
              <a:rPr lang="id-ID" sz="2400" dirty="0" err="1"/>
              <a:t>Méndez</a:t>
            </a:r>
            <a:r>
              <a:rPr lang="id-ID" sz="2400" dirty="0"/>
              <a:t> </a:t>
            </a:r>
            <a:r>
              <a:rPr lang="id-ID" sz="2400" i="1" dirty="0" err="1"/>
              <a:t>et</a:t>
            </a:r>
            <a:r>
              <a:rPr lang="id-ID" sz="2400" i="1" dirty="0"/>
              <a:t> </a:t>
            </a:r>
            <a:r>
              <a:rPr lang="id-ID" sz="2400" i="1" dirty="0" err="1"/>
              <a:t>al</a:t>
            </a:r>
            <a:r>
              <a:rPr lang="id-ID" sz="2400" dirty="0" err="1"/>
              <a:t>.</a:t>
            </a:r>
            <a:r>
              <a:rPr lang="id-ID" sz="2400" dirty="0"/>
              <a:t> (2023)</a:t>
            </a:r>
            <a:r>
              <a:rPr lang="en-GB" sz="2400" dirty="0"/>
              <a:t>, </a:t>
            </a:r>
            <a:r>
              <a:rPr lang="id-ID" sz="2400" dirty="0"/>
              <a:t>Bandara </a:t>
            </a:r>
            <a:r>
              <a:rPr lang="id-ID" sz="2400" i="1" dirty="0" err="1"/>
              <a:t>et</a:t>
            </a:r>
            <a:r>
              <a:rPr lang="id-ID" sz="2400" i="1" dirty="0"/>
              <a:t> </a:t>
            </a:r>
            <a:r>
              <a:rPr lang="id-ID" sz="2400" i="1" dirty="0" err="1"/>
              <a:t>al.</a:t>
            </a:r>
            <a:r>
              <a:rPr lang="id-ID" sz="2400" dirty="0"/>
              <a:t> (2024</a:t>
            </a:r>
            <a:r>
              <a:rPr lang="en-GB" sz="2400" dirty="0"/>
              <a:t>), </a:t>
            </a:r>
            <a:r>
              <a:rPr lang="id-ID" sz="2400" dirty="0" err="1"/>
              <a:t>Cefis</a:t>
            </a:r>
            <a:r>
              <a:rPr lang="id-ID" sz="2400" dirty="0"/>
              <a:t> &amp; </a:t>
            </a:r>
            <a:r>
              <a:rPr lang="id-ID" sz="2400" dirty="0" err="1"/>
              <a:t>Carpita</a:t>
            </a:r>
            <a:r>
              <a:rPr lang="id-ID" sz="2400" dirty="0"/>
              <a:t> (2024)</a:t>
            </a:r>
            <a:r>
              <a:rPr lang="en-GB" sz="2400" dirty="0"/>
              <a:t>, </a:t>
            </a:r>
            <a:r>
              <a:rPr lang="id-ID" sz="2400" dirty="0" err="1"/>
              <a:t>Xu</a:t>
            </a:r>
            <a:r>
              <a:rPr lang="id-ID" sz="2400" i="1" dirty="0"/>
              <a:t> </a:t>
            </a:r>
            <a:r>
              <a:rPr lang="id-ID" sz="2400" i="1" dirty="0" err="1"/>
              <a:t>et</a:t>
            </a:r>
            <a:r>
              <a:rPr lang="id-ID" sz="2400" i="1" dirty="0"/>
              <a:t> </a:t>
            </a:r>
            <a:r>
              <a:rPr lang="id-ID" sz="2400" i="1" dirty="0" err="1"/>
              <a:t>al.</a:t>
            </a:r>
            <a:r>
              <a:rPr lang="id-ID" sz="2400" i="1" dirty="0"/>
              <a:t> </a:t>
            </a:r>
            <a:r>
              <a:rPr lang="id-ID" sz="2400" dirty="0"/>
              <a:t>(2025)</a:t>
            </a:r>
            <a:endParaRPr lang="en-GB" sz="2400" dirty="0"/>
          </a:p>
          <a:p>
            <a:endParaRPr lang="en-GB" sz="2400" dirty="0"/>
          </a:p>
          <a:p>
            <a:r>
              <a:rPr lang="id-ID" dirty="0">
                <a:hlinkClick r:id="rId3"/>
              </a:rPr>
              <a:t>https://www.hudl.com/blog/expected-goals-xg-explained</a:t>
            </a:r>
            <a:endParaRPr lang="en-GB" dirty="0"/>
          </a:p>
          <a:p>
            <a:endParaRPr lang="id-ID" dirty="0"/>
          </a:p>
        </p:txBody>
      </p:sp>
      <p:sp>
        <p:nvSpPr>
          <p:cNvPr id="9" name="Tampungan Nomor Slide 8">
            <a:extLst>
              <a:ext uri="{FF2B5EF4-FFF2-40B4-BE49-F238E27FC236}">
                <a16:creationId xmlns:a16="http://schemas.microsoft.com/office/drawing/2014/main" id="{6EA24B7F-6A92-D00F-9046-D1EE24A9B0C2}"/>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39</a:t>
            </a:fld>
            <a:endParaRPr lang="id-ID"/>
          </a:p>
        </p:txBody>
      </p:sp>
    </p:spTree>
    <p:extLst>
      <p:ext uri="{BB962C8B-B14F-4D97-AF65-F5344CB8AC3E}">
        <p14:creationId xmlns:p14="http://schemas.microsoft.com/office/powerpoint/2010/main" val="87225963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B2FF8-F892-B4AA-AE51-8F35FBF1F54E}"/>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514E9DDC-D2CC-3C35-29CB-55DB3624961E}"/>
              </a:ext>
            </a:extLst>
          </p:cNvPr>
          <p:cNvSpPr>
            <a:spLocks noGrp="1"/>
          </p:cNvSpPr>
          <p:nvPr>
            <p:ph type="title"/>
          </p:nvPr>
        </p:nvSpPr>
        <p:spPr>
          <a:xfrm>
            <a:off x="1049505" y="-253181"/>
            <a:ext cx="9779183" cy="1325563"/>
          </a:xfrm>
        </p:spPr>
        <p:txBody>
          <a:bodyPr rtlCol="0"/>
          <a:lstStyle/>
          <a:p>
            <a:r>
              <a:rPr lang="id-ID" dirty="0" err="1"/>
              <a:t>Preprocessing</a:t>
            </a:r>
            <a:endParaRPr lang="id-ID" dirty="0"/>
          </a:p>
        </p:txBody>
      </p:sp>
      <p:sp>
        <p:nvSpPr>
          <p:cNvPr id="9" name="Tampungan Nomor Slide 8">
            <a:extLst>
              <a:ext uri="{FF2B5EF4-FFF2-40B4-BE49-F238E27FC236}">
                <a16:creationId xmlns:a16="http://schemas.microsoft.com/office/drawing/2014/main" id="{7497A0EB-6E6D-1190-AA46-94CC7FB4C2BB}"/>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40</a:t>
            </a:fld>
            <a:endParaRPr lang="id-ID"/>
          </a:p>
        </p:txBody>
      </p:sp>
      <p:graphicFrame>
        <p:nvGraphicFramePr>
          <p:cNvPr id="7" name="Table 6">
            <a:extLst>
              <a:ext uri="{FF2B5EF4-FFF2-40B4-BE49-F238E27FC236}">
                <a16:creationId xmlns:a16="http://schemas.microsoft.com/office/drawing/2014/main" id="{E7111ABF-FC44-F419-69E4-2A997CA20A99}"/>
              </a:ext>
            </a:extLst>
          </p:cNvPr>
          <p:cNvGraphicFramePr>
            <a:graphicFrameLocks noGrp="1"/>
          </p:cNvGraphicFramePr>
          <p:nvPr>
            <p:extLst>
              <p:ext uri="{D42A27DB-BD31-4B8C-83A1-F6EECF244321}">
                <p14:modId xmlns:p14="http://schemas.microsoft.com/office/powerpoint/2010/main" val="1542767940"/>
              </p:ext>
            </p:extLst>
          </p:nvPr>
        </p:nvGraphicFramePr>
        <p:xfrm>
          <a:off x="715252" y="246949"/>
          <a:ext cx="10447688" cy="6364102"/>
        </p:xfrm>
        <a:graphic>
          <a:graphicData uri="http://schemas.openxmlformats.org/drawingml/2006/table">
            <a:tbl>
              <a:tblPr firstRow="1" firstCol="1" bandRow="1">
                <a:tableStyleId>{5C22544A-7EE6-4342-B048-85BDC9FD1C3A}</a:tableStyleId>
              </a:tblPr>
              <a:tblGrid>
                <a:gridCol w="2590577">
                  <a:extLst>
                    <a:ext uri="{9D8B030D-6E8A-4147-A177-3AD203B41FA5}">
                      <a16:colId xmlns:a16="http://schemas.microsoft.com/office/drawing/2014/main" val="3539816364"/>
                    </a:ext>
                  </a:extLst>
                </a:gridCol>
                <a:gridCol w="7857111">
                  <a:extLst>
                    <a:ext uri="{9D8B030D-6E8A-4147-A177-3AD203B41FA5}">
                      <a16:colId xmlns:a16="http://schemas.microsoft.com/office/drawing/2014/main" val="886879569"/>
                    </a:ext>
                  </a:extLst>
                </a:gridCol>
              </a:tblGrid>
              <a:tr h="332300">
                <a:tc>
                  <a:txBody>
                    <a:bodyPr/>
                    <a:lstStyle/>
                    <a:p>
                      <a:pPr algn="ctr">
                        <a:lnSpc>
                          <a:spcPct val="150000"/>
                        </a:lnSpc>
                        <a:buNone/>
                      </a:pPr>
                      <a:r>
                        <a:rPr lang="id-ID" sz="1600" kern="0">
                          <a:effectLst/>
                        </a:rPr>
                        <a:t>Nama Kolom</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600" kern="0">
                          <a:effectLst/>
                        </a:rPr>
                        <a:t>Deskripsi</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196588790"/>
                  </a:ext>
                </a:extLst>
              </a:tr>
              <a:tr h="332300">
                <a:tc>
                  <a:txBody>
                    <a:bodyPr/>
                    <a:lstStyle/>
                    <a:p>
                      <a:pPr algn="l">
                        <a:lnSpc>
                          <a:spcPct val="150000"/>
                        </a:lnSpc>
                        <a:buNone/>
                      </a:pPr>
                      <a:r>
                        <a:rPr lang="id-ID" sz="1600" kern="0" dirty="0" err="1">
                          <a:effectLst/>
                        </a:rPr>
                        <a:t>period</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Periode / babak pertandingan saat tembakan terjadi</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867490963"/>
                  </a:ext>
                </a:extLst>
              </a:tr>
              <a:tr h="332300">
                <a:tc>
                  <a:txBody>
                    <a:bodyPr/>
                    <a:lstStyle/>
                    <a:p>
                      <a:pPr algn="l">
                        <a:lnSpc>
                          <a:spcPct val="150000"/>
                        </a:lnSpc>
                        <a:buNone/>
                      </a:pPr>
                      <a:r>
                        <a:rPr lang="id-ID" sz="1600" kern="0">
                          <a:effectLst/>
                        </a:rPr>
                        <a:t>minute</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Menit pertandingan saat tembakan dilakukan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70126199"/>
                  </a:ext>
                </a:extLst>
              </a:tr>
              <a:tr h="332300">
                <a:tc>
                  <a:txBody>
                    <a:bodyPr/>
                    <a:lstStyle/>
                    <a:p>
                      <a:pPr algn="l">
                        <a:lnSpc>
                          <a:spcPct val="150000"/>
                        </a:lnSpc>
                        <a:buNone/>
                      </a:pPr>
                      <a:r>
                        <a:rPr lang="id-ID" sz="1600" kern="0">
                          <a:effectLst/>
                        </a:rPr>
                        <a:t>second</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Detik pertandingan saat tembakan dilakukan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838522776"/>
                  </a:ext>
                </a:extLst>
              </a:tr>
              <a:tr h="332300">
                <a:tc>
                  <a:txBody>
                    <a:bodyPr/>
                    <a:lstStyle/>
                    <a:p>
                      <a:pPr algn="l">
                        <a:lnSpc>
                          <a:spcPct val="150000"/>
                        </a:lnSpc>
                        <a:buNone/>
                      </a:pPr>
                      <a:r>
                        <a:rPr lang="id-ID" sz="1600" kern="0">
                          <a:effectLst/>
                        </a:rPr>
                        <a:t>Location (dipecah menjadi start_x dan start_y)</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Koordinat awal tembakan (arah serangan selalu menuju gawang lawan di sisi kanan) </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264695925"/>
                  </a:ext>
                </a:extLst>
              </a:tr>
              <a:tr h="332300">
                <a:tc>
                  <a:txBody>
                    <a:bodyPr/>
                    <a:lstStyle/>
                    <a:p>
                      <a:pPr algn="l">
                        <a:lnSpc>
                          <a:spcPct val="150000"/>
                        </a:lnSpc>
                        <a:buNone/>
                      </a:pPr>
                      <a:r>
                        <a:rPr lang="id-ID" sz="1600" kern="0">
                          <a:effectLst/>
                        </a:rPr>
                        <a:t>position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dirty="0">
                          <a:effectLst/>
                        </a:rPr>
                        <a:t>Posisi pemain di dalam tim (Bek, Gelandang, Penyerang)</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34007141"/>
                  </a:ext>
                </a:extLst>
              </a:tr>
              <a:tr h="332300">
                <a:tc>
                  <a:txBody>
                    <a:bodyPr/>
                    <a:lstStyle/>
                    <a:p>
                      <a:pPr algn="l">
                        <a:lnSpc>
                          <a:spcPct val="150000"/>
                        </a:lnSpc>
                        <a:buNone/>
                      </a:pPr>
                      <a:r>
                        <a:rPr lang="id-ID" sz="1600" kern="0">
                          <a:effectLst/>
                        </a:rPr>
                        <a:t>shot_outcome</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dirty="0">
                          <a:effectLst/>
                        </a:rPr>
                        <a:t>Hasil tembakan (0 = tidak gol, 1 = gol)</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24800876"/>
                  </a:ext>
                </a:extLst>
              </a:tr>
              <a:tr h="332300">
                <a:tc>
                  <a:txBody>
                    <a:bodyPr/>
                    <a:lstStyle/>
                    <a:p>
                      <a:pPr algn="l">
                        <a:lnSpc>
                          <a:spcPct val="150000"/>
                        </a:lnSpc>
                        <a:buNone/>
                      </a:pPr>
                      <a:r>
                        <a:rPr lang="id-ID" sz="1600" kern="0">
                          <a:effectLst/>
                        </a:rPr>
                        <a:t>shot_body_part</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dirty="0">
                          <a:effectLst/>
                        </a:rPr>
                        <a:t>Bagian tubuh yang digunakan dalam menembak</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406699828"/>
                  </a:ext>
                </a:extLst>
              </a:tr>
              <a:tr h="332300">
                <a:tc>
                  <a:txBody>
                    <a:bodyPr/>
                    <a:lstStyle/>
                    <a:p>
                      <a:pPr algn="l">
                        <a:lnSpc>
                          <a:spcPct val="150000"/>
                        </a:lnSpc>
                        <a:buNone/>
                      </a:pPr>
                      <a:r>
                        <a:rPr lang="id-ID" sz="1600" kern="0">
                          <a:effectLst/>
                        </a:rPr>
                        <a:t>shot_first_time</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Apakah tembakan dilakukan secara langsung tanpa kontrol bola</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928350774"/>
                  </a:ext>
                </a:extLst>
              </a:tr>
              <a:tr h="332300">
                <a:tc>
                  <a:txBody>
                    <a:bodyPr/>
                    <a:lstStyle/>
                    <a:p>
                      <a:pPr algn="l">
                        <a:lnSpc>
                          <a:spcPct val="150000"/>
                        </a:lnSpc>
                        <a:buNone/>
                      </a:pPr>
                      <a:r>
                        <a:rPr lang="id-ID" sz="1600" kern="0">
                          <a:effectLst/>
                        </a:rPr>
                        <a:t>shot_one_on_one</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Apakah tembakan dilakukan dalam situasi satu lawan satu dengan kiper</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253791494"/>
                  </a:ext>
                </a:extLst>
              </a:tr>
              <a:tr h="332300">
                <a:tc>
                  <a:txBody>
                    <a:bodyPr/>
                    <a:lstStyle/>
                    <a:p>
                      <a:pPr algn="l">
                        <a:lnSpc>
                          <a:spcPct val="150000"/>
                        </a:lnSpc>
                        <a:buNone/>
                      </a:pPr>
                      <a:r>
                        <a:rPr lang="id-ID" sz="1600" kern="0">
                          <a:effectLst/>
                        </a:rPr>
                        <a:t>shot_open_goal</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Apakah tembakan dilakukan ke gawang yang kosong</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064286707"/>
                  </a:ext>
                </a:extLst>
              </a:tr>
              <a:tr h="332300">
                <a:tc>
                  <a:txBody>
                    <a:bodyPr/>
                    <a:lstStyle/>
                    <a:p>
                      <a:pPr algn="l">
                        <a:lnSpc>
                          <a:spcPct val="150000"/>
                        </a:lnSpc>
                        <a:buNone/>
                      </a:pPr>
                      <a:r>
                        <a:rPr lang="id-ID" sz="1600" kern="0">
                          <a:effectLst/>
                        </a:rPr>
                        <a:t>shot_aerial_won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Apakah pemain memenangkan duel udara sebelum tembakan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14404232"/>
                  </a:ext>
                </a:extLst>
              </a:tr>
              <a:tr h="332300">
                <a:tc>
                  <a:txBody>
                    <a:bodyPr/>
                    <a:lstStyle/>
                    <a:p>
                      <a:pPr algn="l">
                        <a:lnSpc>
                          <a:spcPct val="150000"/>
                        </a:lnSpc>
                        <a:buNone/>
                      </a:pPr>
                      <a:r>
                        <a:rPr lang="id-ID" sz="1600" kern="0">
                          <a:effectLst/>
                        </a:rPr>
                        <a:t>shot_key_pass</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Apakah tembakan didahului oleh umpan kunci</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28366095"/>
                  </a:ext>
                </a:extLst>
              </a:tr>
              <a:tr h="332300">
                <a:tc>
                  <a:txBody>
                    <a:bodyPr/>
                    <a:lstStyle/>
                    <a:p>
                      <a:pPr algn="l">
                        <a:lnSpc>
                          <a:spcPct val="150000"/>
                        </a:lnSpc>
                        <a:buNone/>
                      </a:pPr>
                      <a:r>
                        <a:rPr lang="id-ID" sz="1600" kern="0">
                          <a:effectLst/>
                        </a:rPr>
                        <a:t>possession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Nomor penguasaan bola dari tim pada pertandingan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468376901"/>
                  </a:ext>
                </a:extLst>
              </a:tr>
              <a:tr h="332300">
                <a:tc>
                  <a:txBody>
                    <a:bodyPr/>
                    <a:lstStyle/>
                    <a:p>
                      <a:pPr algn="l">
                        <a:lnSpc>
                          <a:spcPct val="150000"/>
                        </a:lnSpc>
                        <a:buNone/>
                      </a:pPr>
                      <a:r>
                        <a:rPr lang="id-ID" sz="1600" kern="0">
                          <a:effectLst/>
                        </a:rPr>
                        <a:t>play_pattern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Pola permainan yang terjadi sebelum tembakan (Regular Play, From Corner, From Free Kick)</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456214127"/>
                  </a:ext>
                </a:extLst>
              </a:tr>
              <a:tr h="332300">
                <a:tc>
                  <a:txBody>
                    <a:bodyPr/>
                    <a:lstStyle/>
                    <a:p>
                      <a:pPr algn="l">
                        <a:lnSpc>
                          <a:spcPct val="150000"/>
                        </a:lnSpc>
                        <a:buNone/>
                      </a:pPr>
                      <a:r>
                        <a:rPr lang="id-ID" sz="1600" kern="0">
                          <a:effectLst/>
                        </a:rPr>
                        <a:t>under_pressure</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Apakah pemain berada dalam tekanan saat melakukan tembakan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936655458"/>
                  </a:ext>
                </a:extLst>
              </a:tr>
              <a:tr h="332300">
                <a:tc>
                  <a:txBody>
                    <a:bodyPr/>
                    <a:lstStyle/>
                    <a:p>
                      <a:pPr algn="l">
                        <a:lnSpc>
                          <a:spcPct val="150000"/>
                        </a:lnSpc>
                        <a:buNone/>
                      </a:pPr>
                      <a:r>
                        <a:rPr lang="id-ID" sz="1600" kern="0">
                          <a:effectLst/>
                        </a:rPr>
                        <a:t>shot_technique</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dirty="0">
                          <a:effectLst/>
                        </a:rPr>
                        <a:t>Teknik tembakan yang digunakan (Normal, </a:t>
                      </a:r>
                      <a:r>
                        <a:rPr lang="id-ID" sz="1600" kern="0" dirty="0" err="1">
                          <a:effectLst/>
                        </a:rPr>
                        <a:t>Volley</a:t>
                      </a:r>
                      <a:r>
                        <a:rPr lang="id-ID" sz="1600" kern="0" dirty="0">
                          <a:effectLst/>
                        </a:rPr>
                        <a:t>, </a:t>
                      </a:r>
                      <a:r>
                        <a:rPr lang="id-ID" sz="1600" kern="0" dirty="0" err="1">
                          <a:effectLst/>
                        </a:rPr>
                        <a:t>Half</a:t>
                      </a:r>
                      <a:r>
                        <a:rPr lang="id-ID" sz="1600" kern="0" dirty="0">
                          <a:effectLst/>
                        </a:rPr>
                        <a:t> </a:t>
                      </a:r>
                      <a:r>
                        <a:rPr lang="id-ID" sz="1600" kern="0" dirty="0" err="1">
                          <a:effectLst/>
                        </a:rPr>
                        <a:t>Volley</a:t>
                      </a:r>
                      <a:r>
                        <a:rPr lang="id-ID" sz="1600" kern="0" dirty="0">
                          <a:effectLst/>
                        </a:rPr>
                        <a:t>, Lob, </a:t>
                      </a:r>
                      <a:r>
                        <a:rPr lang="id-ID" sz="1600" kern="0" dirty="0" err="1">
                          <a:effectLst/>
                        </a:rPr>
                        <a:t>Bicycle</a:t>
                      </a:r>
                      <a:r>
                        <a:rPr lang="id-ID" sz="1600" kern="0" dirty="0">
                          <a:effectLst/>
                        </a:rPr>
                        <a:t> </a:t>
                      </a:r>
                      <a:r>
                        <a:rPr lang="id-ID" sz="1600" kern="0" dirty="0" err="1">
                          <a:effectLst/>
                        </a:rPr>
                        <a:t>Kick</a:t>
                      </a:r>
                      <a:r>
                        <a:rPr lang="id-ID" sz="1600" kern="0" dirty="0">
                          <a:effectLst/>
                        </a:rPr>
                        <a:t>)</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879934971"/>
                  </a:ext>
                </a:extLst>
              </a:tr>
            </a:tbl>
          </a:graphicData>
        </a:graphic>
      </p:graphicFrame>
    </p:spTree>
    <p:extLst>
      <p:ext uri="{BB962C8B-B14F-4D97-AF65-F5344CB8AC3E}">
        <p14:creationId xmlns:p14="http://schemas.microsoft.com/office/powerpoint/2010/main" val="1879805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6AC7F-B03D-28FE-C379-D973A464B55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7440B9E4-FE90-87B4-96CE-D5C896BCC3D4}"/>
              </a:ext>
            </a:extLst>
          </p:cNvPr>
          <p:cNvSpPr>
            <a:spLocks noGrp="1"/>
          </p:cNvSpPr>
          <p:nvPr>
            <p:ph type="title"/>
          </p:nvPr>
        </p:nvSpPr>
        <p:spPr>
          <a:xfrm>
            <a:off x="1002392" y="241300"/>
            <a:ext cx="9779183" cy="665163"/>
          </a:xfrm>
        </p:spPr>
        <p:txBody>
          <a:bodyPr rtlCol="0"/>
          <a:lstStyle/>
          <a:p>
            <a:r>
              <a:rPr lang="id-ID" dirty="0" err="1"/>
              <a:t>Preprocessing</a:t>
            </a:r>
            <a:endParaRPr lang="id-ID" dirty="0"/>
          </a:p>
        </p:txBody>
      </p:sp>
      <p:sp>
        <p:nvSpPr>
          <p:cNvPr id="9" name="Tampungan Nomor Slide 8">
            <a:extLst>
              <a:ext uri="{FF2B5EF4-FFF2-40B4-BE49-F238E27FC236}">
                <a16:creationId xmlns:a16="http://schemas.microsoft.com/office/drawing/2014/main" id="{F4986F52-2B13-4229-B3A1-79CE103B0708}"/>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41</a:t>
            </a:fld>
            <a:endParaRPr lang="id-ID"/>
          </a:p>
        </p:txBody>
      </p:sp>
      <p:graphicFrame>
        <p:nvGraphicFramePr>
          <p:cNvPr id="7" name="Table 6">
            <a:extLst>
              <a:ext uri="{FF2B5EF4-FFF2-40B4-BE49-F238E27FC236}">
                <a16:creationId xmlns:a16="http://schemas.microsoft.com/office/drawing/2014/main" id="{04A2A6C3-C89C-ED2C-440F-935885D86522}"/>
              </a:ext>
            </a:extLst>
          </p:cNvPr>
          <p:cNvGraphicFramePr>
            <a:graphicFrameLocks noGrp="1"/>
          </p:cNvGraphicFramePr>
          <p:nvPr>
            <p:extLst>
              <p:ext uri="{D42A27DB-BD31-4B8C-83A1-F6EECF244321}">
                <p14:modId xmlns:p14="http://schemas.microsoft.com/office/powerpoint/2010/main" val="2545064805"/>
              </p:ext>
            </p:extLst>
          </p:nvPr>
        </p:nvGraphicFramePr>
        <p:xfrm>
          <a:off x="400957" y="1129203"/>
          <a:ext cx="11410048" cy="4674311"/>
        </p:xfrm>
        <a:graphic>
          <a:graphicData uri="http://schemas.openxmlformats.org/drawingml/2006/table">
            <a:tbl>
              <a:tblPr/>
              <a:tblGrid>
                <a:gridCol w="713128">
                  <a:extLst>
                    <a:ext uri="{9D8B030D-6E8A-4147-A177-3AD203B41FA5}">
                      <a16:colId xmlns:a16="http://schemas.microsoft.com/office/drawing/2014/main" val="2719621720"/>
                    </a:ext>
                  </a:extLst>
                </a:gridCol>
                <a:gridCol w="713128">
                  <a:extLst>
                    <a:ext uri="{9D8B030D-6E8A-4147-A177-3AD203B41FA5}">
                      <a16:colId xmlns:a16="http://schemas.microsoft.com/office/drawing/2014/main" val="166257965"/>
                    </a:ext>
                  </a:extLst>
                </a:gridCol>
                <a:gridCol w="713128">
                  <a:extLst>
                    <a:ext uri="{9D8B030D-6E8A-4147-A177-3AD203B41FA5}">
                      <a16:colId xmlns:a16="http://schemas.microsoft.com/office/drawing/2014/main" val="948716326"/>
                    </a:ext>
                  </a:extLst>
                </a:gridCol>
                <a:gridCol w="713128">
                  <a:extLst>
                    <a:ext uri="{9D8B030D-6E8A-4147-A177-3AD203B41FA5}">
                      <a16:colId xmlns:a16="http://schemas.microsoft.com/office/drawing/2014/main" val="1750440033"/>
                    </a:ext>
                  </a:extLst>
                </a:gridCol>
                <a:gridCol w="713128">
                  <a:extLst>
                    <a:ext uri="{9D8B030D-6E8A-4147-A177-3AD203B41FA5}">
                      <a16:colId xmlns:a16="http://schemas.microsoft.com/office/drawing/2014/main" val="314674447"/>
                    </a:ext>
                  </a:extLst>
                </a:gridCol>
                <a:gridCol w="713128">
                  <a:extLst>
                    <a:ext uri="{9D8B030D-6E8A-4147-A177-3AD203B41FA5}">
                      <a16:colId xmlns:a16="http://schemas.microsoft.com/office/drawing/2014/main" val="2668934852"/>
                    </a:ext>
                  </a:extLst>
                </a:gridCol>
                <a:gridCol w="713128">
                  <a:extLst>
                    <a:ext uri="{9D8B030D-6E8A-4147-A177-3AD203B41FA5}">
                      <a16:colId xmlns:a16="http://schemas.microsoft.com/office/drawing/2014/main" val="618433314"/>
                    </a:ext>
                  </a:extLst>
                </a:gridCol>
                <a:gridCol w="713128">
                  <a:extLst>
                    <a:ext uri="{9D8B030D-6E8A-4147-A177-3AD203B41FA5}">
                      <a16:colId xmlns:a16="http://schemas.microsoft.com/office/drawing/2014/main" val="22344406"/>
                    </a:ext>
                  </a:extLst>
                </a:gridCol>
                <a:gridCol w="713128">
                  <a:extLst>
                    <a:ext uri="{9D8B030D-6E8A-4147-A177-3AD203B41FA5}">
                      <a16:colId xmlns:a16="http://schemas.microsoft.com/office/drawing/2014/main" val="2223711823"/>
                    </a:ext>
                  </a:extLst>
                </a:gridCol>
                <a:gridCol w="713128">
                  <a:extLst>
                    <a:ext uri="{9D8B030D-6E8A-4147-A177-3AD203B41FA5}">
                      <a16:colId xmlns:a16="http://schemas.microsoft.com/office/drawing/2014/main" val="578418936"/>
                    </a:ext>
                  </a:extLst>
                </a:gridCol>
                <a:gridCol w="713128">
                  <a:extLst>
                    <a:ext uri="{9D8B030D-6E8A-4147-A177-3AD203B41FA5}">
                      <a16:colId xmlns:a16="http://schemas.microsoft.com/office/drawing/2014/main" val="1015198956"/>
                    </a:ext>
                  </a:extLst>
                </a:gridCol>
                <a:gridCol w="713128">
                  <a:extLst>
                    <a:ext uri="{9D8B030D-6E8A-4147-A177-3AD203B41FA5}">
                      <a16:colId xmlns:a16="http://schemas.microsoft.com/office/drawing/2014/main" val="329968207"/>
                    </a:ext>
                  </a:extLst>
                </a:gridCol>
                <a:gridCol w="713128">
                  <a:extLst>
                    <a:ext uri="{9D8B030D-6E8A-4147-A177-3AD203B41FA5}">
                      <a16:colId xmlns:a16="http://schemas.microsoft.com/office/drawing/2014/main" val="2597232853"/>
                    </a:ext>
                  </a:extLst>
                </a:gridCol>
                <a:gridCol w="713128">
                  <a:extLst>
                    <a:ext uri="{9D8B030D-6E8A-4147-A177-3AD203B41FA5}">
                      <a16:colId xmlns:a16="http://schemas.microsoft.com/office/drawing/2014/main" val="58912381"/>
                    </a:ext>
                  </a:extLst>
                </a:gridCol>
                <a:gridCol w="713128">
                  <a:extLst>
                    <a:ext uri="{9D8B030D-6E8A-4147-A177-3AD203B41FA5}">
                      <a16:colId xmlns:a16="http://schemas.microsoft.com/office/drawing/2014/main" val="3670658664"/>
                    </a:ext>
                  </a:extLst>
                </a:gridCol>
                <a:gridCol w="713128">
                  <a:extLst>
                    <a:ext uri="{9D8B030D-6E8A-4147-A177-3AD203B41FA5}">
                      <a16:colId xmlns:a16="http://schemas.microsoft.com/office/drawing/2014/main" val="88464592"/>
                    </a:ext>
                  </a:extLst>
                </a:gridCol>
              </a:tblGrid>
              <a:tr h="1138613">
                <a:tc>
                  <a:txBody>
                    <a:bodyPr/>
                    <a:lstStyle/>
                    <a:p>
                      <a:pPr algn="ctr">
                        <a:buNone/>
                      </a:pPr>
                      <a:r>
                        <a:rPr lang="id-ID" sz="1400" b="1" dirty="0" err="1">
                          <a:effectLst/>
                        </a:rPr>
                        <a:t>minute</a:t>
                      </a:r>
                      <a:endParaRPr lang="id-ID" sz="1400" b="1" dirty="0">
                        <a:effectLst/>
                      </a:endParaRP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a:effectLst/>
                        </a:rPr>
                        <a:t>second</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a:effectLst/>
                        </a:rPr>
                        <a:t>play_pattern</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a:effectLst/>
                        </a:rPr>
                        <a:t>position</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a:effectLst/>
                        </a:rPr>
                        <a:t>shot_technique</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a:effectLst/>
                        </a:rPr>
                        <a:t>shot_body_part</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a:effectLst/>
                        </a:rPr>
                        <a:t>shot_type</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a:effectLst/>
                        </a:rPr>
                        <a:t>shot_open_goal</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a:effectLst/>
                        </a:rPr>
                        <a:t>shot_one_on_one</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a:effectLst/>
                        </a:rPr>
                        <a:t>shot_aerial_won</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a:effectLst/>
                        </a:rPr>
                        <a:t>under_pressure</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dirty="0" err="1">
                          <a:effectLst/>
                        </a:rPr>
                        <a:t>start_x</a:t>
                      </a:r>
                      <a:endParaRPr lang="id-ID" sz="1400" b="1" dirty="0">
                        <a:effectLst/>
                      </a:endParaRP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a:effectLst/>
                        </a:rPr>
                        <a:t>start_y</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a:effectLst/>
                        </a:rPr>
                        <a:t>distance_to_goal</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a:effectLst/>
                        </a:rPr>
                        <a:t>angle_to_goal</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b="1" dirty="0" err="1">
                          <a:effectLst/>
                        </a:rPr>
                        <a:t>shot_outcome</a:t>
                      </a:r>
                      <a:endParaRPr lang="id-ID" sz="1400" b="1" dirty="0">
                        <a:effectLst/>
                      </a:endParaRP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12170437"/>
                  </a:ext>
                </a:extLst>
              </a:tr>
              <a:tr h="599271">
                <a:tc>
                  <a:txBody>
                    <a:bodyPr/>
                    <a:lstStyle/>
                    <a:p>
                      <a:pPr algn="ctr">
                        <a:buNone/>
                      </a:pPr>
                      <a:r>
                        <a:rPr lang="id-ID" sz="1400">
                          <a:effectLst/>
                        </a:rPr>
                        <a:t>30.0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50.0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21.0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91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40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87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dirty="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111.699997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54.400002</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112.624374</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0.128210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dirty="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94421890"/>
                  </a:ext>
                </a:extLst>
              </a:tr>
              <a:tr h="779052">
                <a:tc>
                  <a:txBody>
                    <a:bodyPr/>
                    <a:lstStyle/>
                    <a:p>
                      <a:pPr algn="ctr">
                        <a:buNone/>
                      </a:pPr>
                      <a:r>
                        <a:rPr lang="id-ID" sz="1400">
                          <a:effectLst/>
                        </a:rPr>
                        <a:t>57.0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8.0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13.0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93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40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87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97.599998</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34.799999</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dirty="0">
                          <a:effectLst/>
                        </a:rPr>
                        <a:t>22.995651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-2.913490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45246436"/>
                  </a:ext>
                </a:extLst>
              </a:tr>
              <a:tr h="779052">
                <a:tc>
                  <a:txBody>
                    <a:bodyPr/>
                    <a:lstStyle/>
                    <a:p>
                      <a:pPr algn="ctr">
                        <a:buNone/>
                      </a:pPr>
                      <a:r>
                        <a:rPr lang="id-ID" sz="1400">
                          <a:effectLst/>
                        </a:rPr>
                        <a:t>79.0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22.0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4</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17.0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93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37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87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114.300003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dirty="0">
                          <a:effectLst/>
                        </a:rPr>
                        <a:t>31.299999</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dirty="0">
                          <a:effectLst/>
                        </a:rPr>
                        <a:t>10.400962</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-2.150799</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8219818"/>
                  </a:ext>
                </a:extLst>
              </a:tr>
              <a:tr h="779052">
                <a:tc>
                  <a:txBody>
                    <a:bodyPr/>
                    <a:lstStyle/>
                    <a:p>
                      <a:pPr algn="ctr">
                        <a:buNone/>
                      </a:pPr>
                      <a:r>
                        <a:rPr lang="id-ID" sz="1400">
                          <a:effectLst/>
                        </a:rPr>
                        <a:t>39.0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36.0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21.0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93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38</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87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114.800003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33.200001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8.560374</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-2.223643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662351923"/>
                  </a:ext>
                </a:extLst>
              </a:tr>
              <a:tr h="599271">
                <a:tc>
                  <a:txBody>
                    <a:bodyPr/>
                    <a:lstStyle/>
                    <a:p>
                      <a:pPr algn="ctr">
                        <a:buNone/>
                      </a:pPr>
                      <a:r>
                        <a:rPr lang="id-ID" sz="1400" dirty="0">
                          <a:effectLst/>
                        </a:rPr>
                        <a:t>12.0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42.0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23.0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93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40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87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102.400002</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54.900002</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23.060139</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a:effectLst/>
                        </a:rPr>
                        <a:t>2.439081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400" dirty="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18860514"/>
                  </a:ext>
                </a:extLst>
              </a:tr>
            </a:tbl>
          </a:graphicData>
        </a:graphic>
      </p:graphicFrame>
      <p:sp>
        <p:nvSpPr>
          <p:cNvPr id="8" name="Rectangle 1">
            <a:extLst>
              <a:ext uri="{FF2B5EF4-FFF2-40B4-BE49-F238E27FC236}">
                <a16:creationId xmlns:a16="http://schemas.microsoft.com/office/drawing/2014/main" id="{9BA6C5B7-E9F3-B02D-0179-805FBF599C56}"/>
              </a:ext>
            </a:extLst>
          </p:cNvPr>
          <p:cNvSpPr>
            <a:spLocks noChangeArrowheads="1"/>
          </p:cNvSpPr>
          <p:nvPr/>
        </p:nvSpPr>
        <p:spPr bwMode="auto">
          <a:xfrm>
            <a:off x="1002887" y="1129203"/>
            <a:ext cx="1555425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id-ID" altLang="id-ID" sz="1800" b="0" i="0" u="none" strike="noStrike" cap="none" normalizeH="0" baseline="0">
                <a:ln>
                  <a:noFill/>
                </a:ln>
                <a:solidFill>
                  <a:schemeClr val="tx1"/>
                </a:solidFill>
                <a:effectLst/>
                <a:latin typeface="Arial" panose="020B0604020202020204" pitchFamily="34" charset="0"/>
              </a:rPr>
            </a:br>
            <a:endParaRPr kumimoji="0" lang="id-ID" altLang="id-ID"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159845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10CA4-7513-7E06-61F3-D2EC15A4971E}"/>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37C74815-80B7-81B4-6E38-E900FE8650FA}"/>
              </a:ext>
            </a:extLst>
          </p:cNvPr>
          <p:cNvSpPr>
            <a:spLocks noGrp="1"/>
          </p:cNvSpPr>
          <p:nvPr>
            <p:ph type="title"/>
          </p:nvPr>
        </p:nvSpPr>
        <p:spPr>
          <a:xfrm>
            <a:off x="1884303" y="381000"/>
            <a:ext cx="9062372" cy="1325563"/>
          </a:xfrm>
        </p:spPr>
        <p:txBody>
          <a:bodyPr rtlCol="0"/>
          <a:lstStyle/>
          <a:p>
            <a:r>
              <a:rPr lang="id-ID" dirty="0" err="1"/>
              <a:t>Preprocessing</a:t>
            </a:r>
            <a:endParaRPr lang="id-ID" dirty="0"/>
          </a:p>
        </p:txBody>
      </p:sp>
      <p:sp>
        <p:nvSpPr>
          <p:cNvPr id="4" name="Tampungan Konten 3">
            <a:extLst>
              <a:ext uri="{FF2B5EF4-FFF2-40B4-BE49-F238E27FC236}">
                <a16:creationId xmlns:a16="http://schemas.microsoft.com/office/drawing/2014/main" id="{EFAEEACF-2652-25E2-D709-75AAF79FC2CE}"/>
              </a:ext>
            </a:extLst>
          </p:cNvPr>
          <p:cNvSpPr>
            <a:spLocks noGrp="1"/>
          </p:cNvSpPr>
          <p:nvPr>
            <p:ph idx="1"/>
          </p:nvPr>
        </p:nvSpPr>
        <p:spPr>
          <a:xfrm>
            <a:off x="1102638" y="2134676"/>
            <a:ext cx="6682462" cy="1578488"/>
          </a:xfrm>
        </p:spPr>
        <p:txBody>
          <a:bodyPr vert="horz" lIns="91440" tIns="45720" rIns="91440" bIns="45720" rtlCol="0" anchor="t">
            <a:normAutofit/>
          </a:bodyPr>
          <a:lstStyle/>
          <a:p>
            <a:r>
              <a:rPr lang="en-GB" sz="2400" dirty="0"/>
              <a:t>Dari </a:t>
            </a:r>
            <a:r>
              <a:rPr lang="en-GB" sz="2400" dirty="0" err="1"/>
              <a:t>fitur-fitur</a:t>
            </a:r>
            <a:r>
              <a:rPr lang="en-GB" sz="2400" dirty="0"/>
              <a:t> yang </a:t>
            </a:r>
            <a:r>
              <a:rPr lang="en-GB" sz="2400" dirty="0" err="1"/>
              <a:t>digunakan</a:t>
            </a:r>
            <a:r>
              <a:rPr lang="en-GB" sz="2400" dirty="0"/>
              <a:t> </a:t>
            </a:r>
            <a:r>
              <a:rPr lang="en-GB" sz="2400" dirty="0" err="1"/>
              <a:t>perlu</a:t>
            </a:r>
            <a:r>
              <a:rPr lang="en-GB" sz="2400" dirty="0"/>
              <a:t> </a:t>
            </a:r>
            <a:r>
              <a:rPr lang="en-GB" sz="2400" dirty="0" err="1"/>
              <a:t>dilakukan</a:t>
            </a:r>
            <a:r>
              <a:rPr lang="en-GB" sz="2400" dirty="0"/>
              <a:t> </a:t>
            </a:r>
            <a:r>
              <a:rPr lang="en-GB" sz="2400" dirty="0" err="1"/>
              <a:t>eksplorasi</a:t>
            </a:r>
            <a:r>
              <a:rPr lang="en-GB" sz="2400" dirty="0"/>
              <a:t> </a:t>
            </a:r>
            <a:r>
              <a:rPr lang="en-GB" sz="2400" dirty="0" err="1"/>
              <a:t>fitur</a:t>
            </a:r>
            <a:r>
              <a:rPr lang="en-GB" sz="2400" dirty="0"/>
              <a:t> </a:t>
            </a:r>
            <a:r>
              <a:rPr lang="en-GB" sz="2400" dirty="0" err="1"/>
              <a:t>tersebut</a:t>
            </a:r>
            <a:r>
              <a:rPr lang="en-GB" sz="2400" dirty="0"/>
              <a:t> </a:t>
            </a:r>
            <a:r>
              <a:rPr lang="en-GB" sz="2400" dirty="0" err="1"/>
              <a:t>didalam</a:t>
            </a:r>
            <a:r>
              <a:rPr lang="en-GB" sz="2400" dirty="0"/>
              <a:t> dataset dan </a:t>
            </a:r>
            <a:r>
              <a:rPr lang="en-GB" sz="2400" dirty="0" err="1"/>
              <a:t>memastikannya</a:t>
            </a:r>
            <a:r>
              <a:rPr lang="en-GB" sz="2400" dirty="0"/>
              <a:t> </a:t>
            </a:r>
            <a:r>
              <a:rPr lang="en-GB" sz="2400" dirty="0" err="1"/>
              <a:t>searah</a:t>
            </a:r>
            <a:r>
              <a:rPr lang="en-GB" sz="2400" dirty="0"/>
              <a:t> </a:t>
            </a:r>
            <a:r>
              <a:rPr lang="en-GB" sz="2400" dirty="0" err="1"/>
              <a:t>dengan</a:t>
            </a:r>
            <a:r>
              <a:rPr lang="en-GB" sz="2400" dirty="0"/>
              <a:t> </a:t>
            </a:r>
            <a:r>
              <a:rPr lang="en-GB" sz="2400" dirty="0" err="1"/>
              <a:t>logika</a:t>
            </a:r>
            <a:r>
              <a:rPr lang="en-GB" sz="2400" dirty="0"/>
              <a:t> domain knowledge yang </a:t>
            </a:r>
            <a:r>
              <a:rPr lang="en-GB" sz="2400" dirty="0" err="1"/>
              <a:t>ada</a:t>
            </a:r>
            <a:r>
              <a:rPr lang="en-GB" sz="2400" dirty="0"/>
              <a:t>.</a:t>
            </a:r>
            <a:endParaRPr lang="id-ID" sz="2400" dirty="0"/>
          </a:p>
        </p:txBody>
      </p:sp>
      <p:sp>
        <p:nvSpPr>
          <p:cNvPr id="9" name="Tampungan Nomor Slide 8">
            <a:extLst>
              <a:ext uri="{FF2B5EF4-FFF2-40B4-BE49-F238E27FC236}">
                <a16:creationId xmlns:a16="http://schemas.microsoft.com/office/drawing/2014/main" id="{CBF11382-005C-F8EA-C28D-BD9246FE783B}"/>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42</a:t>
            </a:fld>
            <a:endParaRPr lang="id-ID"/>
          </a:p>
        </p:txBody>
      </p:sp>
      <p:pic>
        <p:nvPicPr>
          <p:cNvPr id="5" name="Picture 4">
            <a:extLst>
              <a:ext uri="{FF2B5EF4-FFF2-40B4-BE49-F238E27FC236}">
                <a16:creationId xmlns:a16="http://schemas.microsoft.com/office/drawing/2014/main" id="{73598764-66B5-F43F-FD31-718E765C51AF}"/>
              </a:ext>
            </a:extLst>
          </p:cNvPr>
          <p:cNvPicPr>
            <a:picLocks noChangeAspect="1"/>
          </p:cNvPicPr>
          <p:nvPr/>
        </p:nvPicPr>
        <p:blipFill>
          <a:blip r:embed="rId3" cstate="print">
            <a:extLst>
              <a:ext uri="{28A0092B-C50C-407E-A947-70E740481C1C}">
                <a14:useLocalDpi xmlns:a14="http://schemas.microsoft.com/office/drawing/2010/main" val="0"/>
              </a:ext>
            </a:extLst>
          </a:blip>
          <a:srcRect l="-1000" t="41932" r="1000" b="41932"/>
          <a:stretch>
            <a:fillRect/>
          </a:stretch>
        </p:blipFill>
        <p:spPr bwMode="auto">
          <a:xfrm>
            <a:off x="7785100" y="1757363"/>
            <a:ext cx="2951406" cy="1905000"/>
          </a:xfrm>
          <a:prstGeom prst="rect">
            <a:avLst/>
          </a:prstGeom>
          <a:noFill/>
          <a:ln>
            <a:noFill/>
          </a:ln>
        </p:spPr>
      </p:pic>
    </p:spTree>
    <p:extLst>
      <p:ext uri="{BB962C8B-B14F-4D97-AF65-F5344CB8AC3E}">
        <p14:creationId xmlns:p14="http://schemas.microsoft.com/office/powerpoint/2010/main" val="42492432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1DC9A-B0F3-7608-2A46-21D4A8DC6F40}"/>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95FEB45E-AE53-DF35-CA91-045E26FB04B6}"/>
              </a:ext>
            </a:extLst>
          </p:cNvPr>
          <p:cNvSpPr>
            <a:spLocks noGrp="1"/>
          </p:cNvSpPr>
          <p:nvPr>
            <p:ph type="title"/>
          </p:nvPr>
        </p:nvSpPr>
        <p:spPr>
          <a:xfrm>
            <a:off x="929148" y="381000"/>
            <a:ext cx="10017527" cy="1325563"/>
          </a:xfrm>
        </p:spPr>
        <p:txBody>
          <a:bodyPr rtlCol="0"/>
          <a:lstStyle/>
          <a:p>
            <a:r>
              <a:rPr lang="it-IT" dirty="0"/>
              <a:t>Analisis Distribusi Variabel Tunggal (Univariat)</a:t>
            </a:r>
            <a:endParaRPr lang="id-ID" dirty="0"/>
          </a:p>
        </p:txBody>
      </p:sp>
      <p:sp>
        <p:nvSpPr>
          <p:cNvPr id="9" name="Tampungan Nomor Slide 8">
            <a:extLst>
              <a:ext uri="{FF2B5EF4-FFF2-40B4-BE49-F238E27FC236}">
                <a16:creationId xmlns:a16="http://schemas.microsoft.com/office/drawing/2014/main" id="{53A19FF0-AA75-8512-730C-3D752162DD6F}"/>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43</a:t>
            </a:fld>
            <a:endParaRPr lang="id-ID"/>
          </a:p>
        </p:txBody>
      </p:sp>
      <p:pic>
        <p:nvPicPr>
          <p:cNvPr id="7" name="Picture 6">
            <a:extLst>
              <a:ext uri="{FF2B5EF4-FFF2-40B4-BE49-F238E27FC236}">
                <a16:creationId xmlns:a16="http://schemas.microsoft.com/office/drawing/2014/main" id="{82417C76-6FB5-FAD8-4278-63C09DD56BB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122781" y="1755934"/>
            <a:ext cx="7630259" cy="4551045"/>
          </a:xfrm>
          <a:prstGeom prst="rect">
            <a:avLst/>
          </a:prstGeom>
          <a:noFill/>
          <a:ln>
            <a:noFill/>
          </a:ln>
        </p:spPr>
      </p:pic>
    </p:spTree>
    <p:extLst>
      <p:ext uri="{BB962C8B-B14F-4D97-AF65-F5344CB8AC3E}">
        <p14:creationId xmlns:p14="http://schemas.microsoft.com/office/powerpoint/2010/main" val="40761997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F08C3-68E6-E91F-032E-04C0D9489D33}"/>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202C22AB-642A-8A53-6D53-8B2A9259F08C}"/>
              </a:ext>
            </a:extLst>
          </p:cNvPr>
          <p:cNvSpPr>
            <a:spLocks noGrp="1"/>
          </p:cNvSpPr>
          <p:nvPr>
            <p:ph type="title"/>
          </p:nvPr>
        </p:nvSpPr>
        <p:spPr>
          <a:xfrm>
            <a:off x="929148" y="381000"/>
            <a:ext cx="10017527" cy="1325563"/>
          </a:xfrm>
        </p:spPr>
        <p:txBody>
          <a:bodyPr rtlCol="0"/>
          <a:lstStyle/>
          <a:p>
            <a:r>
              <a:rPr lang="it-IT" dirty="0"/>
              <a:t>Analisis Distribusi Variabel Tunggal (Univariat)</a:t>
            </a:r>
            <a:endParaRPr lang="id-ID" dirty="0"/>
          </a:p>
        </p:txBody>
      </p:sp>
      <p:sp>
        <p:nvSpPr>
          <p:cNvPr id="9" name="Tampungan Nomor Slide 8">
            <a:extLst>
              <a:ext uri="{FF2B5EF4-FFF2-40B4-BE49-F238E27FC236}">
                <a16:creationId xmlns:a16="http://schemas.microsoft.com/office/drawing/2014/main" id="{277817FC-F079-2DFB-04B8-F65BC32CFC42}"/>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44</a:t>
            </a:fld>
            <a:endParaRPr lang="id-ID"/>
          </a:p>
        </p:txBody>
      </p:sp>
      <p:pic>
        <p:nvPicPr>
          <p:cNvPr id="3" name="Picture 2">
            <a:extLst>
              <a:ext uri="{FF2B5EF4-FFF2-40B4-BE49-F238E27FC236}">
                <a16:creationId xmlns:a16="http://schemas.microsoft.com/office/drawing/2014/main" id="{B58AD5E1-D6A7-1E89-7A2C-61FC0A9E8752}"/>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376519" y="1919287"/>
            <a:ext cx="7438962" cy="4437063"/>
          </a:xfrm>
          <a:prstGeom prst="rect">
            <a:avLst/>
          </a:prstGeom>
          <a:noFill/>
          <a:ln>
            <a:noFill/>
          </a:ln>
        </p:spPr>
      </p:pic>
    </p:spTree>
    <p:extLst>
      <p:ext uri="{BB962C8B-B14F-4D97-AF65-F5344CB8AC3E}">
        <p14:creationId xmlns:p14="http://schemas.microsoft.com/office/powerpoint/2010/main" val="408739334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C72A6-46CA-2BA4-05D1-F2C1F0140F4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3E6E04D2-0A5C-E301-0099-5589D05A9415}"/>
              </a:ext>
            </a:extLst>
          </p:cNvPr>
          <p:cNvSpPr>
            <a:spLocks noGrp="1"/>
          </p:cNvSpPr>
          <p:nvPr>
            <p:ph type="title"/>
          </p:nvPr>
        </p:nvSpPr>
        <p:spPr>
          <a:xfrm>
            <a:off x="929148" y="381000"/>
            <a:ext cx="10017527" cy="1325563"/>
          </a:xfrm>
        </p:spPr>
        <p:txBody>
          <a:bodyPr rtlCol="0"/>
          <a:lstStyle/>
          <a:p>
            <a:r>
              <a:rPr lang="it-IT" dirty="0"/>
              <a:t>Analisis Distribusi Variabel Tunggal (Univariat)</a:t>
            </a:r>
            <a:endParaRPr lang="id-ID" dirty="0"/>
          </a:p>
        </p:txBody>
      </p:sp>
      <p:sp>
        <p:nvSpPr>
          <p:cNvPr id="9" name="Tampungan Nomor Slide 8">
            <a:extLst>
              <a:ext uri="{FF2B5EF4-FFF2-40B4-BE49-F238E27FC236}">
                <a16:creationId xmlns:a16="http://schemas.microsoft.com/office/drawing/2014/main" id="{2CA499D3-DCAD-0434-FD1A-2170C0168205}"/>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45</a:t>
            </a:fld>
            <a:endParaRPr lang="id-ID"/>
          </a:p>
        </p:txBody>
      </p:sp>
      <p:pic>
        <p:nvPicPr>
          <p:cNvPr id="4" name="Picture 3">
            <a:extLst>
              <a:ext uri="{FF2B5EF4-FFF2-40B4-BE49-F238E27FC236}">
                <a16:creationId xmlns:a16="http://schemas.microsoft.com/office/drawing/2014/main" id="{98C63AC9-12B5-AEEE-2A03-9FFD6BD905E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71253" y="1859893"/>
            <a:ext cx="7538736" cy="4496457"/>
          </a:xfrm>
          <a:prstGeom prst="rect">
            <a:avLst/>
          </a:prstGeom>
          <a:noFill/>
          <a:ln>
            <a:noFill/>
          </a:ln>
        </p:spPr>
      </p:pic>
    </p:spTree>
    <p:extLst>
      <p:ext uri="{BB962C8B-B14F-4D97-AF65-F5344CB8AC3E}">
        <p14:creationId xmlns:p14="http://schemas.microsoft.com/office/powerpoint/2010/main" val="29322515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6D004-2032-2E57-89A7-45A7E5202394}"/>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1908D5C-7769-8079-DB9A-612305F5059E}"/>
              </a:ext>
            </a:extLst>
          </p:cNvPr>
          <p:cNvSpPr>
            <a:spLocks noGrp="1"/>
          </p:cNvSpPr>
          <p:nvPr>
            <p:ph type="title"/>
          </p:nvPr>
        </p:nvSpPr>
        <p:spPr>
          <a:xfrm>
            <a:off x="929148" y="381000"/>
            <a:ext cx="10017527" cy="1325563"/>
          </a:xfrm>
        </p:spPr>
        <p:txBody>
          <a:bodyPr rtlCol="0"/>
          <a:lstStyle/>
          <a:p>
            <a:r>
              <a:rPr lang="it-IT" dirty="0"/>
              <a:t>Analisis Distribusi Variabel Tunggal (Univariat)</a:t>
            </a:r>
            <a:endParaRPr lang="id-ID" dirty="0"/>
          </a:p>
        </p:txBody>
      </p:sp>
      <p:sp>
        <p:nvSpPr>
          <p:cNvPr id="9" name="Tampungan Nomor Slide 8">
            <a:extLst>
              <a:ext uri="{FF2B5EF4-FFF2-40B4-BE49-F238E27FC236}">
                <a16:creationId xmlns:a16="http://schemas.microsoft.com/office/drawing/2014/main" id="{65506A25-4E90-21B2-D097-D38D655822DD}"/>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46</a:t>
            </a:fld>
            <a:endParaRPr lang="id-ID"/>
          </a:p>
        </p:txBody>
      </p:sp>
      <p:pic>
        <p:nvPicPr>
          <p:cNvPr id="3" name="Picture 2">
            <a:extLst>
              <a:ext uri="{FF2B5EF4-FFF2-40B4-BE49-F238E27FC236}">
                <a16:creationId xmlns:a16="http://schemas.microsoft.com/office/drawing/2014/main" id="{6A91595F-3E15-E2FA-2F48-0C0D34FC75EB}"/>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382011" y="1925955"/>
            <a:ext cx="7427977" cy="4430395"/>
          </a:xfrm>
          <a:prstGeom prst="rect">
            <a:avLst/>
          </a:prstGeom>
          <a:noFill/>
          <a:ln>
            <a:noFill/>
          </a:ln>
        </p:spPr>
      </p:pic>
    </p:spTree>
    <p:extLst>
      <p:ext uri="{BB962C8B-B14F-4D97-AF65-F5344CB8AC3E}">
        <p14:creationId xmlns:p14="http://schemas.microsoft.com/office/powerpoint/2010/main" val="38400350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868EB-E077-0349-6359-275D3C0CE20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74D7E399-A20F-0152-CA23-73E97DB59D93}"/>
              </a:ext>
            </a:extLst>
          </p:cNvPr>
          <p:cNvSpPr>
            <a:spLocks noGrp="1"/>
          </p:cNvSpPr>
          <p:nvPr>
            <p:ph type="title"/>
          </p:nvPr>
        </p:nvSpPr>
        <p:spPr>
          <a:xfrm>
            <a:off x="929148" y="381000"/>
            <a:ext cx="10017527" cy="1325563"/>
          </a:xfrm>
        </p:spPr>
        <p:txBody>
          <a:bodyPr rtlCol="0"/>
          <a:lstStyle/>
          <a:p>
            <a:r>
              <a:rPr lang="it-IT" dirty="0"/>
              <a:t>Analisis Distribusi Variabel Tunggal (Univariat)</a:t>
            </a:r>
            <a:endParaRPr lang="id-ID" dirty="0"/>
          </a:p>
        </p:txBody>
      </p:sp>
      <p:sp>
        <p:nvSpPr>
          <p:cNvPr id="9" name="Tampungan Nomor Slide 8">
            <a:extLst>
              <a:ext uri="{FF2B5EF4-FFF2-40B4-BE49-F238E27FC236}">
                <a16:creationId xmlns:a16="http://schemas.microsoft.com/office/drawing/2014/main" id="{39B703C9-F684-CBC3-1BD5-2EA29E1E0849}"/>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47</a:t>
            </a:fld>
            <a:endParaRPr lang="id-ID"/>
          </a:p>
        </p:txBody>
      </p:sp>
      <p:pic>
        <p:nvPicPr>
          <p:cNvPr id="4" name="Picture 3">
            <a:extLst>
              <a:ext uri="{FF2B5EF4-FFF2-40B4-BE49-F238E27FC236}">
                <a16:creationId xmlns:a16="http://schemas.microsoft.com/office/drawing/2014/main" id="{88F13D12-7AFA-D250-3A9B-FCDDDB10F98B}"/>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094828" y="1706563"/>
            <a:ext cx="7288642" cy="4347289"/>
          </a:xfrm>
          <a:prstGeom prst="rect">
            <a:avLst/>
          </a:prstGeom>
          <a:noFill/>
          <a:ln>
            <a:noFill/>
          </a:ln>
        </p:spPr>
      </p:pic>
      <p:sp>
        <p:nvSpPr>
          <p:cNvPr id="5" name="Rectangle 1">
            <a:extLst>
              <a:ext uri="{FF2B5EF4-FFF2-40B4-BE49-F238E27FC236}">
                <a16:creationId xmlns:a16="http://schemas.microsoft.com/office/drawing/2014/main" id="{95338CD3-5BF9-8EDB-D12A-2E0A321C2F0A}"/>
              </a:ext>
            </a:extLst>
          </p:cNvPr>
          <p:cNvSpPr>
            <a:spLocks noChangeArrowheads="1"/>
          </p:cNvSpPr>
          <p:nvPr/>
        </p:nvSpPr>
        <p:spPr bwMode="auto">
          <a:xfrm>
            <a:off x="8383470" y="2413337"/>
            <a:ext cx="3636465"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tabLst/>
            </a:pPr>
            <a:r>
              <a:rPr kumimoji="0" lang="id-ID" altLang="id-ID" sz="1400" b="1" i="0" u="none" strike="noStrike" cap="none" normalizeH="0" baseline="0" dirty="0">
                <a:ln>
                  <a:noFill/>
                </a:ln>
                <a:solidFill>
                  <a:schemeClr val="tx1"/>
                </a:solidFill>
                <a:effectLst/>
              </a:rPr>
              <a:t>1: </a:t>
            </a:r>
            <a:r>
              <a:rPr kumimoji="0" lang="id-ID" altLang="id-ID" sz="1400" b="1" i="0" u="none" strike="noStrike" cap="none" normalizeH="0" baseline="0" dirty="0" err="1">
                <a:ln>
                  <a:noFill/>
                </a:ln>
                <a:solidFill>
                  <a:schemeClr val="tx1"/>
                </a:solidFill>
                <a:effectLst/>
              </a:rPr>
              <a:t>Regular</a:t>
            </a:r>
            <a:r>
              <a:rPr kumimoji="0" lang="id-ID" altLang="id-ID" sz="1400" b="1" i="0" u="none" strike="noStrike" cap="none" normalizeH="0" baseline="0" dirty="0">
                <a:ln>
                  <a:noFill/>
                </a:ln>
                <a:solidFill>
                  <a:schemeClr val="tx1"/>
                </a:solidFill>
                <a:effectLst/>
              </a:rPr>
              <a:t> </a:t>
            </a:r>
            <a:r>
              <a:rPr kumimoji="0" lang="id-ID" altLang="id-ID" sz="1400" b="1" i="0" u="none" strike="noStrike" cap="none" normalizeH="0" baseline="0" dirty="0" err="1">
                <a:ln>
                  <a:noFill/>
                </a:ln>
                <a:solidFill>
                  <a:schemeClr val="tx1"/>
                </a:solidFill>
                <a:effectLst/>
              </a:rPr>
              <a:t>Play</a:t>
            </a:r>
            <a:endParaRPr kumimoji="0" lang="id-ID" altLang="id-ID" sz="1400" b="0" i="0" u="none" strike="noStrike" cap="none" normalizeH="0" baseline="0" dirty="0">
              <a:ln>
                <a:noFill/>
              </a:ln>
              <a:solidFill>
                <a:schemeClr val="tx1"/>
              </a:solidFill>
              <a:effectLst/>
            </a:endParaRPr>
          </a:p>
          <a:p>
            <a:pPr marR="0" lvl="0" algn="l" defTabSz="914400" rtl="0" eaLnBrk="0" fontAlgn="base" latinLnBrk="0" hangingPunct="0">
              <a:lnSpc>
                <a:spcPct val="100000"/>
              </a:lnSpc>
              <a:spcBef>
                <a:spcPct val="0"/>
              </a:spcBef>
              <a:spcAft>
                <a:spcPct val="0"/>
              </a:spcAft>
              <a:buClrTx/>
              <a:buSzTx/>
              <a:tabLst/>
            </a:pPr>
            <a:r>
              <a:rPr kumimoji="0" lang="id-ID" altLang="id-ID" sz="1400" b="1" i="0" u="none" strike="noStrike" cap="none" normalizeH="0" baseline="0" dirty="0">
                <a:ln>
                  <a:noFill/>
                </a:ln>
                <a:solidFill>
                  <a:schemeClr val="tx1"/>
                </a:solidFill>
                <a:effectLst/>
              </a:rPr>
              <a:t>2: </a:t>
            </a:r>
            <a:r>
              <a:rPr kumimoji="0" lang="id-ID" altLang="id-ID" sz="1400" b="1" i="0" u="none" strike="noStrike" cap="none" normalizeH="0" baseline="0" dirty="0" err="1">
                <a:ln>
                  <a:noFill/>
                </a:ln>
                <a:solidFill>
                  <a:schemeClr val="tx1"/>
                </a:solidFill>
                <a:effectLst/>
              </a:rPr>
              <a:t>From</a:t>
            </a:r>
            <a:r>
              <a:rPr kumimoji="0" lang="id-ID" altLang="id-ID" sz="1400" b="1" i="0" u="none" strike="noStrike" cap="none" normalizeH="0" baseline="0" dirty="0">
                <a:ln>
                  <a:noFill/>
                </a:ln>
                <a:solidFill>
                  <a:schemeClr val="tx1"/>
                </a:solidFill>
                <a:effectLst/>
              </a:rPr>
              <a:t> </a:t>
            </a:r>
            <a:r>
              <a:rPr kumimoji="0" lang="id-ID" altLang="id-ID" sz="1400" b="1" i="0" u="none" strike="noStrike" cap="none" normalizeH="0" baseline="0" dirty="0" err="1">
                <a:ln>
                  <a:noFill/>
                </a:ln>
                <a:solidFill>
                  <a:schemeClr val="tx1"/>
                </a:solidFill>
                <a:effectLst/>
              </a:rPr>
              <a:t>Corner</a:t>
            </a:r>
            <a:endParaRPr kumimoji="0" lang="id-ID" altLang="id-ID" sz="1400" b="0" i="0" u="none" strike="noStrike" cap="none" normalizeH="0" baseline="0" dirty="0">
              <a:ln>
                <a:noFill/>
              </a:ln>
              <a:solidFill>
                <a:schemeClr val="tx1"/>
              </a:solidFill>
              <a:effectLst/>
            </a:endParaRPr>
          </a:p>
          <a:p>
            <a:pPr marR="0" lvl="0" algn="l" defTabSz="914400" rtl="0" eaLnBrk="0" fontAlgn="base" latinLnBrk="0" hangingPunct="0">
              <a:lnSpc>
                <a:spcPct val="100000"/>
              </a:lnSpc>
              <a:spcBef>
                <a:spcPct val="0"/>
              </a:spcBef>
              <a:spcAft>
                <a:spcPct val="0"/>
              </a:spcAft>
              <a:buClrTx/>
              <a:buSzTx/>
              <a:tabLst/>
            </a:pPr>
            <a:r>
              <a:rPr kumimoji="0" lang="id-ID" altLang="id-ID" sz="1400" b="1" i="0" u="none" strike="noStrike" cap="none" normalizeH="0" baseline="0" dirty="0">
                <a:ln>
                  <a:noFill/>
                </a:ln>
                <a:solidFill>
                  <a:schemeClr val="tx1"/>
                </a:solidFill>
                <a:effectLst/>
              </a:rPr>
              <a:t>3: </a:t>
            </a:r>
            <a:r>
              <a:rPr kumimoji="0" lang="id-ID" altLang="id-ID" sz="1400" b="1" i="0" u="none" strike="noStrike" cap="none" normalizeH="0" baseline="0" dirty="0" err="1">
                <a:ln>
                  <a:noFill/>
                </a:ln>
                <a:solidFill>
                  <a:schemeClr val="tx1"/>
                </a:solidFill>
                <a:effectLst/>
              </a:rPr>
              <a:t>From</a:t>
            </a:r>
            <a:r>
              <a:rPr kumimoji="0" lang="id-ID" altLang="id-ID" sz="1400" b="1" i="0" u="none" strike="noStrike" cap="none" normalizeH="0" baseline="0" dirty="0">
                <a:ln>
                  <a:noFill/>
                </a:ln>
                <a:solidFill>
                  <a:schemeClr val="tx1"/>
                </a:solidFill>
                <a:effectLst/>
              </a:rPr>
              <a:t> </a:t>
            </a:r>
            <a:r>
              <a:rPr kumimoji="0" lang="id-ID" altLang="id-ID" sz="1400" b="1" i="0" u="none" strike="noStrike" cap="none" normalizeH="0" baseline="0" dirty="0" err="1">
                <a:ln>
                  <a:noFill/>
                </a:ln>
                <a:solidFill>
                  <a:schemeClr val="tx1"/>
                </a:solidFill>
                <a:effectLst/>
              </a:rPr>
              <a:t>Free</a:t>
            </a:r>
            <a:r>
              <a:rPr kumimoji="0" lang="id-ID" altLang="id-ID" sz="1400" b="1" i="0" u="none" strike="noStrike" cap="none" normalizeH="0" baseline="0" dirty="0">
                <a:ln>
                  <a:noFill/>
                </a:ln>
                <a:solidFill>
                  <a:schemeClr val="tx1"/>
                </a:solidFill>
                <a:effectLst/>
              </a:rPr>
              <a:t> </a:t>
            </a:r>
            <a:r>
              <a:rPr kumimoji="0" lang="id-ID" altLang="id-ID" sz="1400" b="1" i="0" u="none" strike="noStrike" cap="none" normalizeH="0" baseline="0" dirty="0" err="1">
                <a:ln>
                  <a:noFill/>
                </a:ln>
                <a:solidFill>
                  <a:schemeClr val="tx1"/>
                </a:solidFill>
                <a:effectLst/>
              </a:rPr>
              <a:t>Kick</a:t>
            </a:r>
            <a:endParaRPr kumimoji="0" lang="id-ID" altLang="id-ID" sz="1400" b="0" i="0" u="none" strike="noStrike" cap="none" normalizeH="0" baseline="0" dirty="0">
              <a:ln>
                <a:noFill/>
              </a:ln>
              <a:solidFill>
                <a:schemeClr val="tx1"/>
              </a:solidFill>
              <a:effectLst/>
            </a:endParaRPr>
          </a:p>
          <a:p>
            <a:pPr marR="0" lvl="0" algn="l" defTabSz="914400" rtl="0" eaLnBrk="0" fontAlgn="base" latinLnBrk="0" hangingPunct="0">
              <a:lnSpc>
                <a:spcPct val="100000"/>
              </a:lnSpc>
              <a:spcBef>
                <a:spcPct val="0"/>
              </a:spcBef>
              <a:spcAft>
                <a:spcPct val="0"/>
              </a:spcAft>
              <a:buClrTx/>
              <a:buSzTx/>
              <a:tabLst/>
            </a:pPr>
            <a:r>
              <a:rPr kumimoji="0" lang="id-ID" altLang="id-ID" sz="1400" b="1" i="0" u="none" strike="noStrike" cap="none" normalizeH="0" baseline="0" dirty="0">
                <a:ln>
                  <a:noFill/>
                </a:ln>
                <a:solidFill>
                  <a:schemeClr val="tx1"/>
                </a:solidFill>
                <a:effectLst/>
              </a:rPr>
              <a:t>4: </a:t>
            </a:r>
            <a:r>
              <a:rPr kumimoji="0" lang="id-ID" altLang="id-ID" sz="1400" b="1" i="0" u="none" strike="noStrike" cap="none" normalizeH="0" baseline="0" dirty="0" err="1">
                <a:ln>
                  <a:noFill/>
                </a:ln>
                <a:solidFill>
                  <a:schemeClr val="tx1"/>
                </a:solidFill>
                <a:effectLst/>
              </a:rPr>
              <a:t>From</a:t>
            </a:r>
            <a:r>
              <a:rPr kumimoji="0" lang="id-ID" altLang="id-ID" sz="1400" b="1" i="0" u="none" strike="noStrike" cap="none" normalizeH="0" baseline="0" dirty="0">
                <a:ln>
                  <a:noFill/>
                </a:ln>
                <a:solidFill>
                  <a:schemeClr val="tx1"/>
                </a:solidFill>
                <a:effectLst/>
              </a:rPr>
              <a:t> </a:t>
            </a:r>
            <a:r>
              <a:rPr kumimoji="0" lang="id-ID" altLang="id-ID" sz="1400" b="1" i="0" u="none" strike="noStrike" cap="none" normalizeH="0" baseline="0" dirty="0" err="1">
                <a:ln>
                  <a:noFill/>
                </a:ln>
                <a:solidFill>
                  <a:schemeClr val="tx1"/>
                </a:solidFill>
                <a:effectLst/>
              </a:rPr>
              <a:t>Throw</a:t>
            </a:r>
            <a:r>
              <a:rPr kumimoji="0" lang="id-ID" altLang="id-ID" sz="1400" b="1" i="0" u="none" strike="noStrike" cap="none" normalizeH="0" baseline="0" dirty="0">
                <a:ln>
                  <a:noFill/>
                </a:ln>
                <a:solidFill>
                  <a:schemeClr val="tx1"/>
                </a:solidFill>
                <a:effectLst/>
              </a:rPr>
              <a:t>-in</a:t>
            </a:r>
            <a:endParaRPr kumimoji="0" lang="id-ID" altLang="id-ID" sz="1400" b="0" i="0" u="none" strike="noStrike" cap="none" normalizeH="0" baseline="0" dirty="0">
              <a:ln>
                <a:noFill/>
              </a:ln>
              <a:solidFill>
                <a:schemeClr val="tx1"/>
              </a:solidFill>
              <a:effectLst/>
            </a:endParaRPr>
          </a:p>
          <a:p>
            <a:pPr marR="0" lvl="0" algn="l" defTabSz="914400" rtl="0" eaLnBrk="0" fontAlgn="base" latinLnBrk="0" hangingPunct="0">
              <a:lnSpc>
                <a:spcPct val="100000"/>
              </a:lnSpc>
              <a:spcBef>
                <a:spcPct val="0"/>
              </a:spcBef>
              <a:spcAft>
                <a:spcPct val="0"/>
              </a:spcAft>
              <a:buClrTx/>
              <a:buSzTx/>
              <a:tabLst/>
            </a:pPr>
            <a:r>
              <a:rPr kumimoji="0" lang="id-ID" altLang="id-ID" sz="1400" b="1" i="0" u="none" strike="noStrike" cap="none" normalizeH="0" baseline="0" dirty="0">
                <a:ln>
                  <a:noFill/>
                </a:ln>
                <a:solidFill>
                  <a:schemeClr val="tx1"/>
                </a:solidFill>
                <a:effectLst/>
              </a:rPr>
              <a:t>5: </a:t>
            </a:r>
            <a:r>
              <a:rPr kumimoji="0" lang="id-ID" altLang="id-ID" sz="1400" b="1" i="0" u="none" strike="noStrike" cap="none" normalizeH="0" baseline="0" dirty="0" err="1">
                <a:ln>
                  <a:noFill/>
                </a:ln>
                <a:solidFill>
                  <a:schemeClr val="tx1"/>
                </a:solidFill>
                <a:effectLst/>
              </a:rPr>
              <a:t>From</a:t>
            </a:r>
            <a:r>
              <a:rPr kumimoji="0" lang="id-ID" altLang="id-ID" sz="1400" b="1" i="0" u="none" strike="noStrike" cap="none" normalizeH="0" baseline="0" dirty="0">
                <a:ln>
                  <a:noFill/>
                </a:ln>
                <a:solidFill>
                  <a:schemeClr val="tx1"/>
                </a:solidFill>
                <a:effectLst/>
              </a:rPr>
              <a:t> </a:t>
            </a:r>
            <a:r>
              <a:rPr kumimoji="0" lang="id-ID" altLang="id-ID" sz="1400" b="1" i="0" u="none" strike="noStrike" cap="none" normalizeH="0" baseline="0" dirty="0" err="1">
                <a:ln>
                  <a:noFill/>
                </a:ln>
                <a:solidFill>
                  <a:schemeClr val="tx1"/>
                </a:solidFill>
                <a:effectLst/>
              </a:rPr>
              <a:t>Goal</a:t>
            </a:r>
            <a:r>
              <a:rPr kumimoji="0" lang="id-ID" altLang="id-ID" sz="1400" b="1" i="0" u="none" strike="noStrike" cap="none" normalizeH="0" baseline="0" dirty="0">
                <a:ln>
                  <a:noFill/>
                </a:ln>
                <a:solidFill>
                  <a:schemeClr val="tx1"/>
                </a:solidFill>
                <a:effectLst/>
              </a:rPr>
              <a:t> </a:t>
            </a:r>
            <a:r>
              <a:rPr kumimoji="0" lang="id-ID" altLang="id-ID" sz="1400" b="1" i="0" u="none" strike="noStrike" cap="none" normalizeH="0" baseline="0" dirty="0" err="1">
                <a:ln>
                  <a:noFill/>
                </a:ln>
                <a:solidFill>
                  <a:schemeClr val="tx1"/>
                </a:solidFill>
                <a:effectLst/>
              </a:rPr>
              <a:t>Kick</a:t>
            </a:r>
            <a:endParaRPr kumimoji="0" lang="id-ID" altLang="id-ID" sz="1400" b="0" i="0" u="none" strike="noStrike" cap="none" normalizeH="0" baseline="0" dirty="0">
              <a:ln>
                <a:noFill/>
              </a:ln>
              <a:solidFill>
                <a:schemeClr val="tx1"/>
              </a:solidFill>
              <a:effectLst/>
            </a:endParaRPr>
          </a:p>
          <a:p>
            <a:pPr marR="0" lvl="0" algn="l" defTabSz="914400" rtl="0" eaLnBrk="0" fontAlgn="base" latinLnBrk="0" hangingPunct="0">
              <a:lnSpc>
                <a:spcPct val="100000"/>
              </a:lnSpc>
              <a:spcBef>
                <a:spcPct val="0"/>
              </a:spcBef>
              <a:spcAft>
                <a:spcPct val="0"/>
              </a:spcAft>
              <a:buClrTx/>
              <a:buSzTx/>
              <a:tabLst/>
            </a:pPr>
            <a:r>
              <a:rPr kumimoji="0" lang="id-ID" altLang="id-ID" sz="1400" b="1" i="0" u="none" strike="noStrike" cap="none" normalizeH="0" baseline="0" dirty="0">
                <a:ln>
                  <a:noFill/>
                </a:ln>
                <a:solidFill>
                  <a:schemeClr val="tx1"/>
                </a:solidFill>
                <a:effectLst/>
              </a:rPr>
              <a:t>6: </a:t>
            </a:r>
            <a:r>
              <a:rPr kumimoji="0" lang="id-ID" altLang="id-ID" sz="1400" b="1" i="0" u="none" strike="noStrike" cap="none" normalizeH="0" baseline="0" dirty="0" err="1">
                <a:ln>
                  <a:noFill/>
                </a:ln>
                <a:solidFill>
                  <a:schemeClr val="tx1"/>
                </a:solidFill>
                <a:effectLst/>
              </a:rPr>
              <a:t>From</a:t>
            </a:r>
            <a:r>
              <a:rPr kumimoji="0" lang="id-ID" altLang="id-ID" sz="1400" b="1" i="0" u="none" strike="noStrike" cap="none" normalizeH="0" baseline="0" dirty="0">
                <a:ln>
                  <a:noFill/>
                </a:ln>
                <a:solidFill>
                  <a:schemeClr val="tx1"/>
                </a:solidFill>
                <a:effectLst/>
              </a:rPr>
              <a:t> </a:t>
            </a:r>
            <a:r>
              <a:rPr kumimoji="0" lang="id-ID" altLang="id-ID" sz="1400" b="1" i="0" u="none" strike="noStrike" cap="none" normalizeH="0" baseline="0" dirty="0" err="1">
                <a:ln>
                  <a:noFill/>
                </a:ln>
                <a:solidFill>
                  <a:schemeClr val="tx1"/>
                </a:solidFill>
                <a:effectLst/>
              </a:rPr>
              <a:t>Kick</a:t>
            </a:r>
            <a:r>
              <a:rPr kumimoji="0" lang="id-ID" altLang="id-ID" sz="1400" b="1" i="0" u="none" strike="noStrike" cap="none" normalizeH="0" baseline="0" dirty="0">
                <a:ln>
                  <a:noFill/>
                </a:ln>
                <a:solidFill>
                  <a:schemeClr val="tx1"/>
                </a:solidFill>
                <a:effectLst/>
              </a:rPr>
              <a:t> </a:t>
            </a:r>
            <a:r>
              <a:rPr kumimoji="0" lang="id-ID" altLang="id-ID" sz="1400" b="1" i="0" u="none" strike="noStrike" cap="none" normalizeH="0" baseline="0" dirty="0" err="1">
                <a:ln>
                  <a:noFill/>
                </a:ln>
                <a:solidFill>
                  <a:schemeClr val="tx1"/>
                </a:solidFill>
                <a:effectLst/>
              </a:rPr>
              <a:t>Off</a:t>
            </a:r>
            <a:endParaRPr kumimoji="0" lang="id-ID" altLang="id-ID" sz="1400" b="0" i="0" u="none" strike="noStrike" cap="none" normalizeH="0" baseline="0" dirty="0">
              <a:ln>
                <a:noFill/>
              </a:ln>
              <a:solidFill>
                <a:schemeClr val="tx1"/>
              </a:solidFill>
              <a:effectLst/>
            </a:endParaRPr>
          </a:p>
          <a:p>
            <a:pPr marR="0" lvl="0" algn="l" defTabSz="914400" rtl="0" eaLnBrk="0" fontAlgn="base" latinLnBrk="0" hangingPunct="0">
              <a:lnSpc>
                <a:spcPct val="100000"/>
              </a:lnSpc>
              <a:spcBef>
                <a:spcPct val="0"/>
              </a:spcBef>
              <a:spcAft>
                <a:spcPct val="0"/>
              </a:spcAft>
              <a:buClrTx/>
              <a:buSzTx/>
              <a:tabLst/>
            </a:pPr>
            <a:r>
              <a:rPr kumimoji="0" lang="id-ID" altLang="id-ID" sz="1400" b="1" i="0" u="none" strike="noStrike" cap="none" normalizeH="0" baseline="0" dirty="0">
                <a:ln>
                  <a:noFill/>
                </a:ln>
                <a:solidFill>
                  <a:schemeClr val="tx1"/>
                </a:solidFill>
                <a:effectLst/>
              </a:rPr>
              <a:t>7: </a:t>
            </a:r>
            <a:r>
              <a:rPr kumimoji="0" lang="id-ID" altLang="id-ID" sz="1400" b="1" i="0" u="none" strike="noStrike" cap="none" normalizeH="0" baseline="0" dirty="0" err="1">
                <a:ln>
                  <a:noFill/>
                </a:ln>
                <a:solidFill>
                  <a:schemeClr val="tx1"/>
                </a:solidFill>
                <a:effectLst/>
              </a:rPr>
              <a:t>From</a:t>
            </a:r>
            <a:r>
              <a:rPr kumimoji="0" lang="id-ID" altLang="id-ID" sz="1400" b="1" i="0" u="none" strike="noStrike" cap="none" normalizeH="0" baseline="0" dirty="0">
                <a:ln>
                  <a:noFill/>
                </a:ln>
                <a:solidFill>
                  <a:schemeClr val="tx1"/>
                </a:solidFill>
                <a:effectLst/>
              </a:rPr>
              <a:t> </a:t>
            </a:r>
            <a:r>
              <a:rPr kumimoji="0" lang="id-ID" altLang="id-ID" sz="1400" b="1" i="0" u="none" strike="noStrike" cap="none" normalizeH="0" baseline="0" dirty="0" err="1">
                <a:ln>
                  <a:noFill/>
                </a:ln>
                <a:solidFill>
                  <a:schemeClr val="tx1"/>
                </a:solidFill>
                <a:effectLst/>
              </a:rPr>
              <a:t>Keeper</a:t>
            </a:r>
            <a:endParaRPr kumimoji="0" lang="id-ID" altLang="id-ID" sz="1400" b="0" i="0" u="none" strike="noStrike" cap="none" normalizeH="0" baseline="0" dirty="0">
              <a:ln>
                <a:noFill/>
              </a:ln>
              <a:solidFill>
                <a:schemeClr val="tx1"/>
              </a:solidFill>
              <a:effectLst/>
            </a:endParaRPr>
          </a:p>
          <a:p>
            <a:pPr marR="0" lvl="0" algn="l" defTabSz="914400" rtl="0" eaLnBrk="0" fontAlgn="base" latinLnBrk="0" hangingPunct="0">
              <a:lnSpc>
                <a:spcPct val="100000"/>
              </a:lnSpc>
              <a:spcBef>
                <a:spcPct val="0"/>
              </a:spcBef>
              <a:spcAft>
                <a:spcPct val="0"/>
              </a:spcAft>
              <a:buClrTx/>
              <a:buSzTx/>
              <a:tabLst/>
            </a:pPr>
            <a:r>
              <a:rPr kumimoji="0" lang="id-ID" altLang="id-ID" sz="1400" b="1" i="0" u="none" strike="noStrike" cap="none" normalizeH="0" baseline="0" dirty="0">
                <a:ln>
                  <a:noFill/>
                </a:ln>
                <a:solidFill>
                  <a:schemeClr val="tx1"/>
                </a:solidFill>
                <a:effectLst/>
              </a:rPr>
              <a:t>8: </a:t>
            </a:r>
            <a:r>
              <a:rPr kumimoji="0" lang="id-ID" altLang="id-ID" sz="1400" b="1" i="0" u="none" strike="noStrike" cap="none" normalizeH="0" baseline="0" dirty="0" err="1">
                <a:ln>
                  <a:noFill/>
                </a:ln>
                <a:solidFill>
                  <a:schemeClr val="tx1"/>
                </a:solidFill>
                <a:effectLst/>
              </a:rPr>
              <a:t>From</a:t>
            </a:r>
            <a:r>
              <a:rPr kumimoji="0" lang="id-ID" altLang="id-ID" sz="1400" b="1" i="0" u="none" strike="noStrike" cap="none" normalizeH="0" baseline="0" dirty="0">
                <a:ln>
                  <a:noFill/>
                </a:ln>
                <a:solidFill>
                  <a:schemeClr val="tx1"/>
                </a:solidFill>
                <a:effectLst/>
              </a:rPr>
              <a:t> </a:t>
            </a:r>
            <a:r>
              <a:rPr kumimoji="0" lang="id-ID" altLang="id-ID" sz="1400" b="1" i="0" u="none" strike="noStrike" cap="none" normalizeH="0" baseline="0" dirty="0" err="1">
                <a:ln>
                  <a:noFill/>
                </a:ln>
                <a:solidFill>
                  <a:schemeClr val="tx1"/>
                </a:solidFill>
                <a:effectLst/>
              </a:rPr>
              <a:t>Key</a:t>
            </a:r>
            <a:r>
              <a:rPr kumimoji="0" lang="id-ID" altLang="id-ID" sz="1400" b="1" i="0" u="none" strike="noStrike" cap="none" normalizeH="0" baseline="0" dirty="0">
                <a:ln>
                  <a:noFill/>
                </a:ln>
                <a:solidFill>
                  <a:schemeClr val="tx1"/>
                </a:solidFill>
                <a:effectLst/>
              </a:rPr>
              <a:t> Pass</a:t>
            </a:r>
            <a:endParaRPr kumimoji="0" lang="id-ID" altLang="id-ID" sz="1400" b="0" i="0" u="none" strike="noStrike" cap="none" normalizeH="0" baseline="0" dirty="0">
              <a:ln>
                <a:noFill/>
              </a:ln>
              <a:solidFill>
                <a:schemeClr val="tx1"/>
              </a:solidFill>
              <a:effectLst/>
            </a:endParaRPr>
          </a:p>
          <a:p>
            <a:pPr marR="0" lvl="0" algn="l" defTabSz="914400" rtl="0" eaLnBrk="0" fontAlgn="base" latinLnBrk="0" hangingPunct="0">
              <a:lnSpc>
                <a:spcPct val="100000"/>
              </a:lnSpc>
              <a:spcBef>
                <a:spcPct val="0"/>
              </a:spcBef>
              <a:spcAft>
                <a:spcPct val="0"/>
              </a:spcAft>
              <a:buClrTx/>
              <a:buSzTx/>
              <a:tabLst/>
            </a:pPr>
            <a:r>
              <a:rPr kumimoji="0" lang="id-ID" altLang="id-ID" sz="1400" b="1" i="0" u="none" strike="noStrike" cap="none" normalizeH="0" baseline="0" dirty="0">
                <a:ln>
                  <a:noFill/>
                </a:ln>
                <a:solidFill>
                  <a:schemeClr val="tx1"/>
                </a:solidFill>
                <a:effectLst/>
              </a:rPr>
              <a:t>9: </a:t>
            </a:r>
            <a:r>
              <a:rPr kumimoji="0" lang="id-ID" altLang="id-ID" sz="1400" b="1" i="0" u="none" strike="noStrike" cap="none" normalizeH="0" baseline="0" dirty="0" err="1">
                <a:ln>
                  <a:noFill/>
                </a:ln>
                <a:solidFill>
                  <a:schemeClr val="tx1"/>
                </a:solidFill>
                <a:effectLst/>
              </a:rPr>
              <a:t>Other</a:t>
            </a:r>
            <a:endParaRPr kumimoji="0" lang="id-ID" altLang="id-ID" sz="14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3719226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B9C6A-61B4-75CC-4615-9ED053E509F1}"/>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435A3FE3-47CF-FA1E-5D93-A152994155BA}"/>
              </a:ext>
            </a:extLst>
          </p:cNvPr>
          <p:cNvSpPr>
            <a:spLocks noGrp="1"/>
          </p:cNvSpPr>
          <p:nvPr>
            <p:ph type="title"/>
          </p:nvPr>
        </p:nvSpPr>
        <p:spPr>
          <a:xfrm>
            <a:off x="929148" y="381000"/>
            <a:ext cx="10017527" cy="1325563"/>
          </a:xfrm>
        </p:spPr>
        <p:txBody>
          <a:bodyPr rtlCol="0"/>
          <a:lstStyle/>
          <a:p>
            <a:r>
              <a:rPr lang="it-IT" dirty="0"/>
              <a:t>Analisis Distribusi Variabel Tunggal (Univariat)</a:t>
            </a:r>
            <a:endParaRPr lang="id-ID" dirty="0"/>
          </a:p>
        </p:txBody>
      </p:sp>
      <p:sp>
        <p:nvSpPr>
          <p:cNvPr id="9" name="Tampungan Nomor Slide 8">
            <a:extLst>
              <a:ext uri="{FF2B5EF4-FFF2-40B4-BE49-F238E27FC236}">
                <a16:creationId xmlns:a16="http://schemas.microsoft.com/office/drawing/2014/main" id="{74EB34CD-2D15-F700-E126-2853B8C1788A}"/>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48</a:t>
            </a:fld>
            <a:endParaRPr lang="id-ID"/>
          </a:p>
        </p:txBody>
      </p:sp>
      <p:sp>
        <p:nvSpPr>
          <p:cNvPr id="6" name="Rectangle 2">
            <a:extLst>
              <a:ext uri="{FF2B5EF4-FFF2-40B4-BE49-F238E27FC236}">
                <a16:creationId xmlns:a16="http://schemas.microsoft.com/office/drawing/2014/main" id="{0AA0A76C-3C3A-D0E3-C0AA-AA5B90B241CA}"/>
              </a:ext>
            </a:extLst>
          </p:cNvPr>
          <p:cNvSpPr>
            <a:spLocks noChangeArrowheads="1"/>
          </p:cNvSpPr>
          <p:nvPr/>
        </p:nvSpPr>
        <p:spPr bwMode="auto">
          <a:xfrm>
            <a:off x="381001" y="1768019"/>
            <a:ext cx="2160639" cy="47089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Goalkeeper</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Right</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Back</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Right</a:t>
            </a:r>
            <a:r>
              <a:rPr kumimoji="0" lang="id-ID" altLang="id-ID" sz="1200" b="0" i="0" u="none" strike="noStrike" cap="none" normalizeH="0" baseline="0" dirty="0">
                <a:ln>
                  <a:noFill/>
                </a:ln>
                <a:solidFill>
                  <a:schemeClr val="tx1"/>
                </a:solidFill>
                <a:effectLst/>
              </a:rPr>
              <a:t> Centre </a:t>
            </a:r>
            <a:r>
              <a:rPr kumimoji="0" lang="id-ID" altLang="id-ID" sz="1200" b="0" i="0" u="none" strike="noStrike" cap="none" normalizeH="0" baseline="0" dirty="0" err="1">
                <a:ln>
                  <a:noFill/>
                </a:ln>
                <a:solidFill>
                  <a:schemeClr val="tx1"/>
                </a:solidFill>
                <a:effectLst/>
              </a:rPr>
              <a:t>Back</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a:ln>
                  <a:noFill/>
                </a:ln>
                <a:solidFill>
                  <a:schemeClr val="tx1"/>
                </a:solidFill>
                <a:effectLst/>
              </a:rPr>
              <a:t>Centre </a:t>
            </a:r>
            <a:r>
              <a:rPr kumimoji="0" lang="id-ID" altLang="id-ID" sz="1200" b="0" i="0" u="none" strike="noStrike" cap="none" normalizeH="0" baseline="0" dirty="0" err="1">
                <a:ln>
                  <a:noFill/>
                </a:ln>
                <a:solidFill>
                  <a:schemeClr val="tx1"/>
                </a:solidFill>
                <a:effectLst/>
              </a:rPr>
              <a:t>Back</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Left</a:t>
            </a:r>
            <a:r>
              <a:rPr kumimoji="0" lang="id-ID" altLang="id-ID" sz="1200" b="0" i="0" u="none" strike="noStrike" cap="none" normalizeH="0" baseline="0" dirty="0">
                <a:ln>
                  <a:noFill/>
                </a:ln>
                <a:solidFill>
                  <a:schemeClr val="tx1"/>
                </a:solidFill>
                <a:effectLst/>
              </a:rPr>
              <a:t> Centre </a:t>
            </a:r>
            <a:r>
              <a:rPr kumimoji="0" lang="id-ID" altLang="id-ID" sz="1200" b="0" i="0" u="none" strike="noStrike" cap="none" normalizeH="0" baseline="0" dirty="0" err="1">
                <a:ln>
                  <a:noFill/>
                </a:ln>
                <a:solidFill>
                  <a:schemeClr val="tx1"/>
                </a:solidFill>
                <a:effectLst/>
              </a:rPr>
              <a:t>Back</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Left</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Back</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Right</a:t>
            </a:r>
            <a:r>
              <a:rPr kumimoji="0" lang="id-ID" altLang="id-ID" sz="1200" b="0" i="0" u="none" strike="noStrike" cap="none" normalizeH="0" baseline="0" dirty="0">
                <a:ln>
                  <a:noFill/>
                </a:ln>
                <a:solidFill>
                  <a:schemeClr val="tx1"/>
                </a:solidFill>
                <a:effectLst/>
              </a:rPr>
              <a:t> Wing </a:t>
            </a:r>
            <a:r>
              <a:rPr kumimoji="0" lang="id-ID" altLang="id-ID" sz="1200" b="0" i="0" u="none" strike="noStrike" cap="none" normalizeH="0" baseline="0" dirty="0" err="1">
                <a:ln>
                  <a:noFill/>
                </a:ln>
                <a:solidFill>
                  <a:schemeClr val="tx1"/>
                </a:solidFill>
                <a:effectLst/>
              </a:rPr>
              <a:t>Back</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Left</a:t>
            </a:r>
            <a:r>
              <a:rPr kumimoji="0" lang="id-ID" altLang="id-ID" sz="1200" b="0" i="0" u="none" strike="noStrike" cap="none" normalizeH="0" baseline="0" dirty="0">
                <a:ln>
                  <a:noFill/>
                </a:ln>
                <a:solidFill>
                  <a:schemeClr val="tx1"/>
                </a:solidFill>
                <a:effectLst/>
              </a:rPr>
              <a:t> Wing </a:t>
            </a:r>
            <a:r>
              <a:rPr kumimoji="0" lang="id-ID" altLang="id-ID" sz="1200" b="0" i="0" u="none" strike="noStrike" cap="none" normalizeH="0" baseline="0" dirty="0" err="1">
                <a:ln>
                  <a:noFill/>
                </a:ln>
                <a:solidFill>
                  <a:schemeClr val="tx1"/>
                </a:solidFill>
                <a:effectLst/>
              </a:rPr>
              <a:t>Back</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Right</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Defensive</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Midfield</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Central</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Defensive</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Midfield</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Left</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Defensive</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Midfield</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Right</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Midfield</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Right</a:t>
            </a:r>
            <a:r>
              <a:rPr kumimoji="0" lang="id-ID" altLang="id-ID" sz="1200" b="0" i="0" u="none" strike="noStrike" cap="none" normalizeH="0" baseline="0" dirty="0">
                <a:ln>
                  <a:noFill/>
                </a:ln>
                <a:solidFill>
                  <a:schemeClr val="tx1"/>
                </a:solidFill>
                <a:effectLst/>
              </a:rPr>
              <a:t> Centre </a:t>
            </a:r>
            <a:r>
              <a:rPr kumimoji="0" lang="id-ID" altLang="id-ID" sz="1200" b="0" i="0" u="none" strike="noStrike" cap="none" normalizeH="0" baseline="0" dirty="0" err="1">
                <a:ln>
                  <a:noFill/>
                </a:ln>
                <a:solidFill>
                  <a:schemeClr val="tx1"/>
                </a:solidFill>
                <a:effectLst/>
              </a:rPr>
              <a:t>Midfield</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a:ln>
                  <a:noFill/>
                </a:ln>
                <a:solidFill>
                  <a:schemeClr val="tx1"/>
                </a:solidFill>
                <a:effectLst/>
              </a:rPr>
              <a:t>Centre </a:t>
            </a:r>
            <a:r>
              <a:rPr kumimoji="0" lang="id-ID" altLang="id-ID" sz="1200" b="0" i="0" u="none" strike="noStrike" cap="none" normalizeH="0" baseline="0" dirty="0" err="1">
                <a:ln>
                  <a:noFill/>
                </a:ln>
                <a:solidFill>
                  <a:schemeClr val="tx1"/>
                </a:solidFill>
                <a:effectLst/>
              </a:rPr>
              <a:t>Midfield</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Left</a:t>
            </a:r>
            <a:r>
              <a:rPr kumimoji="0" lang="id-ID" altLang="id-ID" sz="1200" b="0" i="0" u="none" strike="noStrike" cap="none" normalizeH="0" baseline="0" dirty="0">
                <a:ln>
                  <a:noFill/>
                </a:ln>
                <a:solidFill>
                  <a:schemeClr val="tx1"/>
                </a:solidFill>
                <a:effectLst/>
              </a:rPr>
              <a:t> Centre </a:t>
            </a:r>
            <a:r>
              <a:rPr kumimoji="0" lang="id-ID" altLang="id-ID" sz="1200" b="0" i="0" u="none" strike="noStrike" cap="none" normalizeH="0" baseline="0" dirty="0" err="1">
                <a:ln>
                  <a:noFill/>
                </a:ln>
                <a:solidFill>
                  <a:schemeClr val="tx1"/>
                </a:solidFill>
                <a:effectLst/>
              </a:rPr>
              <a:t>Midfield</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Left</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Midfield</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Right</a:t>
            </a:r>
            <a:r>
              <a:rPr kumimoji="0" lang="id-ID" altLang="id-ID" sz="1200" b="0" i="0" u="none" strike="noStrike" cap="none" normalizeH="0" baseline="0" dirty="0">
                <a:ln>
                  <a:noFill/>
                </a:ln>
                <a:solidFill>
                  <a:schemeClr val="tx1"/>
                </a:solidFill>
                <a:effectLst/>
              </a:rPr>
              <a:t> Wing</a:t>
            </a: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Right</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Attacking</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Midfield</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Central</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Attacking</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Midfield</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Left</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Attacking</a:t>
            </a:r>
            <a:r>
              <a:rPr kumimoji="0" lang="id-ID" altLang="id-ID" sz="1200" b="0" i="0" u="none" strike="noStrike" cap="none" normalizeH="0" baseline="0" dirty="0">
                <a:ln>
                  <a:noFill/>
                </a:ln>
                <a:solidFill>
                  <a:schemeClr val="tx1"/>
                </a:solidFill>
                <a:effectLst/>
              </a:rPr>
              <a:t> </a:t>
            </a:r>
            <a:r>
              <a:rPr kumimoji="0" lang="id-ID" altLang="id-ID" sz="1200" b="0" i="0" u="none" strike="noStrike" cap="none" normalizeH="0" baseline="0" dirty="0" err="1">
                <a:ln>
                  <a:noFill/>
                </a:ln>
                <a:solidFill>
                  <a:schemeClr val="tx1"/>
                </a:solidFill>
                <a:effectLst/>
              </a:rPr>
              <a:t>Midfield</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Left</a:t>
            </a:r>
            <a:r>
              <a:rPr kumimoji="0" lang="id-ID" altLang="id-ID" sz="1200" b="0" i="0" u="none" strike="noStrike" cap="none" normalizeH="0" baseline="0" dirty="0">
                <a:ln>
                  <a:noFill/>
                </a:ln>
                <a:solidFill>
                  <a:schemeClr val="tx1"/>
                </a:solidFill>
                <a:effectLst/>
              </a:rPr>
              <a:t> Wing</a:t>
            </a: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Right</a:t>
            </a:r>
            <a:r>
              <a:rPr kumimoji="0" lang="id-ID" altLang="id-ID" sz="1200" b="0" i="0" u="none" strike="noStrike" cap="none" normalizeH="0" baseline="0" dirty="0">
                <a:ln>
                  <a:noFill/>
                </a:ln>
                <a:solidFill>
                  <a:schemeClr val="tx1"/>
                </a:solidFill>
                <a:effectLst/>
              </a:rPr>
              <a:t> Centre </a:t>
            </a:r>
            <a:r>
              <a:rPr kumimoji="0" lang="id-ID" altLang="id-ID" sz="1200" b="0" i="0" u="none" strike="noStrike" cap="none" normalizeH="0" baseline="0" dirty="0" err="1">
                <a:ln>
                  <a:noFill/>
                </a:ln>
                <a:solidFill>
                  <a:schemeClr val="tx1"/>
                </a:solidFill>
                <a:effectLst/>
              </a:rPr>
              <a:t>Forward</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a:ln>
                  <a:noFill/>
                </a:ln>
                <a:solidFill>
                  <a:schemeClr val="tx1"/>
                </a:solidFill>
                <a:effectLst/>
              </a:rPr>
              <a:t>Centre </a:t>
            </a:r>
            <a:r>
              <a:rPr kumimoji="0" lang="id-ID" altLang="id-ID" sz="1200" b="0" i="0" u="none" strike="noStrike" cap="none" normalizeH="0" baseline="0" dirty="0" err="1">
                <a:ln>
                  <a:noFill/>
                </a:ln>
                <a:solidFill>
                  <a:schemeClr val="tx1"/>
                </a:solidFill>
                <a:effectLst/>
              </a:rPr>
              <a:t>Forward</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Left</a:t>
            </a:r>
            <a:r>
              <a:rPr kumimoji="0" lang="id-ID" altLang="id-ID" sz="1200" b="0" i="0" u="none" strike="noStrike" cap="none" normalizeH="0" baseline="0" dirty="0">
                <a:ln>
                  <a:noFill/>
                </a:ln>
                <a:solidFill>
                  <a:schemeClr val="tx1"/>
                </a:solidFill>
                <a:effectLst/>
              </a:rPr>
              <a:t> Centre </a:t>
            </a:r>
            <a:r>
              <a:rPr kumimoji="0" lang="id-ID" altLang="id-ID" sz="1200" b="0" i="0" u="none" strike="noStrike" cap="none" normalizeH="0" baseline="0" dirty="0" err="1">
                <a:ln>
                  <a:noFill/>
                </a:ln>
                <a:solidFill>
                  <a:schemeClr val="tx1"/>
                </a:solidFill>
                <a:effectLst/>
              </a:rPr>
              <a:t>Forward</a:t>
            </a:r>
            <a:endParaRPr kumimoji="0" lang="id-ID" altLang="id-ID" sz="1200" b="0" i="0" u="none" strike="noStrike" cap="none" normalizeH="0" baseline="0" dirty="0">
              <a:ln>
                <a:noFill/>
              </a:ln>
              <a:solidFill>
                <a:schemeClr val="tx1"/>
              </a:solidFill>
              <a:effectLst/>
            </a:endParaRPr>
          </a:p>
          <a:p>
            <a:pPr marL="228600" marR="0" lvl="0" indent="-228600" defTabSz="914400" rtl="0" eaLnBrk="0" fontAlgn="base" latinLnBrk="0" hangingPunct="0">
              <a:lnSpc>
                <a:spcPct val="100000"/>
              </a:lnSpc>
              <a:spcBef>
                <a:spcPct val="0"/>
              </a:spcBef>
              <a:spcAft>
                <a:spcPct val="0"/>
              </a:spcAft>
              <a:buClrTx/>
              <a:buSzTx/>
              <a:buFont typeface="+mj-lt"/>
              <a:buAutoNum type="arabicPeriod"/>
              <a:tabLst/>
            </a:pPr>
            <a:r>
              <a:rPr kumimoji="0" lang="id-ID" altLang="id-ID" sz="1200" b="0" i="0" u="none" strike="noStrike" cap="none" normalizeH="0" baseline="0" dirty="0" err="1">
                <a:ln>
                  <a:noFill/>
                </a:ln>
                <a:solidFill>
                  <a:schemeClr val="tx1"/>
                </a:solidFill>
                <a:effectLst/>
              </a:rPr>
              <a:t>Secondary</a:t>
            </a:r>
            <a:r>
              <a:rPr kumimoji="0" lang="id-ID" altLang="id-ID" sz="1200" b="0" i="0" u="none" strike="noStrike" cap="none" normalizeH="0" baseline="0" dirty="0">
                <a:ln>
                  <a:noFill/>
                </a:ln>
                <a:solidFill>
                  <a:schemeClr val="tx1"/>
                </a:solidFill>
                <a:effectLst/>
              </a:rPr>
              <a:t> Striker</a:t>
            </a:r>
          </a:p>
        </p:txBody>
      </p:sp>
      <p:pic>
        <p:nvPicPr>
          <p:cNvPr id="7" name="Picture 6">
            <a:extLst>
              <a:ext uri="{FF2B5EF4-FFF2-40B4-BE49-F238E27FC236}">
                <a16:creationId xmlns:a16="http://schemas.microsoft.com/office/drawing/2014/main" id="{C26BE7A1-8349-B4F0-2E3E-9C7D793FFCA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006493" y="1768019"/>
            <a:ext cx="8804506" cy="4367310"/>
          </a:xfrm>
          <a:prstGeom prst="rect">
            <a:avLst/>
          </a:prstGeom>
          <a:noFill/>
          <a:ln>
            <a:noFill/>
          </a:ln>
        </p:spPr>
      </p:pic>
    </p:spTree>
    <p:extLst>
      <p:ext uri="{BB962C8B-B14F-4D97-AF65-F5344CB8AC3E}">
        <p14:creationId xmlns:p14="http://schemas.microsoft.com/office/powerpoint/2010/main" val="9443148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BF63F-5D88-8AD0-3BC3-6AB8BEC0AC05}"/>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C21FC2B3-61CF-97D9-E5DF-16FE63EE644C}"/>
              </a:ext>
            </a:extLst>
          </p:cNvPr>
          <p:cNvSpPr>
            <a:spLocks noGrp="1"/>
          </p:cNvSpPr>
          <p:nvPr>
            <p:ph type="title"/>
          </p:nvPr>
        </p:nvSpPr>
        <p:spPr>
          <a:xfrm>
            <a:off x="929148" y="381000"/>
            <a:ext cx="10017527" cy="1325563"/>
          </a:xfrm>
        </p:spPr>
        <p:txBody>
          <a:bodyPr rtlCol="0"/>
          <a:lstStyle/>
          <a:p>
            <a:r>
              <a:rPr lang="it-IT" dirty="0"/>
              <a:t>Analisis Distribusi Variabel Tunggal (Univariat)</a:t>
            </a:r>
            <a:endParaRPr lang="id-ID" dirty="0"/>
          </a:p>
        </p:txBody>
      </p:sp>
      <p:sp>
        <p:nvSpPr>
          <p:cNvPr id="9" name="Tampungan Nomor Slide 8">
            <a:extLst>
              <a:ext uri="{FF2B5EF4-FFF2-40B4-BE49-F238E27FC236}">
                <a16:creationId xmlns:a16="http://schemas.microsoft.com/office/drawing/2014/main" id="{A8A63AA8-CBA7-7A9E-71CD-00885E9FE430}"/>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49</a:t>
            </a:fld>
            <a:endParaRPr lang="id-ID"/>
          </a:p>
        </p:txBody>
      </p:sp>
      <p:pic>
        <p:nvPicPr>
          <p:cNvPr id="3" name="Picture 2">
            <a:extLst>
              <a:ext uri="{FF2B5EF4-FFF2-40B4-BE49-F238E27FC236}">
                <a16:creationId xmlns:a16="http://schemas.microsoft.com/office/drawing/2014/main" id="{03A91042-21CE-B9EF-2272-63FC28857F8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07923" y="1771293"/>
            <a:ext cx="8083257" cy="4821235"/>
          </a:xfrm>
          <a:prstGeom prst="rect">
            <a:avLst/>
          </a:prstGeom>
          <a:noFill/>
          <a:ln>
            <a:noFill/>
          </a:ln>
        </p:spPr>
      </p:pic>
      <p:sp>
        <p:nvSpPr>
          <p:cNvPr id="4" name="Rectangle 1">
            <a:extLst>
              <a:ext uri="{FF2B5EF4-FFF2-40B4-BE49-F238E27FC236}">
                <a16:creationId xmlns:a16="http://schemas.microsoft.com/office/drawing/2014/main" id="{82FBAAF3-9758-0C30-3735-DAC8CADD8E30}"/>
              </a:ext>
            </a:extLst>
          </p:cNvPr>
          <p:cNvSpPr>
            <a:spLocks noChangeArrowheads="1"/>
          </p:cNvSpPr>
          <p:nvPr/>
        </p:nvSpPr>
        <p:spPr bwMode="auto">
          <a:xfrm>
            <a:off x="8784627" y="2000131"/>
            <a:ext cx="2197510"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id-ID" altLang="id-ID" sz="1800" b="1" i="0" u="none" strike="noStrike" cap="none" normalizeH="0" baseline="0" dirty="0">
                <a:ln>
                  <a:noFill/>
                </a:ln>
                <a:solidFill>
                  <a:schemeClr val="tx1"/>
                </a:solidFill>
                <a:effectLst/>
              </a:rPr>
              <a:t>89:</a:t>
            </a:r>
            <a:r>
              <a:rPr kumimoji="0" lang="id-ID" altLang="id-ID" sz="1800" b="0" i="0" u="none" strike="noStrike" cap="none" normalizeH="0" baseline="0" dirty="0">
                <a:ln>
                  <a:noFill/>
                </a:ln>
                <a:solidFill>
                  <a:schemeClr val="tx1"/>
                </a:solidFill>
                <a:effectLst/>
              </a:rPr>
              <a:t> </a:t>
            </a:r>
            <a:r>
              <a:rPr kumimoji="0" lang="id-ID" altLang="id-ID" sz="1800" b="0" i="0" u="none" strike="noStrike" cap="none" normalizeH="0" baseline="0" dirty="0" err="1">
                <a:ln>
                  <a:noFill/>
                </a:ln>
                <a:solidFill>
                  <a:schemeClr val="tx1"/>
                </a:solidFill>
                <a:effectLst/>
              </a:rPr>
              <a:t>Backheel</a:t>
            </a:r>
            <a:endParaRPr kumimoji="0" lang="id-ID" altLang="id-ID"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tabLst/>
            </a:pPr>
            <a:r>
              <a:rPr kumimoji="0" lang="id-ID" altLang="id-ID" sz="1800" b="1" i="0" u="none" strike="noStrike" cap="none" normalizeH="0" baseline="0" dirty="0">
                <a:ln>
                  <a:noFill/>
                </a:ln>
                <a:solidFill>
                  <a:schemeClr val="tx1"/>
                </a:solidFill>
                <a:effectLst/>
              </a:rPr>
              <a:t>90:</a:t>
            </a:r>
            <a:r>
              <a:rPr kumimoji="0" lang="id-ID" altLang="id-ID" sz="1800" b="0" i="0" u="none" strike="noStrike" cap="none" normalizeH="0" baseline="0" dirty="0">
                <a:ln>
                  <a:noFill/>
                </a:ln>
                <a:solidFill>
                  <a:schemeClr val="tx1"/>
                </a:solidFill>
                <a:effectLst/>
              </a:rPr>
              <a:t> </a:t>
            </a:r>
            <a:r>
              <a:rPr kumimoji="0" lang="id-ID" altLang="id-ID" sz="1800" b="0" i="0" u="none" strike="noStrike" cap="none" normalizeH="0" baseline="0" dirty="0" err="1">
                <a:ln>
                  <a:noFill/>
                </a:ln>
                <a:solidFill>
                  <a:schemeClr val="tx1"/>
                </a:solidFill>
                <a:effectLst/>
              </a:rPr>
              <a:t>Diving</a:t>
            </a:r>
            <a:r>
              <a:rPr kumimoji="0" lang="id-ID" altLang="id-ID" sz="1800" b="0" i="0" u="none" strike="noStrike" cap="none" normalizeH="0" baseline="0" dirty="0">
                <a:ln>
                  <a:noFill/>
                </a:ln>
                <a:solidFill>
                  <a:schemeClr val="tx1"/>
                </a:solidFill>
                <a:effectLst/>
              </a:rPr>
              <a:t> </a:t>
            </a:r>
            <a:r>
              <a:rPr kumimoji="0" lang="id-ID" altLang="id-ID" sz="1800" b="0" i="0" u="none" strike="noStrike" cap="none" normalizeH="0" baseline="0" dirty="0" err="1">
                <a:ln>
                  <a:noFill/>
                </a:ln>
                <a:solidFill>
                  <a:schemeClr val="tx1"/>
                </a:solidFill>
                <a:effectLst/>
              </a:rPr>
              <a:t>Header</a:t>
            </a:r>
            <a:r>
              <a:rPr kumimoji="0" lang="id-ID" altLang="id-ID" sz="1800" b="0" i="0" u="none" strike="noStrike" cap="none" normalizeH="0" baseline="0" dirty="0">
                <a:ln>
                  <a:noFill/>
                </a:ln>
                <a:solidFill>
                  <a:schemeClr val="tx1"/>
                </a:solidFill>
                <a:effectLst/>
              </a:rPr>
              <a:t> </a:t>
            </a:r>
            <a:endParaRPr kumimoji="0" lang="en-GB" altLang="id-ID"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tabLst/>
            </a:pPr>
            <a:r>
              <a:rPr kumimoji="0" lang="id-ID" altLang="id-ID" sz="1800" b="1" i="0" u="none" strike="noStrike" cap="none" normalizeH="0" baseline="0" dirty="0">
                <a:ln>
                  <a:noFill/>
                </a:ln>
                <a:solidFill>
                  <a:schemeClr val="tx1"/>
                </a:solidFill>
                <a:effectLst/>
              </a:rPr>
              <a:t>91:</a:t>
            </a:r>
            <a:r>
              <a:rPr kumimoji="0" lang="id-ID" altLang="id-ID" sz="1800" b="0" i="0" u="none" strike="noStrike" cap="none" normalizeH="0" baseline="0" dirty="0">
                <a:ln>
                  <a:noFill/>
                </a:ln>
                <a:solidFill>
                  <a:schemeClr val="tx1"/>
                </a:solidFill>
                <a:effectLst/>
              </a:rPr>
              <a:t> </a:t>
            </a:r>
            <a:r>
              <a:rPr kumimoji="0" lang="id-ID" altLang="id-ID" sz="1800" b="0" i="0" u="none" strike="noStrike" cap="none" normalizeH="0" baseline="0" dirty="0" err="1">
                <a:ln>
                  <a:noFill/>
                </a:ln>
                <a:solidFill>
                  <a:schemeClr val="tx1"/>
                </a:solidFill>
                <a:effectLst/>
              </a:rPr>
              <a:t>Volley</a:t>
            </a:r>
            <a:r>
              <a:rPr kumimoji="0" lang="id-ID" altLang="id-ID" sz="1800" b="0" i="0" u="none" strike="noStrike" cap="none" normalizeH="0" baseline="0" dirty="0">
                <a:ln>
                  <a:noFill/>
                </a:ln>
                <a:solidFill>
                  <a:schemeClr val="tx1"/>
                </a:solidFill>
                <a:effectLst/>
              </a:rPr>
              <a:t> </a:t>
            </a:r>
            <a:endParaRPr kumimoji="0" lang="en-GB" altLang="id-ID"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tabLst/>
            </a:pPr>
            <a:r>
              <a:rPr kumimoji="0" lang="id-ID" altLang="id-ID" sz="1800" b="1" i="0" u="none" strike="noStrike" cap="none" normalizeH="0" baseline="0" dirty="0">
                <a:ln>
                  <a:noFill/>
                </a:ln>
                <a:solidFill>
                  <a:schemeClr val="tx1"/>
                </a:solidFill>
                <a:effectLst/>
              </a:rPr>
              <a:t>92:</a:t>
            </a:r>
            <a:r>
              <a:rPr kumimoji="0" lang="id-ID" altLang="id-ID" sz="1800" b="0" i="0" u="none" strike="noStrike" cap="none" normalizeH="0" baseline="0" dirty="0">
                <a:ln>
                  <a:noFill/>
                </a:ln>
                <a:solidFill>
                  <a:schemeClr val="tx1"/>
                </a:solidFill>
                <a:effectLst/>
              </a:rPr>
              <a:t> Lob </a:t>
            </a:r>
            <a:endParaRPr kumimoji="0" lang="en-GB" altLang="id-ID"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tabLst/>
            </a:pPr>
            <a:r>
              <a:rPr kumimoji="0" lang="id-ID" altLang="id-ID" sz="1800" b="1" i="0" u="none" strike="noStrike" cap="none" normalizeH="0" baseline="0" dirty="0">
                <a:ln>
                  <a:noFill/>
                </a:ln>
                <a:solidFill>
                  <a:schemeClr val="tx1"/>
                </a:solidFill>
                <a:effectLst/>
              </a:rPr>
              <a:t>93:</a:t>
            </a:r>
            <a:r>
              <a:rPr kumimoji="0" lang="id-ID" altLang="id-ID" sz="1800" b="0" i="0" u="none" strike="noStrike" cap="none" normalizeH="0" baseline="0" dirty="0">
                <a:ln>
                  <a:noFill/>
                </a:ln>
                <a:solidFill>
                  <a:schemeClr val="tx1"/>
                </a:solidFill>
                <a:effectLst/>
              </a:rPr>
              <a:t> Normal</a:t>
            </a:r>
          </a:p>
          <a:p>
            <a:pPr marL="0" marR="0" lvl="0" indent="0" algn="l" defTabSz="914400" rtl="0" eaLnBrk="0" fontAlgn="base" latinLnBrk="0" hangingPunct="0">
              <a:lnSpc>
                <a:spcPct val="100000"/>
              </a:lnSpc>
              <a:spcBef>
                <a:spcPct val="0"/>
              </a:spcBef>
              <a:spcAft>
                <a:spcPct val="0"/>
              </a:spcAft>
              <a:buClrTx/>
              <a:buSzTx/>
              <a:tabLst/>
            </a:pPr>
            <a:r>
              <a:rPr kumimoji="0" lang="id-ID" altLang="id-ID" sz="1800" b="1" i="0" u="none" strike="noStrike" cap="none" normalizeH="0" baseline="0" dirty="0">
                <a:ln>
                  <a:noFill/>
                </a:ln>
                <a:solidFill>
                  <a:schemeClr val="tx1"/>
                </a:solidFill>
                <a:effectLst/>
              </a:rPr>
              <a:t>94:</a:t>
            </a:r>
            <a:r>
              <a:rPr kumimoji="0" lang="id-ID" altLang="id-ID" sz="1800" b="0" i="0" u="none" strike="noStrike" cap="none" normalizeH="0" baseline="0" dirty="0">
                <a:ln>
                  <a:noFill/>
                </a:ln>
                <a:solidFill>
                  <a:schemeClr val="tx1"/>
                </a:solidFill>
                <a:effectLst/>
              </a:rPr>
              <a:t> </a:t>
            </a:r>
            <a:r>
              <a:rPr kumimoji="0" lang="id-ID" altLang="id-ID" sz="1800" b="0" i="0" u="none" strike="noStrike" cap="none" normalizeH="0" baseline="0" dirty="0" err="1">
                <a:ln>
                  <a:noFill/>
                </a:ln>
                <a:solidFill>
                  <a:schemeClr val="tx1"/>
                </a:solidFill>
                <a:effectLst/>
              </a:rPr>
              <a:t>Overhead</a:t>
            </a:r>
            <a:r>
              <a:rPr kumimoji="0" lang="id-ID" altLang="id-ID" sz="1800" b="0" i="0" u="none" strike="noStrike" cap="none" normalizeH="0" baseline="0" dirty="0">
                <a:ln>
                  <a:noFill/>
                </a:ln>
                <a:solidFill>
                  <a:schemeClr val="tx1"/>
                </a:solidFill>
                <a:effectLst/>
              </a:rPr>
              <a:t> </a:t>
            </a:r>
            <a:r>
              <a:rPr kumimoji="0" lang="id-ID" altLang="id-ID" sz="1800" b="0" i="0" u="none" strike="noStrike" cap="none" normalizeH="0" baseline="0" dirty="0" err="1">
                <a:ln>
                  <a:noFill/>
                </a:ln>
                <a:solidFill>
                  <a:schemeClr val="tx1"/>
                </a:solidFill>
                <a:effectLst/>
              </a:rPr>
              <a:t>Kick</a:t>
            </a:r>
            <a:r>
              <a:rPr kumimoji="0" lang="id-ID" altLang="id-ID" sz="1800" b="0" i="0" u="none" strike="noStrike" cap="none" normalizeH="0" baseline="0" dirty="0">
                <a:ln>
                  <a:noFill/>
                </a:ln>
                <a:solidFill>
                  <a:schemeClr val="tx1"/>
                </a:solidFill>
                <a:effectLst/>
              </a:rPr>
              <a:t> </a:t>
            </a:r>
            <a:endParaRPr kumimoji="0" lang="en-GB" altLang="id-ID"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tabLst/>
            </a:pPr>
            <a:r>
              <a:rPr kumimoji="0" lang="id-ID" altLang="id-ID" sz="1800" b="1" i="0" u="none" strike="noStrike" cap="none" normalizeH="0" baseline="0" dirty="0">
                <a:ln>
                  <a:noFill/>
                </a:ln>
                <a:solidFill>
                  <a:schemeClr val="tx1"/>
                </a:solidFill>
                <a:effectLst/>
              </a:rPr>
              <a:t>95:</a:t>
            </a:r>
            <a:r>
              <a:rPr kumimoji="0" lang="id-ID" altLang="id-ID" sz="1800" b="0" i="0" u="none" strike="noStrike" cap="none" normalizeH="0" baseline="0" dirty="0">
                <a:ln>
                  <a:noFill/>
                </a:ln>
                <a:solidFill>
                  <a:schemeClr val="tx1"/>
                </a:solidFill>
                <a:effectLst/>
              </a:rPr>
              <a:t> </a:t>
            </a:r>
            <a:r>
              <a:rPr kumimoji="0" lang="en-GB" altLang="id-ID" sz="1800" b="0" i="0" u="none" strike="noStrike" cap="none" normalizeH="0" baseline="0" dirty="0">
                <a:ln>
                  <a:noFill/>
                </a:ln>
                <a:solidFill>
                  <a:schemeClr val="tx1"/>
                </a:solidFill>
                <a:effectLst/>
              </a:rPr>
              <a:t>Half </a:t>
            </a:r>
            <a:r>
              <a:rPr kumimoji="0" lang="id-ID" altLang="id-ID" sz="1800" b="0" i="0" u="none" strike="noStrike" cap="none" normalizeH="0" baseline="0" dirty="0" err="1">
                <a:ln>
                  <a:noFill/>
                </a:ln>
                <a:solidFill>
                  <a:schemeClr val="tx1"/>
                </a:solidFill>
                <a:effectLst/>
              </a:rPr>
              <a:t>Volley</a:t>
            </a:r>
            <a:endParaRPr kumimoji="0" lang="id-ID" altLang="id-ID" sz="18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10186861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7874F-9285-A040-1A7E-6B128B5849AD}"/>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9BE446A9-05F3-F578-F410-9B28F68275F7}"/>
              </a:ext>
            </a:extLst>
          </p:cNvPr>
          <p:cNvSpPr>
            <a:spLocks noGrp="1"/>
          </p:cNvSpPr>
          <p:nvPr>
            <p:ph type="title"/>
          </p:nvPr>
        </p:nvSpPr>
        <p:spPr>
          <a:xfrm>
            <a:off x="929148" y="381000"/>
            <a:ext cx="10017527" cy="1325563"/>
          </a:xfrm>
        </p:spPr>
        <p:txBody>
          <a:bodyPr rtlCol="0"/>
          <a:lstStyle/>
          <a:p>
            <a:r>
              <a:rPr lang="it-IT" dirty="0"/>
              <a:t>Analisis Distribusi Variabel Tunggal (Univariat)</a:t>
            </a:r>
            <a:endParaRPr lang="id-ID" dirty="0"/>
          </a:p>
        </p:txBody>
      </p:sp>
      <p:sp>
        <p:nvSpPr>
          <p:cNvPr id="9" name="Tampungan Nomor Slide 8">
            <a:extLst>
              <a:ext uri="{FF2B5EF4-FFF2-40B4-BE49-F238E27FC236}">
                <a16:creationId xmlns:a16="http://schemas.microsoft.com/office/drawing/2014/main" id="{8A758AB7-F331-4C2B-9BA1-DC96D30E48B9}"/>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50</a:t>
            </a:fld>
            <a:endParaRPr lang="id-ID"/>
          </a:p>
        </p:txBody>
      </p:sp>
      <p:sp>
        <p:nvSpPr>
          <p:cNvPr id="4" name="Rectangle 1">
            <a:extLst>
              <a:ext uri="{FF2B5EF4-FFF2-40B4-BE49-F238E27FC236}">
                <a16:creationId xmlns:a16="http://schemas.microsoft.com/office/drawing/2014/main" id="{82D65036-4DBE-DD6C-D277-D304536B4612}"/>
              </a:ext>
            </a:extLst>
          </p:cNvPr>
          <p:cNvSpPr>
            <a:spLocks noChangeArrowheads="1"/>
          </p:cNvSpPr>
          <p:nvPr/>
        </p:nvSpPr>
        <p:spPr bwMode="auto">
          <a:xfrm>
            <a:off x="8784627" y="2415630"/>
            <a:ext cx="2197510"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lang="en-GB" altLang="id-ID" b="1" dirty="0"/>
              <a:t>40: </a:t>
            </a:r>
            <a:r>
              <a:rPr lang="en-GB" altLang="id-ID" dirty="0"/>
              <a:t>Right Foot</a:t>
            </a:r>
          </a:p>
          <a:p>
            <a:pPr marL="0" marR="0" lvl="0" indent="0" algn="l" defTabSz="914400" rtl="0" eaLnBrk="0" fontAlgn="base" latinLnBrk="0" hangingPunct="0">
              <a:lnSpc>
                <a:spcPct val="100000"/>
              </a:lnSpc>
              <a:spcBef>
                <a:spcPct val="0"/>
              </a:spcBef>
              <a:spcAft>
                <a:spcPct val="0"/>
              </a:spcAft>
              <a:buClrTx/>
              <a:buSzTx/>
              <a:tabLst/>
            </a:pPr>
            <a:r>
              <a:rPr kumimoji="0" lang="en-GB" altLang="id-ID" sz="1800" b="1" i="0" u="none" strike="noStrike" cap="none" normalizeH="0" baseline="0" dirty="0">
                <a:ln>
                  <a:noFill/>
                </a:ln>
                <a:solidFill>
                  <a:schemeClr val="tx1"/>
                </a:solidFill>
                <a:effectLst/>
              </a:rPr>
              <a:t>38: </a:t>
            </a:r>
            <a:r>
              <a:rPr kumimoji="0" lang="en-GB" altLang="id-ID" sz="1800" i="0" u="none" strike="noStrike" cap="none" normalizeH="0" baseline="0" dirty="0">
                <a:ln>
                  <a:noFill/>
                </a:ln>
                <a:solidFill>
                  <a:schemeClr val="tx1"/>
                </a:solidFill>
                <a:effectLst/>
              </a:rPr>
              <a:t>Left Foot</a:t>
            </a:r>
          </a:p>
          <a:p>
            <a:pPr marL="0" marR="0" lvl="0" indent="0" algn="l" defTabSz="914400" rtl="0" eaLnBrk="0" fontAlgn="base" latinLnBrk="0" hangingPunct="0">
              <a:lnSpc>
                <a:spcPct val="100000"/>
              </a:lnSpc>
              <a:spcBef>
                <a:spcPct val="0"/>
              </a:spcBef>
              <a:spcAft>
                <a:spcPct val="0"/>
              </a:spcAft>
              <a:buClrTx/>
              <a:buSzTx/>
              <a:tabLst/>
            </a:pPr>
            <a:r>
              <a:rPr kumimoji="0" lang="en-GB" altLang="id-ID" sz="1800" b="1" i="0" u="none" strike="noStrike" cap="none" normalizeH="0" baseline="0" dirty="0">
                <a:ln>
                  <a:noFill/>
                </a:ln>
                <a:solidFill>
                  <a:schemeClr val="tx1"/>
                </a:solidFill>
                <a:effectLst/>
              </a:rPr>
              <a:t>37: </a:t>
            </a:r>
            <a:r>
              <a:rPr kumimoji="0" lang="en-GB" altLang="id-ID" sz="1800" i="0" u="none" strike="noStrike" cap="none" normalizeH="0" baseline="0" dirty="0">
                <a:ln>
                  <a:noFill/>
                </a:ln>
                <a:solidFill>
                  <a:schemeClr val="tx1"/>
                </a:solidFill>
                <a:effectLst/>
              </a:rPr>
              <a:t>Head</a:t>
            </a:r>
          </a:p>
          <a:p>
            <a:pPr marL="0" marR="0" lvl="0" indent="0" algn="l" defTabSz="914400" rtl="0" eaLnBrk="0" fontAlgn="base" latinLnBrk="0" hangingPunct="0">
              <a:lnSpc>
                <a:spcPct val="100000"/>
              </a:lnSpc>
              <a:spcBef>
                <a:spcPct val="0"/>
              </a:spcBef>
              <a:spcAft>
                <a:spcPct val="0"/>
              </a:spcAft>
              <a:buClrTx/>
              <a:buSzTx/>
              <a:tabLst/>
            </a:pPr>
            <a:r>
              <a:rPr kumimoji="0" lang="en-GB" altLang="id-ID" sz="1800" b="1" i="0" u="none" strike="noStrike" cap="none" normalizeH="0" baseline="0" dirty="0">
                <a:ln>
                  <a:noFill/>
                </a:ln>
                <a:solidFill>
                  <a:schemeClr val="tx1"/>
                </a:solidFill>
                <a:effectLst/>
              </a:rPr>
              <a:t>70:</a:t>
            </a:r>
            <a:r>
              <a:rPr kumimoji="0" lang="en-GB" altLang="id-ID" sz="1800" i="0" u="none" strike="noStrike" cap="none" normalizeH="0" baseline="0" dirty="0">
                <a:ln>
                  <a:noFill/>
                </a:ln>
                <a:solidFill>
                  <a:schemeClr val="tx1"/>
                </a:solidFill>
                <a:effectLst/>
              </a:rPr>
              <a:t> Other</a:t>
            </a:r>
            <a:endParaRPr kumimoji="0" lang="id-ID" altLang="id-ID" sz="1800" b="1" i="0" u="none" strike="noStrike" cap="none" normalizeH="0" baseline="0" dirty="0">
              <a:ln>
                <a:noFill/>
              </a:ln>
              <a:solidFill>
                <a:schemeClr val="tx1"/>
              </a:solidFill>
              <a:effectLst/>
            </a:endParaRPr>
          </a:p>
        </p:txBody>
      </p:sp>
      <p:pic>
        <p:nvPicPr>
          <p:cNvPr id="5" name="Picture 4">
            <a:extLst>
              <a:ext uri="{FF2B5EF4-FFF2-40B4-BE49-F238E27FC236}">
                <a16:creationId xmlns:a16="http://schemas.microsoft.com/office/drawing/2014/main" id="{310E8165-A77C-5C55-DF5E-69BA1C3600E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209864" y="1925954"/>
            <a:ext cx="7406134" cy="4417367"/>
          </a:xfrm>
          <a:prstGeom prst="rect">
            <a:avLst/>
          </a:prstGeom>
          <a:noFill/>
          <a:ln>
            <a:noFill/>
          </a:ln>
        </p:spPr>
      </p:pic>
    </p:spTree>
    <p:extLst>
      <p:ext uri="{BB962C8B-B14F-4D97-AF65-F5344CB8AC3E}">
        <p14:creationId xmlns:p14="http://schemas.microsoft.com/office/powerpoint/2010/main" val="20944355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DC6CD-00C4-BF18-462D-B51B8BA7A78B}"/>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50E744F0-C2E5-A3C8-AD15-FB56B208FE09}"/>
              </a:ext>
            </a:extLst>
          </p:cNvPr>
          <p:cNvSpPr>
            <a:spLocks noGrp="1"/>
          </p:cNvSpPr>
          <p:nvPr>
            <p:ph type="title"/>
          </p:nvPr>
        </p:nvSpPr>
        <p:spPr>
          <a:xfrm>
            <a:off x="929148" y="381000"/>
            <a:ext cx="10017527" cy="1325563"/>
          </a:xfrm>
        </p:spPr>
        <p:txBody>
          <a:bodyPr rtlCol="0"/>
          <a:lstStyle/>
          <a:p>
            <a:r>
              <a:rPr lang="sv-SE" dirty="0"/>
              <a:t>Analisis Hubungan Antar Variabel (Bivariat)</a:t>
            </a:r>
            <a:endParaRPr lang="id-ID" dirty="0"/>
          </a:p>
        </p:txBody>
      </p:sp>
      <p:sp>
        <p:nvSpPr>
          <p:cNvPr id="9" name="Tampungan Nomor Slide 8">
            <a:extLst>
              <a:ext uri="{FF2B5EF4-FFF2-40B4-BE49-F238E27FC236}">
                <a16:creationId xmlns:a16="http://schemas.microsoft.com/office/drawing/2014/main" id="{4E22A23C-148F-FC78-E429-4F953D17D3D8}"/>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51</a:t>
            </a:fld>
            <a:endParaRPr lang="id-ID"/>
          </a:p>
        </p:txBody>
      </p:sp>
      <p:pic>
        <p:nvPicPr>
          <p:cNvPr id="3" name="Picture 2">
            <a:extLst>
              <a:ext uri="{FF2B5EF4-FFF2-40B4-BE49-F238E27FC236}">
                <a16:creationId xmlns:a16="http://schemas.microsoft.com/office/drawing/2014/main" id="{504B4DCA-ED55-D1AC-92EB-9B05FE2F5982}"/>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921208" y="1253613"/>
            <a:ext cx="7272818" cy="5102737"/>
          </a:xfrm>
          <a:prstGeom prst="rect">
            <a:avLst/>
          </a:prstGeom>
          <a:noFill/>
          <a:ln>
            <a:noFill/>
          </a:ln>
        </p:spPr>
      </p:pic>
    </p:spTree>
    <p:extLst>
      <p:ext uri="{BB962C8B-B14F-4D97-AF65-F5344CB8AC3E}">
        <p14:creationId xmlns:p14="http://schemas.microsoft.com/office/powerpoint/2010/main" val="217101266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A0947-6162-E406-D1DE-4E24C238D3F7}"/>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BCA64AB3-5696-4255-F0BE-F0BDB4187DAF}"/>
              </a:ext>
            </a:extLst>
          </p:cNvPr>
          <p:cNvSpPr>
            <a:spLocks noGrp="1"/>
          </p:cNvSpPr>
          <p:nvPr>
            <p:ph type="title"/>
          </p:nvPr>
        </p:nvSpPr>
        <p:spPr>
          <a:xfrm>
            <a:off x="929148" y="381000"/>
            <a:ext cx="10017527" cy="1325563"/>
          </a:xfrm>
        </p:spPr>
        <p:txBody>
          <a:bodyPr rtlCol="0"/>
          <a:lstStyle/>
          <a:p>
            <a:r>
              <a:rPr lang="sv-SE" dirty="0"/>
              <a:t>Analisis Hubungan Antar Variabel (Bivariat)</a:t>
            </a:r>
            <a:endParaRPr lang="id-ID" dirty="0"/>
          </a:p>
        </p:txBody>
      </p:sp>
      <p:sp>
        <p:nvSpPr>
          <p:cNvPr id="9" name="Tampungan Nomor Slide 8">
            <a:extLst>
              <a:ext uri="{FF2B5EF4-FFF2-40B4-BE49-F238E27FC236}">
                <a16:creationId xmlns:a16="http://schemas.microsoft.com/office/drawing/2014/main" id="{649ED2D2-8718-9A5B-955A-31B64FCF4486}"/>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52</a:t>
            </a:fld>
            <a:endParaRPr lang="id-ID"/>
          </a:p>
        </p:txBody>
      </p:sp>
      <p:pic>
        <p:nvPicPr>
          <p:cNvPr id="4" name="Picture 3">
            <a:extLst>
              <a:ext uri="{FF2B5EF4-FFF2-40B4-BE49-F238E27FC236}">
                <a16:creationId xmlns:a16="http://schemas.microsoft.com/office/drawing/2014/main" id="{59C1F01A-A124-C553-F77D-4A255FF83CD2}"/>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923071" y="1706486"/>
            <a:ext cx="7612193" cy="4540270"/>
          </a:xfrm>
          <a:prstGeom prst="rect">
            <a:avLst/>
          </a:prstGeom>
          <a:noFill/>
          <a:ln>
            <a:noFill/>
          </a:ln>
        </p:spPr>
      </p:pic>
      <p:sp>
        <p:nvSpPr>
          <p:cNvPr id="5" name="Rectangle 1">
            <a:extLst>
              <a:ext uri="{FF2B5EF4-FFF2-40B4-BE49-F238E27FC236}">
                <a16:creationId xmlns:a16="http://schemas.microsoft.com/office/drawing/2014/main" id="{E39AAB28-DF92-BB7B-9EC9-86AD0FDDCBFE}"/>
              </a:ext>
            </a:extLst>
          </p:cNvPr>
          <p:cNvSpPr>
            <a:spLocks noChangeArrowheads="1"/>
          </p:cNvSpPr>
          <p:nvPr/>
        </p:nvSpPr>
        <p:spPr bwMode="auto">
          <a:xfrm>
            <a:off x="929148" y="1945334"/>
            <a:ext cx="2197510"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id-ID" altLang="id-ID" sz="1800" b="1" i="0" u="none" strike="noStrike" cap="none" normalizeH="0" baseline="0" dirty="0">
                <a:ln>
                  <a:noFill/>
                </a:ln>
                <a:solidFill>
                  <a:schemeClr val="tx1"/>
                </a:solidFill>
                <a:effectLst/>
              </a:rPr>
              <a:t>89:</a:t>
            </a:r>
            <a:r>
              <a:rPr kumimoji="0" lang="id-ID" altLang="id-ID" sz="1800" b="0" i="0" u="none" strike="noStrike" cap="none" normalizeH="0" baseline="0" dirty="0">
                <a:ln>
                  <a:noFill/>
                </a:ln>
                <a:solidFill>
                  <a:schemeClr val="tx1"/>
                </a:solidFill>
                <a:effectLst/>
              </a:rPr>
              <a:t> </a:t>
            </a:r>
            <a:r>
              <a:rPr kumimoji="0" lang="id-ID" altLang="id-ID" sz="1800" b="0" i="0" u="none" strike="noStrike" cap="none" normalizeH="0" baseline="0" dirty="0" err="1">
                <a:ln>
                  <a:noFill/>
                </a:ln>
                <a:solidFill>
                  <a:schemeClr val="tx1"/>
                </a:solidFill>
                <a:effectLst/>
              </a:rPr>
              <a:t>Backheel</a:t>
            </a:r>
            <a:endParaRPr kumimoji="0" lang="id-ID" altLang="id-ID"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tabLst/>
            </a:pPr>
            <a:r>
              <a:rPr kumimoji="0" lang="id-ID" altLang="id-ID" sz="1800" b="1" i="0" u="none" strike="noStrike" cap="none" normalizeH="0" baseline="0" dirty="0">
                <a:ln>
                  <a:noFill/>
                </a:ln>
                <a:solidFill>
                  <a:schemeClr val="tx1"/>
                </a:solidFill>
                <a:effectLst/>
              </a:rPr>
              <a:t>90:</a:t>
            </a:r>
            <a:r>
              <a:rPr kumimoji="0" lang="id-ID" altLang="id-ID" sz="1800" b="0" i="0" u="none" strike="noStrike" cap="none" normalizeH="0" baseline="0" dirty="0">
                <a:ln>
                  <a:noFill/>
                </a:ln>
                <a:solidFill>
                  <a:schemeClr val="tx1"/>
                </a:solidFill>
                <a:effectLst/>
              </a:rPr>
              <a:t> </a:t>
            </a:r>
            <a:r>
              <a:rPr kumimoji="0" lang="id-ID" altLang="id-ID" sz="1800" b="0" i="0" u="none" strike="noStrike" cap="none" normalizeH="0" baseline="0" dirty="0" err="1">
                <a:ln>
                  <a:noFill/>
                </a:ln>
                <a:solidFill>
                  <a:schemeClr val="tx1"/>
                </a:solidFill>
                <a:effectLst/>
              </a:rPr>
              <a:t>Diving</a:t>
            </a:r>
            <a:r>
              <a:rPr kumimoji="0" lang="id-ID" altLang="id-ID" sz="1800" b="0" i="0" u="none" strike="noStrike" cap="none" normalizeH="0" baseline="0" dirty="0">
                <a:ln>
                  <a:noFill/>
                </a:ln>
                <a:solidFill>
                  <a:schemeClr val="tx1"/>
                </a:solidFill>
                <a:effectLst/>
              </a:rPr>
              <a:t> </a:t>
            </a:r>
            <a:r>
              <a:rPr kumimoji="0" lang="id-ID" altLang="id-ID" sz="1800" b="0" i="0" u="none" strike="noStrike" cap="none" normalizeH="0" baseline="0" dirty="0" err="1">
                <a:ln>
                  <a:noFill/>
                </a:ln>
                <a:solidFill>
                  <a:schemeClr val="tx1"/>
                </a:solidFill>
                <a:effectLst/>
              </a:rPr>
              <a:t>Header</a:t>
            </a:r>
            <a:r>
              <a:rPr kumimoji="0" lang="id-ID" altLang="id-ID" sz="1800" b="0" i="0" u="none" strike="noStrike" cap="none" normalizeH="0" baseline="0" dirty="0">
                <a:ln>
                  <a:noFill/>
                </a:ln>
                <a:solidFill>
                  <a:schemeClr val="tx1"/>
                </a:solidFill>
                <a:effectLst/>
              </a:rPr>
              <a:t> </a:t>
            </a:r>
            <a:endParaRPr kumimoji="0" lang="en-GB" altLang="id-ID"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tabLst/>
            </a:pPr>
            <a:r>
              <a:rPr kumimoji="0" lang="id-ID" altLang="id-ID" sz="1800" b="1" i="0" u="none" strike="noStrike" cap="none" normalizeH="0" baseline="0" dirty="0">
                <a:ln>
                  <a:noFill/>
                </a:ln>
                <a:solidFill>
                  <a:schemeClr val="tx1"/>
                </a:solidFill>
                <a:effectLst/>
              </a:rPr>
              <a:t>91:</a:t>
            </a:r>
            <a:r>
              <a:rPr kumimoji="0" lang="id-ID" altLang="id-ID" sz="1800" b="0" i="0" u="none" strike="noStrike" cap="none" normalizeH="0" baseline="0" dirty="0">
                <a:ln>
                  <a:noFill/>
                </a:ln>
                <a:solidFill>
                  <a:schemeClr val="tx1"/>
                </a:solidFill>
                <a:effectLst/>
              </a:rPr>
              <a:t> </a:t>
            </a:r>
            <a:r>
              <a:rPr kumimoji="0" lang="id-ID" altLang="id-ID" sz="1800" b="0" i="0" u="none" strike="noStrike" cap="none" normalizeH="0" baseline="0" dirty="0" err="1">
                <a:ln>
                  <a:noFill/>
                </a:ln>
                <a:solidFill>
                  <a:schemeClr val="tx1"/>
                </a:solidFill>
                <a:effectLst/>
              </a:rPr>
              <a:t>Volley</a:t>
            </a:r>
            <a:r>
              <a:rPr kumimoji="0" lang="id-ID" altLang="id-ID" sz="1800" b="0" i="0" u="none" strike="noStrike" cap="none" normalizeH="0" baseline="0" dirty="0">
                <a:ln>
                  <a:noFill/>
                </a:ln>
                <a:solidFill>
                  <a:schemeClr val="tx1"/>
                </a:solidFill>
                <a:effectLst/>
              </a:rPr>
              <a:t> </a:t>
            </a:r>
            <a:endParaRPr kumimoji="0" lang="en-GB" altLang="id-ID"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tabLst/>
            </a:pPr>
            <a:r>
              <a:rPr kumimoji="0" lang="id-ID" altLang="id-ID" sz="1800" b="1" i="0" u="none" strike="noStrike" cap="none" normalizeH="0" baseline="0" dirty="0">
                <a:ln>
                  <a:noFill/>
                </a:ln>
                <a:solidFill>
                  <a:schemeClr val="tx1"/>
                </a:solidFill>
                <a:effectLst/>
              </a:rPr>
              <a:t>92:</a:t>
            </a:r>
            <a:r>
              <a:rPr kumimoji="0" lang="id-ID" altLang="id-ID" sz="1800" b="0" i="0" u="none" strike="noStrike" cap="none" normalizeH="0" baseline="0" dirty="0">
                <a:ln>
                  <a:noFill/>
                </a:ln>
                <a:solidFill>
                  <a:schemeClr val="tx1"/>
                </a:solidFill>
                <a:effectLst/>
              </a:rPr>
              <a:t> Lob </a:t>
            </a:r>
            <a:endParaRPr kumimoji="0" lang="en-GB" altLang="id-ID"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tabLst/>
            </a:pPr>
            <a:r>
              <a:rPr kumimoji="0" lang="id-ID" altLang="id-ID" sz="1800" b="1" i="0" u="none" strike="noStrike" cap="none" normalizeH="0" baseline="0" dirty="0">
                <a:ln>
                  <a:noFill/>
                </a:ln>
                <a:solidFill>
                  <a:schemeClr val="tx1"/>
                </a:solidFill>
                <a:effectLst/>
              </a:rPr>
              <a:t>93:</a:t>
            </a:r>
            <a:r>
              <a:rPr kumimoji="0" lang="id-ID" altLang="id-ID" sz="1800" b="0" i="0" u="none" strike="noStrike" cap="none" normalizeH="0" baseline="0" dirty="0">
                <a:ln>
                  <a:noFill/>
                </a:ln>
                <a:solidFill>
                  <a:schemeClr val="tx1"/>
                </a:solidFill>
                <a:effectLst/>
              </a:rPr>
              <a:t> Normal</a:t>
            </a:r>
          </a:p>
          <a:p>
            <a:pPr marL="0" marR="0" lvl="0" indent="0" algn="l" defTabSz="914400" rtl="0" eaLnBrk="0" fontAlgn="base" latinLnBrk="0" hangingPunct="0">
              <a:lnSpc>
                <a:spcPct val="100000"/>
              </a:lnSpc>
              <a:spcBef>
                <a:spcPct val="0"/>
              </a:spcBef>
              <a:spcAft>
                <a:spcPct val="0"/>
              </a:spcAft>
              <a:buClrTx/>
              <a:buSzTx/>
              <a:tabLst/>
            </a:pPr>
            <a:r>
              <a:rPr kumimoji="0" lang="id-ID" altLang="id-ID" sz="1800" b="1" i="0" u="none" strike="noStrike" cap="none" normalizeH="0" baseline="0" dirty="0">
                <a:ln>
                  <a:noFill/>
                </a:ln>
                <a:solidFill>
                  <a:schemeClr val="tx1"/>
                </a:solidFill>
                <a:effectLst/>
              </a:rPr>
              <a:t>94:</a:t>
            </a:r>
            <a:r>
              <a:rPr kumimoji="0" lang="id-ID" altLang="id-ID" sz="1800" b="0" i="0" u="none" strike="noStrike" cap="none" normalizeH="0" baseline="0" dirty="0">
                <a:ln>
                  <a:noFill/>
                </a:ln>
                <a:solidFill>
                  <a:schemeClr val="tx1"/>
                </a:solidFill>
                <a:effectLst/>
              </a:rPr>
              <a:t> </a:t>
            </a:r>
            <a:r>
              <a:rPr kumimoji="0" lang="id-ID" altLang="id-ID" sz="1800" b="0" i="0" u="none" strike="noStrike" cap="none" normalizeH="0" baseline="0" dirty="0" err="1">
                <a:ln>
                  <a:noFill/>
                </a:ln>
                <a:solidFill>
                  <a:schemeClr val="tx1"/>
                </a:solidFill>
                <a:effectLst/>
              </a:rPr>
              <a:t>Overhead</a:t>
            </a:r>
            <a:r>
              <a:rPr kumimoji="0" lang="id-ID" altLang="id-ID" sz="1800" b="0" i="0" u="none" strike="noStrike" cap="none" normalizeH="0" baseline="0" dirty="0">
                <a:ln>
                  <a:noFill/>
                </a:ln>
                <a:solidFill>
                  <a:schemeClr val="tx1"/>
                </a:solidFill>
                <a:effectLst/>
              </a:rPr>
              <a:t> </a:t>
            </a:r>
            <a:r>
              <a:rPr kumimoji="0" lang="id-ID" altLang="id-ID" sz="1800" b="0" i="0" u="none" strike="noStrike" cap="none" normalizeH="0" baseline="0" dirty="0" err="1">
                <a:ln>
                  <a:noFill/>
                </a:ln>
                <a:solidFill>
                  <a:schemeClr val="tx1"/>
                </a:solidFill>
                <a:effectLst/>
              </a:rPr>
              <a:t>Kick</a:t>
            </a:r>
            <a:r>
              <a:rPr kumimoji="0" lang="id-ID" altLang="id-ID" sz="1800" b="0" i="0" u="none" strike="noStrike" cap="none" normalizeH="0" baseline="0" dirty="0">
                <a:ln>
                  <a:noFill/>
                </a:ln>
                <a:solidFill>
                  <a:schemeClr val="tx1"/>
                </a:solidFill>
                <a:effectLst/>
              </a:rPr>
              <a:t> </a:t>
            </a:r>
            <a:endParaRPr kumimoji="0" lang="en-GB" altLang="id-ID"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tabLst/>
            </a:pPr>
            <a:r>
              <a:rPr kumimoji="0" lang="id-ID" altLang="id-ID" sz="1800" b="1" i="0" u="none" strike="noStrike" cap="none" normalizeH="0" baseline="0" dirty="0">
                <a:ln>
                  <a:noFill/>
                </a:ln>
                <a:solidFill>
                  <a:schemeClr val="tx1"/>
                </a:solidFill>
                <a:effectLst/>
              </a:rPr>
              <a:t>95:</a:t>
            </a:r>
            <a:r>
              <a:rPr kumimoji="0" lang="id-ID" altLang="id-ID" sz="1800" b="0" i="0" u="none" strike="noStrike" cap="none" normalizeH="0" baseline="0" dirty="0">
                <a:ln>
                  <a:noFill/>
                </a:ln>
                <a:solidFill>
                  <a:schemeClr val="tx1"/>
                </a:solidFill>
                <a:effectLst/>
              </a:rPr>
              <a:t> </a:t>
            </a:r>
            <a:r>
              <a:rPr kumimoji="0" lang="en-GB" altLang="id-ID" sz="1800" b="0" i="0" u="none" strike="noStrike" cap="none" normalizeH="0" baseline="0" dirty="0">
                <a:ln>
                  <a:noFill/>
                </a:ln>
                <a:solidFill>
                  <a:schemeClr val="tx1"/>
                </a:solidFill>
                <a:effectLst/>
              </a:rPr>
              <a:t>Half </a:t>
            </a:r>
            <a:r>
              <a:rPr kumimoji="0" lang="id-ID" altLang="id-ID" sz="1800" b="0" i="0" u="none" strike="noStrike" cap="none" normalizeH="0" baseline="0" dirty="0" err="1">
                <a:ln>
                  <a:noFill/>
                </a:ln>
                <a:solidFill>
                  <a:schemeClr val="tx1"/>
                </a:solidFill>
                <a:effectLst/>
              </a:rPr>
              <a:t>Volley</a:t>
            </a:r>
            <a:endParaRPr kumimoji="0" lang="id-ID" altLang="id-ID" sz="18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36697806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C8EE5-1832-C513-9788-382C45051FB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C8FA6EC0-6EAB-4A67-E4CA-115D9782B66C}"/>
              </a:ext>
            </a:extLst>
          </p:cNvPr>
          <p:cNvSpPr>
            <a:spLocks noGrp="1"/>
          </p:cNvSpPr>
          <p:nvPr>
            <p:ph type="title"/>
          </p:nvPr>
        </p:nvSpPr>
        <p:spPr>
          <a:xfrm>
            <a:off x="929148" y="381000"/>
            <a:ext cx="10017527" cy="1325563"/>
          </a:xfrm>
        </p:spPr>
        <p:txBody>
          <a:bodyPr rtlCol="0"/>
          <a:lstStyle/>
          <a:p>
            <a:r>
              <a:rPr lang="sv-SE" dirty="0"/>
              <a:t>Analisis Hubungan Antar Variabel (Bivariat)</a:t>
            </a:r>
            <a:endParaRPr lang="id-ID" dirty="0"/>
          </a:p>
        </p:txBody>
      </p:sp>
      <p:sp>
        <p:nvSpPr>
          <p:cNvPr id="9" name="Tampungan Nomor Slide 8">
            <a:extLst>
              <a:ext uri="{FF2B5EF4-FFF2-40B4-BE49-F238E27FC236}">
                <a16:creationId xmlns:a16="http://schemas.microsoft.com/office/drawing/2014/main" id="{ED01E372-17D2-18FC-C06F-B9ADCA533C1A}"/>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53</a:t>
            </a:fld>
            <a:endParaRPr lang="id-ID"/>
          </a:p>
        </p:txBody>
      </p:sp>
      <p:pic>
        <p:nvPicPr>
          <p:cNvPr id="3" name="Picture 2">
            <a:extLst>
              <a:ext uri="{FF2B5EF4-FFF2-40B4-BE49-F238E27FC236}">
                <a16:creationId xmlns:a16="http://schemas.microsoft.com/office/drawing/2014/main" id="{643E6E57-7361-89B8-FAD6-7CCEFA0DC26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926128" y="1474839"/>
            <a:ext cx="7884872" cy="4702651"/>
          </a:xfrm>
          <a:prstGeom prst="rect">
            <a:avLst/>
          </a:prstGeom>
          <a:noFill/>
          <a:ln>
            <a:noFill/>
          </a:ln>
        </p:spPr>
      </p:pic>
      <p:sp>
        <p:nvSpPr>
          <p:cNvPr id="6" name="Rectangle 1">
            <a:extLst>
              <a:ext uri="{FF2B5EF4-FFF2-40B4-BE49-F238E27FC236}">
                <a16:creationId xmlns:a16="http://schemas.microsoft.com/office/drawing/2014/main" id="{E79DC70D-8CF7-4F88-9942-290B915A50A7}"/>
              </a:ext>
            </a:extLst>
          </p:cNvPr>
          <p:cNvSpPr>
            <a:spLocks noChangeArrowheads="1"/>
          </p:cNvSpPr>
          <p:nvPr/>
        </p:nvSpPr>
        <p:spPr bwMode="auto">
          <a:xfrm>
            <a:off x="929148" y="2228671"/>
            <a:ext cx="2197510"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lang="en-GB" altLang="id-ID" b="1" dirty="0"/>
              <a:t>40: </a:t>
            </a:r>
            <a:r>
              <a:rPr lang="en-GB" altLang="id-ID" dirty="0"/>
              <a:t>Right Foot</a:t>
            </a:r>
          </a:p>
          <a:p>
            <a:pPr marL="0" marR="0" lvl="0" indent="0" algn="l" defTabSz="914400" rtl="0" eaLnBrk="0" fontAlgn="base" latinLnBrk="0" hangingPunct="0">
              <a:lnSpc>
                <a:spcPct val="100000"/>
              </a:lnSpc>
              <a:spcBef>
                <a:spcPct val="0"/>
              </a:spcBef>
              <a:spcAft>
                <a:spcPct val="0"/>
              </a:spcAft>
              <a:buClrTx/>
              <a:buSzTx/>
              <a:tabLst/>
            </a:pPr>
            <a:r>
              <a:rPr kumimoji="0" lang="en-GB" altLang="id-ID" sz="1800" b="1" i="0" u="none" strike="noStrike" cap="none" normalizeH="0" baseline="0" dirty="0">
                <a:ln>
                  <a:noFill/>
                </a:ln>
                <a:solidFill>
                  <a:schemeClr val="tx1"/>
                </a:solidFill>
                <a:effectLst/>
              </a:rPr>
              <a:t>38: </a:t>
            </a:r>
            <a:r>
              <a:rPr kumimoji="0" lang="en-GB" altLang="id-ID" sz="1800" i="0" u="none" strike="noStrike" cap="none" normalizeH="0" baseline="0" dirty="0">
                <a:ln>
                  <a:noFill/>
                </a:ln>
                <a:solidFill>
                  <a:schemeClr val="tx1"/>
                </a:solidFill>
                <a:effectLst/>
              </a:rPr>
              <a:t>Left Foot</a:t>
            </a:r>
          </a:p>
          <a:p>
            <a:pPr marL="0" marR="0" lvl="0" indent="0" algn="l" defTabSz="914400" rtl="0" eaLnBrk="0" fontAlgn="base" latinLnBrk="0" hangingPunct="0">
              <a:lnSpc>
                <a:spcPct val="100000"/>
              </a:lnSpc>
              <a:spcBef>
                <a:spcPct val="0"/>
              </a:spcBef>
              <a:spcAft>
                <a:spcPct val="0"/>
              </a:spcAft>
              <a:buClrTx/>
              <a:buSzTx/>
              <a:tabLst/>
            </a:pPr>
            <a:r>
              <a:rPr kumimoji="0" lang="en-GB" altLang="id-ID" sz="1800" b="1" i="0" u="none" strike="noStrike" cap="none" normalizeH="0" baseline="0" dirty="0">
                <a:ln>
                  <a:noFill/>
                </a:ln>
                <a:solidFill>
                  <a:schemeClr val="tx1"/>
                </a:solidFill>
                <a:effectLst/>
              </a:rPr>
              <a:t>37: </a:t>
            </a:r>
            <a:r>
              <a:rPr kumimoji="0" lang="en-GB" altLang="id-ID" sz="1800" i="0" u="none" strike="noStrike" cap="none" normalizeH="0" baseline="0" dirty="0">
                <a:ln>
                  <a:noFill/>
                </a:ln>
                <a:solidFill>
                  <a:schemeClr val="tx1"/>
                </a:solidFill>
                <a:effectLst/>
              </a:rPr>
              <a:t>Head</a:t>
            </a:r>
          </a:p>
          <a:p>
            <a:pPr marL="0" marR="0" lvl="0" indent="0" algn="l" defTabSz="914400" rtl="0" eaLnBrk="0" fontAlgn="base" latinLnBrk="0" hangingPunct="0">
              <a:lnSpc>
                <a:spcPct val="100000"/>
              </a:lnSpc>
              <a:spcBef>
                <a:spcPct val="0"/>
              </a:spcBef>
              <a:spcAft>
                <a:spcPct val="0"/>
              </a:spcAft>
              <a:buClrTx/>
              <a:buSzTx/>
              <a:tabLst/>
            </a:pPr>
            <a:r>
              <a:rPr kumimoji="0" lang="en-GB" altLang="id-ID" sz="1800" b="1" i="0" u="none" strike="noStrike" cap="none" normalizeH="0" baseline="0" dirty="0">
                <a:ln>
                  <a:noFill/>
                </a:ln>
                <a:solidFill>
                  <a:schemeClr val="tx1"/>
                </a:solidFill>
                <a:effectLst/>
              </a:rPr>
              <a:t>70:</a:t>
            </a:r>
            <a:r>
              <a:rPr kumimoji="0" lang="en-GB" altLang="id-ID" sz="1800" i="0" u="none" strike="noStrike" cap="none" normalizeH="0" baseline="0" dirty="0">
                <a:ln>
                  <a:noFill/>
                </a:ln>
                <a:solidFill>
                  <a:schemeClr val="tx1"/>
                </a:solidFill>
                <a:effectLst/>
              </a:rPr>
              <a:t> Other</a:t>
            </a:r>
            <a:endParaRPr kumimoji="0" lang="id-ID" altLang="id-ID" sz="1800" b="1"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340738085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ECD07-DCC6-D42A-7016-4CA37FC113C5}"/>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766E2FCF-1FAD-8F29-6C44-60A49C8D9E50}"/>
              </a:ext>
            </a:extLst>
          </p:cNvPr>
          <p:cNvSpPr>
            <a:spLocks noGrp="1"/>
          </p:cNvSpPr>
          <p:nvPr>
            <p:ph type="title"/>
          </p:nvPr>
        </p:nvSpPr>
        <p:spPr>
          <a:xfrm>
            <a:off x="1884303" y="381000"/>
            <a:ext cx="9062372" cy="1325563"/>
          </a:xfrm>
        </p:spPr>
        <p:txBody>
          <a:bodyPr rtlCol="0"/>
          <a:lstStyle/>
          <a:p>
            <a:r>
              <a:rPr lang="id-ID" dirty="0" err="1"/>
              <a:t>Preprocessing</a:t>
            </a:r>
            <a:endParaRPr lang="id-ID" dirty="0"/>
          </a:p>
        </p:txBody>
      </p:sp>
      <p:sp>
        <p:nvSpPr>
          <p:cNvPr id="4" name="Tampungan Konten 3">
            <a:extLst>
              <a:ext uri="{FF2B5EF4-FFF2-40B4-BE49-F238E27FC236}">
                <a16:creationId xmlns:a16="http://schemas.microsoft.com/office/drawing/2014/main" id="{F0D904EE-6674-E812-70A6-9D74ADE13A51}"/>
              </a:ext>
            </a:extLst>
          </p:cNvPr>
          <p:cNvSpPr>
            <a:spLocks noGrp="1"/>
          </p:cNvSpPr>
          <p:nvPr>
            <p:ph idx="1"/>
          </p:nvPr>
        </p:nvSpPr>
        <p:spPr>
          <a:xfrm>
            <a:off x="1102638" y="2134676"/>
            <a:ext cx="6682462" cy="1578488"/>
          </a:xfrm>
        </p:spPr>
        <p:txBody>
          <a:bodyPr vert="horz" lIns="91440" tIns="45720" rIns="91440" bIns="45720" rtlCol="0" anchor="t">
            <a:normAutofit/>
          </a:bodyPr>
          <a:lstStyle/>
          <a:p>
            <a:r>
              <a:rPr lang="en-GB" sz="2400" dirty="0" err="1"/>
              <a:t>Untuk</a:t>
            </a:r>
            <a:r>
              <a:rPr lang="en-GB" sz="2400" dirty="0"/>
              <a:t> </a:t>
            </a:r>
            <a:r>
              <a:rPr lang="en-GB" sz="2400" dirty="0" err="1"/>
              <a:t>memastikan</a:t>
            </a:r>
            <a:r>
              <a:rPr lang="en-GB" sz="2400" dirty="0"/>
              <a:t> data </a:t>
            </a:r>
            <a:r>
              <a:rPr lang="en-GB" sz="2400" dirty="0" err="1"/>
              <a:t>tidak</a:t>
            </a:r>
            <a:r>
              <a:rPr lang="en-GB" sz="2400" dirty="0"/>
              <a:t> </a:t>
            </a:r>
            <a:r>
              <a:rPr lang="en-GB" sz="2400" dirty="0" err="1"/>
              <a:t>ada</a:t>
            </a:r>
            <a:r>
              <a:rPr lang="en-GB" sz="2400" dirty="0"/>
              <a:t> yang </a:t>
            </a:r>
            <a:r>
              <a:rPr lang="en-GB" sz="2400" dirty="0" err="1"/>
              <a:t>kosong</a:t>
            </a:r>
            <a:r>
              <a:rPr lang="en-GB" sz="2400" dirty="0"/>
              <a:t> dan </a:t>
            </a:r>
            <a:r>
              <a:rPr lang="en-GB" sz="2400" dirty="0" err="1"/>
              <a:t>duplikat</a:t>
            </a:r>
            <a:r>
              <a:rPr lang="en-GB" sz="2400" dirty="0"/>
              <a:t> </a:t>
            </a:r>
            <a:r>
              <a:rPr lang="en-GB" sz="2400" dirty="0" err="1"/>
              <a:t>dilakukan</a:t>
            </a:r>
            <a:r>
              <a:rPr lang="en-GB" sz="2400" dirty="0"/>
              <a:t> </a:t>
            </a:r>
            <a:r>
              <a:rPr lang="en-GB" sz="2400" dirty="0" err="1"/>
              <a:t>pengecekan</a:t>
            </a:r>
            <a:r>
              <a:rPr lang="en-GB" sz="2400" dirty="0"/>
              <a:t> </a:t>
            </a:r>
            <a:r>
              <a:rPr lang="en-GB" sz="2400" dirty="0" err="1"/>
              <a:t>menggunakan</a:t>
            </a:r>
            <a:r>
              <a:rPr lang="en-GB" sz="2400" dirty="0"/>
              <a:t> library pandas.</a:t>
            </a:r>
          </a:p>
        </p:txBody>
      </p:sp>
      <p:sp>
        <p:nvSpPr>
          <p:cNvPr id="9" name="Tampungan Nomor Slide 8">
            <a:extLst>
              <a:ext uri="{FF2B5EF4-FFF2-40B4-BE49-F238E27FC236}">
                <a16:creationId xmlns:a16="http://schemas.microsoft.com/office/drawing/2014/main" id="{D6121B21-790A-418B-9B98-C1C67D317E26}"/>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54</a:t>
            </a:fld>
            <a:endParaRPr lang="id-ID"/>
          </a:p>
        </p:txBody>
      </p:sp>
      <p:pic>
        <p:nvPicPr>
          <p:cNvPr id="5" name="Picture 4">
            <a:extLst>
              <a:ext uri="{FF2B5EF4-FFF2-40B4-BE49-F238E27FC236}">
                <a16:creationId xmlns:a16="http://schemas.microsoft.com/office/drawing/2014/main" id="{69009B1A-728B-282C-B441-8B1369B2D6A0}"/>
              </a:ext>
            </a:extLst>
          </p:cNvPr>
          <p:cNvPicPr>
            <a:picLocks noChangeAspect="1"/>
          </p:cNvPicPr>
          <p:nvPr/>
        </p:nvPicPr>
        <p:blipFill>
          <a:blip r:embed="rId3" cstate="print">
            <a:extLst>
              <a:ext uri="{28A0092B-C50C-407E-A947-70E740481C1C}">
                <a14:useLocalDpi xmlns:a14="http://schemas.microsoft.com/office/drawing/2010/main" val="0"/>
              </a:ext>
            </a:extLst>
          </a:blip>
          <a:srcRect t="57952" b="25912"/>
          <a:stretch>
            <a:fillRect/>
          </a:stretch>
        </p:blipFill>
        <p:spPr bwMode="auto">
          <a:xfrm>
            <a:off x="7785100" y="1757363"/>
            <a:ext cx="2951406" cy="1905000"/>
          </a:xfrm>
          <a:prstGeom prst="rect">
            <a:avLst/>
          </a:prstGeom>
          <a:noFill/>
          <a:ln>
            <a:noFill/>
          </a:ln>
        </p:spPr>
      </p:pic>
      <p:pic>
        <p:nvPicPr>
          <p:cNvPr id="3" name="Picture 2">
            <a:extLst>
              <a:ext uri="{FF2B5EF4-FFF2-40B4-BE49-F238E27FC236}">
                <a16:creationId xmlns:a16="http://schemas.microsoft.com/office/drawing/2014/main" id="{C167678B-2545-D15E-E898-21102D5C91AC}"/>
              </a:ext>
            </a:extLst>
          </p:cNvPr>
          <p:cNvPicPr>
            <a:picLocks noChangeAspect="1"/>
          </p:cNvPicPr>
          <p:nvPr/>
        </p:nvPicPr>
        <p:blipFill>
          <a:blip r:embed="rId4"/>
          <a:stretch>
            <a:fillRect/>
          </a:stretch>
        </p:blipFill>
        <p:spPr>
          <a:xfrm>
            <a:off x="1102638" y="4039676"/>
            <a:ext cx="7100899" cy="1341538"/>
          </a:xfrm>
          <a:prstGeom prst="rect">
            <a:avLst/>
          </a:prstGeom>
        </p:spPr>
      </p:pic>
    </p:spTree>
    <p:extLst>
      <p:ext uri="{BB962C8B-B14F-4D97-AF65-F5344CB8AC3E}">
        <p14:creationId xmlns:p14="http://schemas.microsoft.com/office/powerpoint/2010/main" val="4634684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83AB57-2353-6A5F-C7AE-F147CB3409A0}"/>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BB6CAC7A-D4A1-7DCF-7E2E-AC8E6F6140EB}"/>
              </a:ext>
            </a:extLst>
          </p:cNvPr>
          <p:cNvSpPr>
            <a:spLocks noGrp="1"/>
          </p:cNvSpPr>
          <p:nvPr>
            <p:ph type="title"/>
          </p:nvPr>
        </p:nvSpPr>
        <p:spPr>
          <a:xfrm>
            <a:off x="1167492" y="522807"/>
            <a:ext cx="9779183" cy="1325563"/>
          </a:xfrm>
        </p:spPr>
        <p:txBody>
          <a:bodyPr rtlCol="0"/>
          <a:lstStyle/>
          <a:p>
            <a:pPr rtl="0"/>
            <a:r>
              <a:rPr lang="en-GB" sz="5400" dirty="0"/>
              <a:t>Transformation</a:t>
            </a:r>
            <a:endParaRPr lang="id-ID" sz="5400" dirty="0"/>
          </a:p>
        </p:txBody>
      </p:sp>
      <p:sp>
        <p:nvSpPr>
          <p:cNvPr id="6" name="Tampungan Nomor Slide 5">
            <a:extLst>
              <a:ext uri="{FF2B5EF4-FFF2-40B4-BE49-F238E27FC236}">
                <a16:creationId xmlns:a16="http://schemas.microsoft.com/office/drawing/2014/main" id="{70AA5EB0-2DAA-0BA7-0BC6-9FC0722F51B1}"/>
              </a:ext>
            </a:extLst>
          </p:cNvPr>
          <p:cNvSpPr>
            <a:spLocks noGrp="1"/>
          </p:cNvSpPr>
          <p:nvPr>
            <p:ph type="sldNum" sz="quarter" idx="4"/>
          </p:nvPr>
        </p:nvSpPr>
        <p:spPr/>
        <p:txBody>
          <a:bodyPr rtlCol="0"/>
          <a:lstStyle/>
          <a:p>
            <a:pPr rtl="0"/>
            <a:fld id="{294A09A9-5501-47C1-A89A-A340965A2BE2}" type="slidenum">
              <a:rPr lang="id-ID" smtClean="0"/>
              <a:pPr rtl="0"/>
              <a:t>55</a:t>
            </a:fld>
            <a:endParaRPr lang="id-ID"/>
          </a:p>
        </p:txBody>
      </p:sp>
      <p:sp>
        <p:nvSpPr>
          <p:cNvPr id="8" name="Content Placeholder 7">
            <a:extLst>
              <a:ext uri="{FF2B5EF4-FFF2-40B4-BE49-F238E27FC236}">
                <a16:creationId xmlns:a16="http://schemas.microsoft.com/office/drawing/2014/main" id="{8E740096-F6E8-2107-DCB4-B5BFB5F07C4E}"/>
              </a:ext>
            </a:extLst>
          </p:cNvPr>
          <p:cNvSpPr>
            <a:spLocks noGrp="1"/>
          </p:cNvSpPr>
          <p:nvPr>
            <p:ph idx="1"/>
          </p:nvPr>
        </p:nvSpPr>
        <p:spPr>
          <a:xfrm>
            <a:off x="1202955" y="1780801"/>
            <a:ext cx="5124103" cy="3867831"/>
          </a:xfrm>
        </p:spPr>
        <p:txBody>
          <a:bodyPr/>
          <a:lstStyle/>
          <a:p>
            <a:r>
              <a:rPr lang="id-ID" dirty="0"/>
              <a:t>Pada tahap transformasi, dilakukan rekayasa fitur untuk menciptakan variabel baru yang lebih informatif, seperti jarak tembakan ke gawang (</a:t>
            </a:r>
            <a:r>
              <a:rPr lang="id-ID" dirty="0" err="1"/>
              <a:t>distance_to_goal</a:t>
            </a:r>
            <a:r>
              <a:rPr lang="id-ID" dirty="0"/>
              <a:t>), sudut tembak (</a:t>
            </a:r>
            <a:r>
              <a:rPr lang="id-ID" dirty="0" err="1"/>
              <a:t>angle_to_goal</a:t>
            </a:r>
            <a:r>
              <a:rPr lang="id-ID" dirty="0"/>
              <a:t>), dan jenis kejadian sebelum tembakan (</a:t>
            </a:r>
            <a:r>
              <a:rPr lang="id-ID" dirty="0" err="1"/>
              <a:t>type_before</a:t>
            </a:r>
            <a:r>
              <a:rPr lang="id-ID" dirty="0"/>
              <a:t>). </a:t>
            </a:r>
          </a:p>
        </p:txBody>
      </p:sp>
      <p:pic>
        <p:nvPicPr>
          <p:cNvPr id="3" name="Picture 2">
            <a:extLst>
              <a:ext uri="{FF2B5EF4-FFF2-40B4-BE49-F238E27FC236}">
                <a16:creationId xmlns:a16="http://schemas.microsoft.com/office/drawing/2014/main" id="{B6684D46-ACD9-5C16-BC88-B71335191B4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10168" y="291802"/>
            <a:ext cx="1415845" cy="6274395"/>
          </a:xfrm>
          <a:prstGeom prst="rect">
            <a:avLst/>
          </a:prstGeom>
          <a:noFill/>
          <a:ln>
            <a:noFill/>
          </a:ln>
        </p:spPr>
      </p:pic>
    </p:spTree>
    <p:extLst>
      <p:ext uri="{BB962C8B-B14F-4D97-AF65-F5344CB8AC3E}">
        <p14:creationId xmlns:p14="http://schemas.microsoft.com/office/powerpoint/2010/main" val="23469559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B62B8-AAFF-8209-0704-E7B59C7E0FA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686D818-4586-C4E2-4021-6B4F5D5ED5A9}"/>
              </a:ext>
            </a:extLst>
          </p:cNvPr>
          <p:cNvSpPr>
            <a:spLocks noGrp="1"/>
          </p:cNvSpPr>
          <p:nvPr>
            <p:ph type="title"/>
          </p:nvPr>
        </p:nvSpPr>
        <p:spPr>
          <a:xfrm>
            <a:off x="1167492" y="522807"/>
            <a:ext cx="9779183" cy="1325563"/>
          </a:xfrm>
        </p:spPr>
        <p:txBody>
          <a:bodyPr rtlCol="0"/>
          <a:lstStyle/>
          <a:p>
            <a:pPr rtl="0"/>
            <a:r>
              <a:rPr lang="en-GB" sz="5400" dirty="0"/>
              <a:t>Transformation</a:t>
            </a:r>
            <a:endParaRPr lang="id-ID" sz="5400" dirty="0"/>
          </a:p>
        </p:txBody>
      </p:sp>
      <p:sp>
        <p:nvSpPr>
          <p:cNvPr id="6" name="Tampungan Nomor Slide 5">
            <a:extLst>
              <a:ext uri="{FF2B5EF4-FFF2-40B4-BE49-F238E27FC236}">
                <a16:creationId xmlns:a16="http://schemas.microsoft.com/office/drawing/2014/main" id="{B9C508BF-C045-B5A5-71E9-1A51E1BB6217}"/>
              </a:ext>
            </a:extLst>
          </p:cNvPr>
          <p:cNvSpPr>
            <a:spLocks noGrp="1"/>
          </p:cNvSpPr>
          <p:nvPr>
            <p:ph type="sldNum" sz="quarter" idx="4"/>
          </p:nvPr>
        </p:nvSpPr>
        <p:spPr/>
        <p:txBody>
          <a:bodyPr rtlCol="0"/>
          <a:lstStyle/>
          <a:p>
            <a:pPr rtl="0"/>
            <a:fld id="{294A09A9-5501-47C1-A89A-A340965A2BE2}" type="slidenum">
              <a:rPr lang="id-ID" smtClean="0"/>
              <a:pPr rtl="0"/>
              <a:t>56</a:t>
            </a:fld>
            <a:endParaRPr lang="id-ID"/>
          </a:p>
        </p:txBody>
      </p:sp>
      <p:pic>
        <p:nvPicPr>
          <p:cNvPr id="10" name="Picture 9">
            <a:extLst>
              <a:ext uri="{FF2B5EF4-FFF2-40B4-BE49-F238E27FC236}">
                <a16:creationId xmlns:a16="http://schemas.microsoft.com/office/drawing/2014/main" id="{E6B7E322-4BA0-0CAC-2242-931BFC86AEF8}"/>
              </a:ext>
            </a:extLst>
          </p:cNvPr>
          <p:cNvPicPr>
            <a:picLocks noChangeAspect="1"/>
          </p:cNvPicPr>
          <p:nvPr/>
        </p:nvPicPr>
        <p:blipFill>
          <a:blip r:embed="rId3"/>
          <a:stretch>
            <a:fillRect/>
          </a:stretch>
        </p:blipFill>
        <p:spPr>
          <a:xfrm>
            <a:off x="1167492" y="2087563"/>
            <a:ext cx="3124289" cy="4350290"/>
          </a:xfrm>
          <a:prstGeom prst="rect">
            <a:avLst/>
          </a:prstGeom>
        </p:spPr>
      </p:pic>
      <p:sp>
        <p:nvSpPr>
          <p:cNvPr id="4" name="Content Placeholder 3">
            <a:extLst>
              <a:ext uri="{FF2B5EF4-FFF2-40B4-BE49-F238E27FC236}">
                <a16:creationId xmlns:a16="http://schemas.microsoft.com/office/drawing/2014/main" id="{13B3DEDA-2779-05D3-EF80-DE33644C5C2A}"/>
              </a:ext>
            </a:extLst>
          </p:cNvPr>
          <p:cNvSpPr>
            <a:spLocks noGrp="1"/>
          </p:cNvSpPr>
          <p:nvPr>
            <p:ph idx="1"/>
          </p:nvPr>
        </p:nvSpPr>
        <p:spPr>
          <a:xfrm>
            <a:off x="4291781" y="2087563"/>
            <a:ext cx="6242496" cy="1629031"/>
          </a:xfrm>
        </p:spPr>
        <p:txBody>
          <a:bodyPr/>
          <a:lstStyle/>
          <a:p>
            <a:r>
              <a:rPr lang="en-GB" dirty="0" err="1"/>
              <a:t>Titik</a:t>
            </a:r>
            <a:r>
              <a:rPr lang="en-GB" dirty="0"/>
              <a:t> </a:t>
            </a:r>
            <a:r>
              <a:rPr lang="en-GB" dirty="0" err="1"/>
              <a:t>tembakan</a:t>
            </a:r>
            <a:r>
              <a:rPr lang="en-GB" dirty="0"/>
              <a:t> </a:t>
            </a:r>
            <a:r>
              <a:rPr lang="en-GB" dirty="0" err="1"/>
              <a:t>akan</a:t>
            </a:r>
            <a:r>
              <a:rPr lang="en-GB" dirty="0"/>
              <a:t> </a:t>
            </a:r>
            <a:r>
              <a:rPr lang="en-GB" dirty="0" err="1"/>
              <a:t>dihitung</a:t>
            </a:r>
            <a:r>
              <a:rPr lang="en-GB" dirty="0"/>
              <a:t> </a:t>
            </a:r>
            <a:r>
              <a:rPr lang="en-GB" dirty="0" err="1"/>
              <a:t>menggunakan</a:t>
            </a:r>
            <a:r>
              <a:rPr lang="en-GB" dirty="0"/>
              <a:t> </a:t>
            </a:r>
            <a:r>
              <a:rPr lang="en-GB" dirty="0" err="1"/>
              <a:t>start_x</a:t>
            </a:r>
            <a:r>
              <a:rPr lang="en-GB" dirty="0"/>
              <a:t> dan </a:t>
            </a:r>
            <a:r>
              <a:rPr lang="en-GB" dirty="0" err="1"/>
              <a:t>start_y</a:t>
            </a:r>
            <a:r>
              <a:rPr lang="en-GB" dirty="0"/>
              <a:t> </a:t>
            </a:r>
            <a:r>
              <a:rPr lang="en-GB" dirty="0" err="1"/>
              <a:t>untuk</a:t>
            </a:r>
            <a:r>
              <a:rPr lang="en-GB" dirty="0"/>
              <a:t> </a:t>
            </a:r>
            <a:r>
              <a:rPr lang="en-GB" dirty="0" err="1"/>
              <a:t>menghitung</a:t>
            </a:r>
            <a:r>
              <a:rPr lang="en-GB" dirty="0"/>
              <a:t> </a:t>
            </a:r>
            <a:r>
              <a:rPr lang="en-GB" dirty="0" err="1"/>
              <a:t>jarak</a:t>
            </a:r>
            <a:r>
              <a:rPr lang="en-GB" dirty="0"/>
              <a:t> </a:t>
            </a:r>
            <a:r>
              <a:rPr lang="en-GB" dirty="0" err="1"/>
              <a:t>ke</a:t>
            </a:r>
            <a:r>
              <a:rPr lang="en-GB" dirty="0"/>
              <a:t> </a:t>
            </a:r>
            <a:r>
              <a:rPr lang="en-GB" dirty="0" err="1"/>
              <a:t>gawang</a:t>
            </a:r>
            <a:r>
              <a:rPr lang="en-GB" dirty="0"/>
              <a:t> meng</a:t>
            </a:r>
            <a:r>
              <a:rPr lang="id-ID" dirty="0"/>
              <a:t>gunakan rumus Jarak </a:t>
            </a:r>
            <a:r>
              <a:rPr lang="id-ID" dirty="0" err="1"/>
              <a:t>Euclidean</a:t>
            </a:r>
            <a:r>
              <a:rPr lang="id-ID" dirty="0"/>
              <a:t>:</a:t>
            </a:r>
            <a:endParaRPr lang="en-GB" dirty="0"/>
          </a:p>
          <a:p>
            <a:endParaRPr lang="id-ID" dirty="0"/>
          </a:p>
        </p:txBody>
      </p:sp>
      <mc:AlternateContent xmlns:mc="http://schemas.openxmlformats.org/markup-compatibility/2006" xmlns:a14="http://schemas.microsoft.com/office/drawing/2010/main">
        <mc:Choice Requires="a14">
          <p:sp>
            <p:nvSpPr>
              <p:cNvPr id="5" name="Content Placeholder 3">
                <a:extLst>
                  <a:ext uri="{FF2B5EF4-FFF2-40B4-BE49-F238E27FC236}">
                    <a16:creationId xmlns:a16="http://schemas.microsoft.com/office/drawing/2014/main" id="{936B4C51-9C8B-6B8D-24D5-498113AE0A1B}"/>
                  </a:ext>
                </a:extLst>
              </p:cNvPr>
              <p:cNvSpPr txBox="1">
                <a:spLocks/>
              </p:cNvSpPr>
              <p:nvPr/>
            </p:nvSpPr>
            <p:spPr>
              <a:xfrm>
                <a:off x="3333135" y="3955787"/>
                <a:ext cx="9497962" cy="1629031"/>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14:m>
                  <m:oMathPara xmlns:m="http://schemas.openxmlformats.org/officeDocument/2006/math">
                    <m:oMathParaPr>
                      <m:jc m:val="centerGroup"/>
                    </m:oMathParaPr>
                    <m:oMath xmlns:m="http://schemas.openxmlformats.org/officeDocument/2006/math">
                      <m:r>
                        <m:rPr>
                          <m:nor/>
                        </m:rPr>
                        <a:rPr lang="id-ID" sz="2000" dirty="0">
                          <a:latin typeface="Cambria Math" panose="02040503050406030204" pitchFamily="18" charset="0"/>
                        </a:rPr>
                        <m:t>Jar</m:t>
                      </m:r>
                      <m:r>
                        <m:rPr>
                          <m:sty m:val="p"/>
                        </m:rPr>
                        <a:rPr lang="en-GB" sz="2000" i="1" dirty="0">
                          <a:latin typeface="Cambria Math" panose="02040503050406030204" pitchFamily="18" charset="0"/>
                        </a:rPr>
                        <m:t>ak</m:t>
                      </m:r>
                      <m:r>
                        <a:rPr lang="id-ID" sz="2000" i="1" dirty="0">
                          <a:latin typeface="Cambria Math" panose="02040503050406030204" pitchFamily="18" charset="0"/>
                        </a:rPr>
                        <m:t>=</m:t>
                      </m:r>
                      <m:rad>
                        <m:radPr>
                          <m:degHide m:val="on"/>
                          <m:ctrlPr>
                            <a:rPr lang="id-ID" sz="2000" i="1" dirty="0">
                              <a:latin typeface="Cambria Math" panose="02040503050406030204" pitchFamily="18" charset="0"/>
                            </a:rPr>
                          </m:ctrlPr>
                        </m:radPr>
                        <m:deg/>
                        <m:e>
                          <m:sSup>
                            <m:sSupPr>
                              <m:ctrlPr>
                                <a:rPr lang="id-ID" sz="2000" i="1" dirty="0">
                                  <a:latin typeface="Cambria Math" panose="02040503050406030204" pitchFamily="18" charset="0"/>
                                </a:rPr>
                              </m:ctrlPr>
                            </m:sSupPr>
                            <m:e>
                              <m:d>
                                <m:dPr>
                                  <m:ctrlPr>
                                    <a:rPr lang="id-ID" sz="2000" i="1" dirty="0">
                                      <a:latin typeface="Cambria Math" panose="02040503050406030204" pitchFamily="18" charset="0"/>
                                    </a:rPr>
                                  </m:ctrlPr>
                                </m:dPr>
                                <m:e>
                                  <m:sSub>
                                    <m:sSubPr>
                                      <m:ctrlPr>
                                        <a:rPr lang="id-ID" sz="2000" i="1" dirty="0">
                                          <a:latin typeface="Cambria Math" panose="02040503050406030204" pitchFamily="18" charset="0"/>
                                        </a:rPr>
                                      </m:ctrlPr>
                                    </m:sSubPr>
                                    <m:e>
                                      <m:r>
                                        <a:rPr lang="id-ID" sz="2000" i="1" dirty="0">
                                          <a:latin typeface="Cambria Math" panose="02040503050406030204" pitchFamily="18" charset="0"/>
                                        </a:rPr>
                                        <m:t>𝑥</m:t>
                                      </m:r>
                                    </m:e>
                                    <m:sub>
                                      <m:r>
                                        <m:rPr>
                                          <m:nor/>
                                        </m:rPr>
                                        <a:rPr lang="id-ID" sz="2000" dirty="0">
                                          <a:latin typeface="Cambria Math" panose="02040503050406030204" pitchFamily="18" charset="0"/>
                                        </a:rPr>
                                        <m:t>gawang</m:t>
                                      </m:r>
                                    </m:sub>
                                  </m:sSub>
                                  <m:r>
                                    <a:rPr lang="id-ID" sz="2000" i="1" dirty="0">
                                      <a:latin typeface="Cambria Math" panose="02040503050406030204" pitchFamily="18" charset="0"/>
                                    </a:rPr>
                                    <m:t>−</m:t>
                                  </m:r>
                                  <m:sSub>
                                    <m:sSubPr>
                                      <m:ctrlPr>
                                        <a:rPr lang="id-ID" sz="2000" i="1" dirty="0">
                                          <a:latin typeface="Cambria Math" panose="02040503050406030204" pitchFamily="18" charset="0"/>
                                        </a:rPr>
                                      </m:ctrlPr>
                                    </m:sSubPr>
                                    <m:e>
                                      <m:r>
                                        <a:rPr lang="id-ID" sz="2000" i="1" dirty="0">
                                          <a:latin typeface="Cambria Math" panose="02040503050406030204" pitchFamily="18" charset="0"/>
                                        </a:rPr>
                                        <m:t>𝑥</m:t>
                                      </m:r>
                                    </m:e>
                                    <m:sub>
                                      <m:r>
                                        <m:rPr>
                                          <m:nor/>
                                        </m:rPr>
                                        <a:rPr lang="id-ID" sz="2000" dirty="0">
                                          <a:latin typeface="Cambria Math" panose="02040503050406030204" pitchFamily="18" charset="0"/>
                                        </a:rPr>
                                        <m:t>tembakan</m:t>
                                      </m:r>
                                    </m:sub>
                                  </m:sSub>
                                </m:e>
                              </m:d>
                            </m:e>
                            <m:sup>
                              <m:r>
                                <a:rPr lang="id-ID" sz="2000" i="1" dirty="0">
                                  <a:latin typeface="Cambria Math" panose="02040503050406030204" pitchFamily="18" charset="0"/>
                                </a:rPr>
                                <m:t>2</m:t>
                              </m:r>
                            </m:sup>
                          </m:sSup>
                          <m:r>
                            <a:rPr lang="id-ID" sz="2000" i="1" dirty="0">
                              <a:latin typeface="Cambria Math" panose="02040503050406030204" pitchFamily="18" charset="0"/>
                            </a:rPr>
                            <m:t>+</m:t>
                          </m:r>
                          <m:sSup>
                            <m:sSupPr>
                              <m:ctrlPr>
                                <a:rPr lang="id-ID" sz="2000" i="1" dirty="0">
                                  <a:latin typeface="Cambria Math" panose="02040503050406030204" pitchFamily="18" charset="0"/>
                                </a:rPr>
                              </m:ctrlPr>
                            </m:sSupPr>
                            <m:e>
                              <m:d>
                                <m:dPr>
                                  <m:ctrlPr>
                                    <a:rPr lang="id-ID" sz="2000" i="1" dirty="0">
                                      <a:latin typeface="Cambria Math" panose="02040503050406030204" pitchFamily="18" charset="0"/>
                                    </a:rPr>
                                  </m:ctrlPr>
                                </m:dPr>
                                <m:e>
                                  <m:sSub>
                                    <m:sSubPr>
                                      <m:ctrlPr>
                                        <a:rPr lang="id-ID" sz="2000" i="1" dirty="0">
                                          <a:latin typeface="Cambria Math" panose="02040503050406030204" pitchFamily="18" charset="0"/>
                                        </a:rPr>
                                      </m:ctrlPr>
                                    </m:sSubPr>
                                    <m:e>
                                      <m:r>
                                        <a:rPr lang="id-ID" sz="2000" i="1" dirty="0">
                                          <a:latin typeface="Cambria Math" panose="02040503050406030204" pitchFamily="18" charset="0"/>
                                        </a:rPr>
                                        <m:t>𝑦</m:t>
                                      </m:r>
                                    </m:e>
                                    <m:sub>
                                      <m:r>
                                        <m:rPr>
                                          <m:nor/>
                                        </m:rPr>
                                        <a:rPr lang="id-ID" sz="2000" dirty="0">
                                          <a:latin typeface="Cambria Math" panose="02040503050406030204" pitchFamily="18" charset="0"/>
                                        </a:rPr>
                                        <m:t>gawang</m:t>
                                      </m:r>
                                    </m:sub>
                                  </m:sSub>
                                  <m:r>
                                    <a:rPr lang="id-ID" sz="2000" i="1" dirty="0">
                                      <a:latin typeface="Cambria Math" panose="02040503050406030204" pitchFamily="18" charset="0"/>
                                    </a:rPr>
                                    <m:t>−</m:t>
                                  </m:r>
                                  <m:sSub>
                                    <m:sSubPr>
                                      <m:ctrlPr>
                                        <a:rPr lang="id-ID" sz="2000" i="1" dirty="0">
                                          <a:latin typeface="Cambria Math" panose="02040503050406030204" pitchFamily="18" charset="0"/>
                                        </a:rPr>
                                      </m:ctrlPr>
                                    </m:sSubPr>
                                    <m:e>
                                      <m:r>
                                        <a:rPr lang="id-ID" sz="2000" i="1" dirty="0">
                                          <a:latin typeface="Cambria Math" panose="02040503050406030204" pitchFamily="18" charset="0"/>
                                        </a:rPr>
                                        <m:t>𝑦</m:t>
                                      </m:r>
                                    </m:e>
                                    <m:sub>
                                      <m:r>
                                        <m:rPr>
                                          <m:nor/>
                                        </m:rPr>
                                        <a:rPr lang="id-ID" sz="2000" dirty="0">
                                          <a:latin typeface="Cambria Math" panose="02040503050406030204" pitchFamily="18" charset="0"/>
                                        </a:rPr>
                                        <m:t>tembakan</m:t>
                                      </m:r>
                                    </m:sub>
                                  </m:sSub>
                                </m:e>
                              </m:d>
                            </m:e>
                            <m:sup>
                              <m:r>
                                <a:rPr lang="id-ID" sz="2000" i="1" dirty="0">
                                  <a:latin typeface="Cambria Math" panose="02040503050406030204" pitchFamily="18" charset="0"/>
                                </a:rPr>
                                <m:t>2</m:t>
                              </m:r>
                            </m:sup>
                          </m:sSup>
                        </m:e>
                      </m:rad>
                    </m:oMath>
                  </m:oMathPara>
                </a14:m>
                <a:endParaRPr lang="id-ID" sz="2000" dirty="0"/>
              </a:p>
            </p:txBody>
          </p:sp>
        </mc:Choice>
        <mc:Fallback xmlns="">
          <p:sp>
            <p:nvSpPr>
              <p:cNvPr id="5" name="Content Placeholder 3">
                <a:extLst>
                  <a:ext uri="{FF2B5EF4-FFF2-40B4-BE49-F238E27FC236}">
                    <a16:creationId xmlns:a16="http://schemas.microsoft.com/office/drawing/2014/main" id="{936B4C51-9C8B-6B8D-24D5-498113AE0A1B}"/>
                  </a:ext>
                </a:extLst>
              </p:cNvPr>
              <p:cNvSpPr txBox="1">
                <a:spLocks noRot="1" noChangeAspect="1" noMove="1" noResize="1" noEditPoints="1" noAdjustHandles="1" noChangeArrowheads="1" noChangeShapeType="1" noTextEdit="1"/>
              </p:cNvSpPr>
              <p:nvPr/>
            </p:nvSpPr>
            <p:spPr>
              <a:xfrm>
                <a:off x="3333135" y="3955787"/>
                <a:ext cx="9497962" cy="1629031"/>
              </a:xfrm>
              <a:prstGeom prst="rect">
                <a:avLst/>
              </a:prstGeom>
              <a:blipFill>
                <a:blip r:embed="rId4"/>
                <a:stretch>
                  <a:fillRect/>
                </a:stretch>
              </a:blipFill>
            </p:spPr>
            <p:txBody>
              <a:bodyPr/>
              <a:lstStyle/>
              <a:p>
                <a:r>
                  <a:rPr lang="id-ID">
                    <a:noFill/>
                  </a:rPr>
                  <a:t> </a:t>
                </a:r>
              </a:p>
            </p:txBody>
          </p:sp>
        </mc:Fallback>
      </mc:AlternateContent>
      <p:pic>
        <p:nvPicPr>
          <p:cNvPr id="3" name="Picture 2">
            <a:extLst>
              <a:ext uri="{FF2B5EF4-FFF2-40B4-BE49-F238E27FC236}">
                <a16:creationId xmlns:a16="http://schemas.microsoft.com/office/drawing/2014/main" id="{E50C1461-0ED0-201A-596C-C64C44C1860C}"/>
              </a:ext>
            </a:extLst>
          </p:cNvPr>
          <p:cNvPicPr>
            <a:picLocks noChangeAspect="1"/>
          </p:cNvPicPr>
          <p:nvPr/>
        </p:nvPicPr>
        <p:blipFill>
          <a:blip r:embed="rId5" cstate="print">
            <a:extLst>
              <a:ext uri="{28A0092B-C50C-407E-A947-70E740481C1C}">
                <a14:useLocalDpi xmlns:a14="http://schemas.microsoft.com/office/drawing/2010/main" val="0"/>
              </a:ext>
            </a:extLst>
          </a:blip>
          <a:srcRect l="-3139" t="24808" r="3139" b="56934"/>
          <a:stretch>
            <a:fillRect/>
          </a:stretch>
        </p:blipFill>
        <p:spPr bwMode="auto">
          <a:xfrm>
            <a:off x="7595420" y="253979"/>
            <a:ext cx="2050026" cy="1658666"/>
          </a:xfrm>
          <a:prstGeom prst="rect">
            <a:avLst/>
          </a:prstGeom>
          <a:noFill/>
          <a:ln>
            <a:noFill/>
          </a:ln>
        </p:spPr>
      </p:pic>
    </p:spTree>
    <p:extLst>
      <p:ext uri="{BB962C8B-B14F-4D97-AF65-F5344CB8AC3E}">
        <p14:creationId xmlns:p14="http://schemas.microsoft.com/office/powerpoint/2010/main" val="8770461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DBBE7-73CF-3AD9-E644-21570FD3382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A9B80593-0587-35B7-91D4-837E2DB7A97B}"/>
              </a:ext>
            </a:extLst>
          </p:cNvPr>
          <p:cNvSpPr>
            <a:spLocks noGrp="1"/>
          </p:cNvSpPr>
          <p:nvPr>
            <p:ph type="title"/>
          </p:nvPr>
        </p:nvSpPr>
        <p:spPr>
          <a:xfrm>
            <a:off x="1167492" y="522807"/>
            <a:ext cx="9779183" cy="1325563"/>
          </a:xfrm>
        </p:spPr>
        <p:txBody>
          <a:bodyPr rtlCol="0"/>
          <a:lstStyle/>
          <a:p>
            <a:pPr rtl="0"/>
            <a:r>
              <a:rPr lang="en-GB" sz="5400" dirty="0"/>
              <a:t>Transformation</a:t>
            </a:r>
            <a:endParaRPr lang="id-ID" sz="5400" dirty="0"/>
          </a:p>
        </p:txBody>
      </p:sp>
      <p:sp>
        <p:nvSpPr>
          <p:cNvPr id="6" name="Tampungan Nomor Slide 5">
            <a:extLst>
              <a:ext uri="{FF2B5EF4-FFF2-40B4-BE49-F238E27FC236}">
                <a16:creationId xmlns:a16="http://schemas.microsoft.com/office/drawing/2014/main" id="{C545AA01-D51F-A74B-9532-81D79B299245}"/>
              </a:ext>
            </a:extLst>
          </p:cNvPr>
          <p:cNvSpPr>
            <a:spLocks noGrp="1"/>
          </p:cNvSpPr>
          <p:nvPr>
            <p:ph type="sldNum" sz="quarter" idx="4"/>
          </p:nvPr>
        </p:nvSpPr>
        <p:spPr/>
        <p:txBody>
          <a:bodyPr rtlCol="0"/>
          <a:lstStyle/>
          <a:p>
            <a:pPr rtl="0"/>
            <a:fld id="{294A09A9-5501-47C1-A89A-A340965A2BE2}" type="slidenum">
              <a:rPr lang="id-ID" smtClean="0"/>
              <a:pPr rtl="0"/>
              <a:t>57</a:t>
            </a:fld>
            <a:endParaRPr lang="id-ID"/>
          </a:p>
        </p:txBody>
      </p:sp>
      <p:pic>
        <p:nvPicPr>
          <p:cNvPr id="11" name="Picture 10">
            <a:extLst>
              <a:ext uri="{FF2B5EF4-FFF2-40B4-BE49-F238E27FC236}">
                <a16:creationId xmlns:a16="http://schemas.microsoft.com/office/drawing/2014/main" id="{508817F4-8EE0-8759-6C58-E87BDD9C4EE0}"/>
              </a:ext>
            </a:extLst>
          </p:cNvPr>
          <p:cNvPicPr>
            <a:picLocks noChangeAspect="1"/>
          </p:cNvPicPr>
          <p:nvPr/>
        </p:nvPicPr>
        <p:blipFill rotWithShape="1">
          <a:blip r:embed="rId3">
            <a:extLst>
              <a:ext uri="{28A0092B-C50C-407E-A947-70E740481C1C}">
                <a14:useLocalDpi xmlns:a14="http://schemas.microsoft.com/office/drawing/2010/main" val="0"/>
              </a:ext>
            </a:extLst>
          </a:blip>
          <a:srcRect l="43635" t="17786" r="24000" b="21018"/>
          <a:stretch>
            <a:fillRect/>
          </a:stretch>
        </p:blipFill>
        <p:spPr bwMode="auto">
          <a:xfrm>
            <a:off x="1167493" y="2087563"/>
            <a:ext cx="3039170" cy="4384330"/>
          </a:xfrm>
          <a:prstGeom prst="rect">
            <a:avLst/>
          </a:prstGeom>
          <a:noFill/>
          <a:ln>
            <a:noFill/>
          </a:ln>
          <a:extLst>
            <a:ext uri="{53640926-AAD7-44D8-BBD7-CCE9431645EC}">
              <a14:shadowObscured xmlns:a14="http://schemas.microsoft.com/office/drawing/2010/main"/>
            </a:ext>
          </a:extLst>
        </p:spPr>
      </p:pic>
      <p:sp>
        <p:nvSpPr>
          <p:cNvPr id="4" name="Content Placeholder 3">
            <a:extLst>
              <a:ext uri="{FF2B5EF4-FFF2-40B4-BE49-F238E27FC236}">
                <a16:creationId xmlns:a16="http://schemas.microsoft.com/office/drawing/2014/main" id="{D5822055-2448-F8A1-276B-15078812A69C}"/>
              </a:ext>
            </a:extLst>
          </p:cNvPr>
          <p:cNvSpPr>
            <a:spLocks noGrp="1"/>
          </p:cNvSpPr>
          <p:nvPr>
            <p:ph idx="1"/>
          </p:nvPr>
        </p:nvSpPr>
        <p:spPr>
          <a:xfrm>
            <a:off x="4291781" y="2087563"/>
            <a:ext cx="6242496" cy="1629031"/>
          </a:xfrm>
        </p:spPr>
        <p:txBody>
          <a:bodyPr/>
          <a:lstStyle/>
          <a:p>
            <a:r>
              <a:rPr lang="id-ID" dirty="0"/>
              <a:t>Untuk menghitung besar sudut dari lokasi tembakan terhadap gawang, digunakan rumus Hukum Kosinus (Law </a:t>
            </a:r>
            <a:r>
              <a:rPr lang="id-ID" dirty="0" err="1"/>
              <a:t>of</a:t>
            </a:r>
            <a:r>
              <a:rPr lang="id-ID" dirty="0"/>
              <a:t> </a:t>
            </a:r>
            <a:r>
              <a:rPr lang="id-ID" dirty="0" err="1"/>
              <a:t>Cosines</a:t>
            </a:r>
            <a:r>
              <a:rPr lang="id-ID" dirty="0"/>
              <a:t>):</a:t>
            </a:r>
          </a:p>
          <a:p>
            <a:endParaRPr lang="id-ID" dirty="0"/>
          </a:p>
        </p:txBody>
      </p:sp>
      <mc:AlternateContent xmlns:mc="http://schemas.openxmlformats.org/markup-compatibility/2006" xmlns:a14="http://schemas.microsoft.com/office/drawing/2010/main">
        <mc:Choice Requires="a14">
          <p:sp>
            <p:nvSpPr>
              <p:cNvPr id="5" name="Content Placeholder 3">
                <a:extLst>
                  <a:ext uri="{FF2B5EF4-FFF2-40B4-BE49-F238E27FC236}">
                    <a16:creationId xmlns:a16="http://schemas.microsoft.com/office/drawing/2014/main" id="{19CEBB2E-C90D-EBAE-654A-8D29C1C25827}"/>
                  </a:ext>
                </a:extLst>
              </p:cNvPr>
              <p:cNvSpPr txBox="1">
                <a:spLocks/>
              </p:cNvSpPr>
              <p:nvPr/>
            </p:nvSpPr>
            <p:spPr>
              <a:xfrm>
                <a:off x="2313037" y="3791763"/>
                <a:ext cx="9497962" cy="807942"/>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14:m>
                  <m:oMathPara xmlns:m="http://schemas.openxmlformats.org/officeDocument/2006/math">
                    <m:oMathParaPr>
                      <m:jc m:val="centerGroup"/>
                    </m:oMathParaPr>
                    <m:oMath xmlns:m="http://schemas.openxmlformats.org/officeDocument/2006/math">
                      <m:r>
                        <a:rPr lang="id-ID" sz="2000" i="1" dirty="0" smtClean="0">
                          <a:latin typeface="Cambria Math" panose="02040503050406030204" pitchFamily="18" charset="0"/>
                        </a:rPr>
                        <m:t>𝜃</m:t>
                      </m:r>
                      <m:r>
                        <a:rPr lang="id-ID" sz="2000" i="1" dirty="0">
                          <a:latin typeface="Cambria Math" panose="02040503050406030204" pitchFamily="18" charset="0"/>
                        </a:rPr>
                        <m:t>=</m:t>
                      </m:r>
                      <m:func>
                        <m:funcPr>
                          <m:ctrlPr>
                            <a:rPr lang="id-ID" sz="2000" i="1" dirty="0">
                              <a:latin typeface="Cambria Math" panose="02040503050406030204" pitchFamily="18" charset="0"/>
                            </a:rPr>
                          </m:ctrlPr>
                        </m:funcPr>
                        <m:fName>
                          <m:r>
                            <m:rPr>
                              <m:sty m:val="p"/>
                            </m:rPr>
                            <a:rPr lang="id-ID" sz="2000" i="0" dirty="0" err="1">
                              <a:latin typeface="Cambria Math" panose="02040503050406030204" pitchFamily="18" charset="0"/>
                            </a:rPr>
                            <m:t>arccos</m:t>
                          </m:r>
                        </m:fName>
                        <m:e>
                          <m:d>
                            <m:dPr>
                              <m:ctrlPr>
                                <a:rPr lang="id-ID" sz="2000" i="1" dirty="0">
                                  <a:latin typeface="Cambria Math" panose="02040503050406030204" pitchFamily="18" charset="0"/>
                                </a:rPr>
                              </m:ctrlPr>
                            </m:dPr>
                            <m:e>
                              <m:f>
                                <m:fPr>
                                  <m:ctrlPr>
                                    <a:rPr lang="id-ID" sz="2000" i="1" dirty="0">
                                      <a:latin typeface="Cambria Math" panose="02040503050406030204" pitchFamily="18" charset="0"/>
                                    </a:rPr>
                                  </m:ctrlPr>
                                </m:fPr>
                                <m:num>
                                  <m:sSup>
                                    <m:sSupPr>
                                      <m:ctrlPr>
                                        <a:rPr lang="id-ID" sz="2000" i="1" dirty="0">
                                          <a:latin typeface="Cambria Math" panose="02040503050406030204" pitchFamily="18" charset="0"/>
                                        </a:rPr>
                                      </m:ctrlPr>
                                    </m:sSupPr>
                                    <m:e>
                                      <m:r>
                                        <a:rPr lang="id-ID" sz="2000" i="1" dirty="0">
                                          <a:latin typeface="Cambria Math" panose="02040503050406030204" pitchFamily="18" charset="0"/>
                                        </a:rPr>
                                        <m:t>𝑎</m:t>
                                      </m:r>
                                    </m:e>
                                    <m:sup>
                                      <m:r>
                                        <a:rPr lang="id-ID" sz="2000" i="1" dirty="0">
                                          <a:latin typeface="Cambria Math" panose="02040503050406030204" pitchFamily="18" charset="0"/>
                                        </a:rPr>
                                        <m:t>2</m:t>
                                      </m:r>
                                    </m:sup>
                                  </m:sSup>
                                  <m:r>
                                    <a:rPr lang="id-ID" sz="2000" i="1" dirty="0">
                                      <a:latin typeface="Cambria Math" panose="02040503050406030204" pitchFamily="18" charset="0"/>
                                    </a:rPr>
                                    <m:t>+</m:t>
                                  </m:r>
                                  <m:sSup>
                                    <m:sSupPr>
                                      <m:ctrlPr>
                                        <a:rPr lang="id-ID" sz="2000" i="1" dirty="0">
                                          <a:latin typeface="Cambria Math" panose="02040503050406030204" pitchFamily="18" charset="0"/>
                                        </a:rPr>
                                      </m:ctrlPr>
                                    </m:sSupPr>
                                    <m:e>
                                      <m:r>
                                        <a:rPr lang="id-ID" sz="2000" i="1" dirty="0">
                                          <a:latin typeface="Cambria Math" panose="02040503050406030204" pitchFamily="18" charset="0"/>
                                        </a:rPr>
                                        <m:t>𝑏</m:t>
                                      </m:r>
                                    </m:e>
                                    <m:sup>
                                      <m:r>
                                        <a:rPr lang="id-ID" sz="2000" i="1" dirty="0">
                                          <a:latin typeface="Cambria Math" panose="02040503050406030204" pitchFamily="18" charset="0"/>
                                        </a:rPr>
                                        <m:t>2</m:t>
                                      </m:r>
                                    </m:sup>
                                  </m:sSup>
                                  <m:r>
                                    <a:rPr lang="id-ID" sz="2000" i="1" dirty="0">
                                      <a:latin typeface="Cambria Math" panose="02040503050406030204" pitchFamily="18" charset="0"/>
                                    </a:rPr>
                                    <m:t>−</m:t>
                                  </m:r>
                                  <m:sSup>
                                    <m:sSupPr>
                                      <m:ctrlPr>
                                        <a:rPr lang="id-ID" sz="2000" i="1" dirty="0">
                                          <a:latin typeface="Cambria Math" panose="02040503050406030204" pitchFamily="18" charset="0"/>
                                        </a:rPr>
                                      </m:ctrlPr>
                                    </m:sSupPr>
                                    <m:e>
                                      <m:r>
                                        <a:rPr lang="id-ID" sz="2000" i="1" dirty="0">
                                          <a:latin typeface="Cambria Math" panose="02040503050406030204" pitchFamily="18" charset="0"/>
                                        </a:rPr>
                                        <m:t>𝑐</m:t>
                                      </m:r>
                                    </m:e>
                                    <m:sup>
                                      <m:r>
                                        <a:rPr lang="id-ID" sz="2000" i="1" dirty="0">
                                          <a:latin typeface="Cambria Math" panose="02040503050406030204" pitchFamily="18" charset="0"/>
                                        </a:rPr>
                                        <m:t>2</m:t>
                                      </m:r>
                                    </m:sup>
                                  </m:sSup>
                                </m:num>
                                <m:den>
                                  <m:r>
                                    <a:rPr lang="id-ID" sz="2000" i="1" dirty="0">
                                      <a:latin typeface="Cambria Math" panose="02040503050406030204" pitchFamily="18" charset="0"/>
                                    </a:rPr>
                                    <m:t>2</m:t>
                                  </m:r>
                                  <m:r>
                                    <a:rPr lang="id-ID" sz="2000" i="1" dirty="0">
                                      <a:latin typeface="Cambria Math" panose="02040503050406030204" pitchFamily="18" charset="0"/>
                                    </a:rPr>
                                    <m:t>𝑎𝑏</m:t>
                                  </m:r>
                                </m:den>
                              </m:f>
                            </m:e>
                          </m:d>
                        </m:e>
                      </m:func>
                    </m:oMath>
                  </m:oMathPara>
                </a14:m>
                <a:endParaRPr/>
              </a:p>
            </p:txBody>
          </p:sp>
        </mc:Choice>
        <mc:Fallback xmlns="">
          <p:sp>
            <p:nvSpPr>
              <p:cNvPr id="5" name="Content Placeholder 3">
                <a:extLst>
                  <a:ext uri="{FF2B5EF4-FFF2-40B4-BE49-F238E27FC236}">
                    <a16:creationId xmlns:a16="http://schemas.microsoft.com/office/drawing/2014/main" id="{19CEBB2E-C90D-EBAE-654A-8D29C1C25827}"/>
                  </a:ext>
                </a:extLst>
              </p:cNvPr>
              <p:cNvSpPr txBox="1">
                <a:spLocks noRot="1" noChangeAspect="1" noMove="1" noResize="1" noEditPoints="1" noAdjustHandles="1" noChangeArrowheads="1" noChangeShapeType="1" noTextEdit="1"/>
              </p:cNvSpPr>
              <p:nvPr/>
            </p:nvSpPr>
            <p:spPr>
              <a:xfrm>
                <a:off x="2313037" y="3791763"/>
                <a:ext cx="9497962" cy="807942"/>
              </a:xfrm>
              <a:prstGeom prst="rect">
                <a:avLst/>
              </a:prstGeom>
              <a:blipFill>
                <a:blip r:embed="rId4"/>
                <a:stretch>
                  <a:fillRect/>
                </a:stretch>
              </a:blipFill>
            </p:spPr>
            <p:txBody>
              <a:bodyPr/>
              <a:lstStyle/>
              <a:p>
                <a:r>
                  <a:rPr lang="id-ID">
                    <a:noFill/>
                  </a:rPr>
                  <a:t> </a:t>
                </a:r>
              </a:p>
            </p:txBody>
          </p:sp>
        </mc:Fallback>
      </mc:AlternateContent>
      <mc:AlternateContent xmlns:mc="http://schemas.openxmlformats.org/markup-compatibility/2006" xmlns:a14="http://schemas.microsoft.com/office/drawing/2010/main">
        <mc:Choice Requires="a14">
          <p:sp>
            <p:nvSpPr>
              <p:cNvPr id="3" name="Content Placeholder 3">
                <a:extLst>
                  <a:ext uri="{FF2B5EF4-FFF2-40B4-BE49-F238E27FC236}">
                    <a16:creationId xmlns:a16="http://schemas.microsoft.com/office/drawing/2014/main" id="{F6E379FE-19D1-3405-2C06-62CCD87A1959}"/>
                  </a:ext>
                </a:extLst>
              </p:cNvPr>
              <p:cNvSpPr txBox="1">
                <a:spLocks/>
              </p:cNvSpPr>
              <p:nvPr/>
            </p:nvSpPr>
            <p:spPr>
              <a:xfrm>
                <a:off x="4291781" y="4599705"/>
                <a:ext cx="6242496" cy="1629031"/>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d-ID" sz="2000" dirty="0"/>
                  <a:t>Keterangan:</a:t>
                </a:r>
                <a:endParaRPr lang="en-GB" sz="2000" dirty="0"/>
              </a:p>
              <a:p>
                <a14:m>
                  <m:oMath xmlns:m="http://schemas.openxmlformats.org/officeDocument/2006/math">
                    <m:r>
                      <a:rPr lang="id-ID" sz="2000" i="1" dirty="0" smtClean="0">
                        <a:latin typeface="Cambria Math" panose="02040503050406030204" pitchFamily="18" charset="0"/>
                      </a:rPr>
                      <m:t>𝜃</m:t>
                    </m:r>
                  </m:oMath>
                </a14:m>
                <a:r>
                  <a:rPr lang="id-ID" sz="2000" dirty="0"/>
                  <a:t>: Besar sudut tembakan ke gawang (dalam derajat).</a:t>
                </a:r>
                <a:endParaRPr lang="en-GB" sz="2000" dirty="0"/>
              </a:p>
              <a:p>
                <a14:m>
                  <m:oMath xmlns:m="http://schemas.openxmlformats.org/officeDocument/2006/math">
                    <m:r>
                      <a:rPr lang="id-ID" sz="2000" i="1" dirty="0" smtClean="0">
                        <a:latin typeface="Cambria Math" panose="02040503050406030204" pitchFamily="18" charset="0"/>
                      </a:rPr>
                      <m:t>𝑎</m:t>
                    </m:r>
                  </m:oMath>
                </a14:m>
                <a:r>
                  <a:rPr lang="id-ID" sz="2000" dirty="0"/>
                  <a:t>: Jarak dari titik tembakan ke tiang gawang pertama.</a:t>
                </a:r>
                <a:endParaRPr lang="en-GB" sz="2000" dirty="0"/>
              </a:p>
              <a:p>
                <a14:m>
                  <m:oMath xmlns:m="http://schemas.openxmlformats.org/officeDocument/2006/math">
                    <m:r>
                      <a:rPr lang="id-ID" sz="2000" i="1" dirty="0" smtClean="0">
                        <a:latin typeface="Cambria Math" panose="02040503050406030204" pitchFamily="18" charset="0"/>
                      </a:rPr>
                      <m:t>𝑏</m:t>
                    </m:r>
                  </m:oMath>
                </a14:m>
                <a:r>
                  <a:rPr lang="id-ID" sz="2000" dirty="0"/>
                  <a:t>: Jarak dari titik tembakan ke tiang gawang kedua.</a:t>
                </a:r>
                <a:endParaRPr lang="en-GB" sz="2000" dirty="0"/>
              </a:p>
              <a:p>
                <a14:m>
                  <m:oMath xmlns:m="http://schemas.openxmlformats.org/officeDocument/2006/math">
                    <m:r>
                      <a:rPr lang="id-ID" sz="2000" i="1" dirty="0" smtClean="0">
                        <a:latin typeface="Cambria Math" panose="02040503050406030204" pitchFamily="18" charset="0"/>
                      </a:rPr>
                      <m:t>𝑐</m:t>
                    </m:r>
                  </m:oMath>
                </a14:m>
                <a:r>
                  <a:rPr lang="id-ID" sz="2000" dirty="0"/>
                  <a:t>: Lebar gawang (jarak antara kedua tiang).</a:t>
                </a:r>
              </a:p>
            </p:txBody>
          </p:sp>
        </mc:Choice>
        <mc:Fallback xmlns="">
          <p:sp>
            <p:nvSpPr>
              <p:cNvPr id="3" name="Content Placeholder 3">
                <a:extLst>
                  <a:ext uri="{FF2B5EF4-FFF2-40B4-BE49-F238E27FC236}">
                    <a16:creationId xmlns:a16="http://schemas.microsoft.com/office/drawing/2014/main" id="{F6E379FE-19D1-3405-2C06-62CCD87A1959}"/>
                  </a:ext>
                </a:extLst>
              </p:cNvPr>
              <p:cNvSpPr txBox="1">
                <a:spLocks noRot="1" noChangeAspect="1" noMove="1" noResize="1" noEditPoints="1" noAdjustHandles="1" noChangeArrowheads="1" noChangeShapeType="1" noTextEdit="1"/>
              </p:cNvSpPr>
              <p:nvPr/>
            </p:nvSpPr>
            <p:spPr>
              <a:xfrm>
                <a:off x="4291781" y="4599705"/>
                <a:ext cx="6242496" cy="1629031"/>
              </a:xfrm>
              <a:prstGeom prst="rect">
                <a:avLst/>
              </a:prstGeom>
              <a:blipFill>
                <a:blip r:embed="rId5"/>
                <a:stretch>
                  <a:fillRect l="-977" t="-4120" r="-879" b="-27715"/>
                </a:stretch>
              </a:blipFill>
            </p:spPr>
            <p:txBody>
              <a:bodyPr/>
              <a:lstStyle/>
              <a:p>
                <a:r>
                  <a:rPr lang="id-ID">
                    <a:noFill/>
                  </a:rPr>
                  <a:t> </a:t>
                </a:r>
              </a:p>
            </p:txBody>
          </p:sp>
        </mc:Fallback>
      </mc:AlternateContent>
    </p:spTree>
    <p:extLst>
      <p:ext uri="{BB962C8B-B14F-4D97-AF65-F5344CB8AC3E}">
        <p14:creationId xmlns:p14="http://schemas.microsoft.com/office/powerpoint/2010/main" val="41723818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0084D-8DB6-BDB2-B348-DD81C5A6CB1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504ADEA-C549-59BF-C540-CF4D7380F311}"/>
              </a:ext>
            </a:extLst>
          </p:cNvPr>
          <p:cNvSpPr>
            <a:spLocks noGrp="1"/>
          </p:cNvSpPr>
          <p:nvPr>
            <p:ph type="title"/>
          </p:nvPr>
        </p:nvSpPr>
        <p:spPr>
          <a:xfrm>
            <a:off x="1167492" y="522807"/>
            <a:ext cx="9779183" cy="1325563"/>
          </a:xfrm>
        </p:spPr>
        <p:txBody>
          <a:bodyPr rtlCol="0"/>
          <a:lstStyle/>
          <a:p>
            <a:pPr rtl="0"/>
            <a:r>
              <a:rPr lang="en-GB" sz="5400" dirty="0"/>
              <a:t>Transformation</a:t>
            </a:r>
            <a:endParaRPr lang="id-ID" sz="5400" dirty="0"/>
          </a:p>
        </p:txBody>
      </p:sp>
      <p:sp>
        <p:nvSpPr>
          <p:cNvPr id="6" name="Tampungan Nomor Slide 5">
            <a:extLst>
              <a:ext uri="{FF2B5EF4-FFF2-40B4-BE49-F238E27FC236}">
                <a16:creationId xmlns:a16="http://schemas.microsoft.com/office/drawing/2014/main" id="{EFC9E222-A232-6C83-22DD-2B15B12194B4}"/>
              </a:ext>
            </a:extLst>
          </p:cNvPr>
          <p:cNvSpPr>
            <a:spLocks noGrp="1"/>
          </p:cNvSpPr>
          <p:nvPr>
            <p:ph type="sldNum" sz="quarter" idx="4"/>
          </p:nvPr>
        </p:nvSpPr>
        <p:spPr/>
        <p:txBody>
          <a:bodyPr rtlCol="0"/>
          <a:lstStyle/>
          <a:p>
            <a:pPr rtl="0"/>
            <a:fld id="{294A09A9-5501-47C1-A89A-A340965A2BE2}" type="slidenum">
              <a:rPr lang="id-ID" smtClean="0"/>
              <a:pPr rtl="0"/>
              <a:t>58</a:t>
            </a:fld>
            <a:endParaRPr lang="id-ID"/>
          </a:p>
        </p:txBody>
      </p:sp>
      <p:graphicFrame>
        <p:nvGraphicFramePr>
          <p:cNvPr id="15" name="Content Placeholder 14">
            <a:extLst>
              <a:ext uri="{FF2B5EF4-FFF2-40B4-BE49-F238E27FC236}">
                <a16:creationId xmlns:a16="http://schemas.microsoft.com/office/drawing/2014/main" id="{004EB7D5-19EE-D839-C882-B0C4559F98AA}"/>
              </a:ext>
            </a:extLst>
          </p:cNvPr>
          <p:cNvGraphicFramePr>
            <a:graphicFrameLocks noGrp="1"/>
          </p:cNvGraphicFramePr>
          <p:nvPr>
            <p:ph idx="1"/>
            <p:extLst>
              <p:ext uri="{D42A27DB-BD31-4B8C-83A1-F6EECF244321}">
                <p14:modId xmlns:p14="http://schemas.microsoft.com/office/powerpoint/2010/main" val="3008654419"/>
              </p:ext>
            </p:extLst>
          </p:nvPr>
        </p:nvGraphicFramePr>
        <p:xfrm>
          <a:off x="1167490" y="2022954"/>
          <a:ext cx="5665110" cy="1532070"/>
        </p:xfrm>
        <a:graphic>
          <a:graphicData uri="http://schemas.openxmlformats.org/drawingml/2006/table">
            <a:tbl>
              <a:tblPr/>
              <a:tblGrid>
                <a:gridCol w="1133022">
                  <a:extLst>
                    <a:ext uri="{9D8B030D-6E8A-4147-A177-3AD203B41FA5}">
                      <a16:colId xmlns:a16="http://schemas.microsoft.com/office/drawing/2014/main" val="3219093819"/>
                    </a:ext>
                  </a:extLst>
                </a:gridCol>
                <a:gridCol w="1357088">
                  <a:extLst>
                    <a:ext uri="{9D8B030D-6E8A-4147-A177-3AD203B41FA5}">
                      <a16:colId xmlns:a16="http://schemas.microsoft.com/office/drawing/2014/main" val="2683222152"/>
                    </a:ext>
                  </a:extLst>
                </a:gridCol>
                <a:gridCol w="1066800">
                  <a:extLst>
                    <a:ext uri="{9D8B030D-6E8A-4147-A177-3AD203B41FA5}">
                      <a16:colId xmlns:a16="http://schemas.microsoft.com/office/drawing/2014/main" val="3367586873"/>
                    </a:ext>
                  </a:extLst>
                </a:gridCol>
                <a:gridCol w="1524000">
                  <a:extLst>
                    <a:ext uri="{9D8B030D-6E8A-4147-A177-3AD203B41FA5}">
                      <a16:colId xmlns:a16="http://schemas.microsoft.com/office/drawing/2014/main" val="2944925943"/>
                    </a:ext>
                  </a:extLst>
                </a:gridCol>
                <a:gridCol w="584200">
                  <a:extLst>
                    <a:ext uri="{9D8B030D-6E8A-4147-A177-3AD203B41FA5}">
                      <a16:colId xmlns:a16="http://schemas.microsoft.com/office/drawing/2014/main" val="4254937303"/>
                    </a:ext>
                  </a:extLst>
                </a:gridCol>
              </a:tblGrid>
              <a:tr h="263169">
                <a:tc>
                  <a:txBody>
                    <a:bodyPr/>
                    <a:lstStyle/>
                    <a:p>
                      <a:pPr algn="ctr">
                        <a:buNone/>
                      </a:pPr>
                      <a:r>
                        <a:rPr lang="id-ID" sz="1800" dirty="0" err="1">
                          <a:effectLst/>
                        </a:rPr>
                        <a:t>type_id</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800">
                          <a:effectLst/>
                        </a:rPr>
                        <a:t>event_type</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800">
                          <a:effectLst/>
                        </a:rPr>
                        <a:t>start_x</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800" dirty="0" err="1">
                          <a:effectLst/>
                        </a:rPr>
                        <a:t>start_y</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800" dirty="0">
                          <a:effectLst/>
                        </a:rPr>
                        <a:t>…</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511244086"/>
                  </a:ext>
                </a:extLst>
              </a:tr>
              <a:tr h="263169">
                <a:tc>
                  <a:txBody>
                    <a:bodyPr/>
                    <a:lstStyle/>
                    <a:p>
                      <a:pPr algn="ctr" fontAlgn="t">
                        <a:buNone/>
                      </a:pPr>
                      <a:r>
                        <a:rPr lang="id-ID" sz="1800" dirty="0">
                          <a:effectLst/>
                        </a:rPr>
                        <a:t>6</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fontAlgn="t">
                        <a:buNone/>
                      </a:pPr>
                      <a:r>
                        <a:rPr lang="id-ID" sz="1800" dirty="0" err="1">
                          <a:effectLst/>
                        </a:rPr>
                        <a:t>Block</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fontAlgn="t">
                        <a:buNone/>
                      </a:pPr>
                      <a:r>
                        <a:rPr lang="id-ID" sz="1800" dirty="0">
                          <a:effectLst/>
                        </a:rPr>
                        <a:t>4.1</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fontAlgn="t">
                        <a:buNone/>
                      </a:pPr>
                      <a:r>
                        <a:rPr lang="id-ID" sz="1800" dirty="0">
                          <a:effectLst/>
                        </a:rPr>
                        <a:t>50.8</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fontAlgn="t">
                        <a:buNone/>
                      </a:pPr>
                      <a:r>
                        <a:rPr lang="en-GB" sz="1800" dirty="0">
                          <a:effectLst/>
                        </a:rPr>
                        <a:t>…</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014112227"/>
                  </a:ext>
                </a:extLst>
              </a:tr>
              <a:tr h="263169">
                <a:tc>
                  <a:txBody>
                    <a:bodyPr/>
                    <a:lstStyle/>
                    <a:p>
                      <a:pPr algn="ctr" fontAlgn="t">
                        <a:buNone/>
                      </a:pPr>
                      <a:r>
                        <a:rPr lang="id-ID" sz="1800">
                          <a:effectLst/>
                        </a:rPr>
                        <a:t>16</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id-ID" sz="1800">
                          <a:effectLst/>
                        </a:rPr>
                        <a:t>Shot</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id-ID" sz="1800" dirty="0">
                          <a:effectLst/>
                        </a:rPr>
                        <a:t>112.9</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id-ID" sz="1800">
                          <a:effectLst/>
                        </a:rPr>
                        <a:t>36.2</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en-GB" sz="1800" dirty="0">
                          <a:effectLst/>
                        </a:rPr>
                        <a:t>…</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294200224"/>
                  </a:ext>
                </a:extLst>
              </a:tr>
              <a:tr h="263169">
                <a:tc>
                  <a:txBody>
                    <a:bodyPr/>
                    <a:lstStyle/>
                    <a:p>
                      <a:pPr algn="ctr" fontAlgn="t">
                        <a:buNone/>
                      </a:pPr>
                      <a:r>
                        <a:rPr lang="id-ID" sz="1800" dirty="0">
                          <a:effectLst/>
                        </a:rPr>
                        <a:t>23</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fontAlgn="t">
                        <a:buNone/>
                      </a:pPr>
                      <a:r>
                        <a:rPr lang="id-ID" sz="1800" dirty="0" err="1">
                          <a:effectLst/>
                        </a:rPr>
                        <a:t>Goal</a:t>
                      </a:r>
                      <a:r>
                        <a:rPr lang="id-ID" sz="1800" dirty="0">
                          <a:effectLst/>
                        </a:rPr>
                        <a:t> </a:t>
                      </a:r>
                      <a:r>
                        <a:rPr lang="id-ID" sz="1800" dirty="0" err="1">
                          <a:effectLst/>
                        </a:rPr>
                        <a:t>Keeper</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fontAlgn="t">
                        <a:buNone/>
                      </a:pPr>
                      <a:r>
                        <a:rPr lang="id-ID" sz="1800" dirty="0">
                          <a:effectLst/>
                        </a:rPr>
                        <a:t>1.1</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fontAlgn="t">
                        <a:buNone/>
                      </a:pPr>
                      <a:r>
                        <a:rPr lang="id-ID" sz="1800" dirty="0">
                          <a:effectLst/>
                        </a:rPr>
                        <a:t>37.6</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fontAlgn="t">
                        <a:buNone/>
                      </a:pPr>
                      <a:r>
                        <a:rPr lang="en-GB" sz="1800" dirty="0">
                          <a:effectLst/>
                        </a:rPr>
                        <a:t>…</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547519645"/>
                  </a:ext>
                </a:extLst>
              </a:tr>
              <a:tr h="263169">
                <a:tc>
                  <a:txBody>
                    <a:bodyPr/>
                    <a:lstStyle/>
                    <a:p>
                      <a:pPr algn="ctr" fontAlgn="t">
                        <a:buNone/>
                      </a:pPr>
                      <a:r>
                        <a:rPr lang="id-ID" sz="1800" dirty="0">
                          <a:effectLst/>
                        </a:rPr>
                        <a:t>16</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id-ID" sz="1800">
                          <a:effectLst/>
                        </a:rPr>
                        <a:t>Shot</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id-ID" sz="1800">
                          <a:effectLst/>
                        </a:rPr>
                        <a:t>96.2</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id-ID" sz="1800" dirty="0">
                          <a:effectLst/>
                        </a:rPr>
                        <a:t>40.8</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en-GB" sz="1800" dirty="0">
                          <a:effectLst/>
                        </a:rPr>
                        <a:t>…</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297969584"/>
                  </a:ext>
                </a:extLst>
              </a:tr>
            </a:tbl>
          </a:graphicData>
        </a:graphic>
      </p:graphicFrame>
      <p:sp>
        <p:nvSpPr>
          <p:cNvPr id="17" name="Arrow: Bent-Up 16">
            <a:extLst>
              <a:ext uri="{FF2B5EF4-FFF2-40B4-BE49-F238E27FC236}">
                <a16:creationId xmlns:a16="http://schemas.microsoft.com/office/drawing/2014/main" id="{D34768E5-ABC2-A5B5-A597-FCB0966963FC}"/>
              </a:ext>
            </a:extLst>
          </p:cNvPr>
          <p:cNvSpPr/>
          <p:nvPr/>
        </p:nvSpPr>
        <p:spPr>
          <a:xfrm rot="5400000">
            <a:off x="4896053" y="3781064"/>
            <a:ext cx="973394" cy="1165122"/>
          </a:xfrm>
          <a:prstGeom prst="ben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d-ID"/>
          </a:p>
        </p:txBody>
      </p:sp>
      <p:graphicFrame>
        <p:nvGraphicFramePr>
          <p:cNvPr id="20" name="Table 19">
            <a:extLst>
              <a:ext uri="{FF2B5EF4-FFF2-40B4-BE49-F238E27FC236}">
                <a16:creationId xmlns:a16="http://schemas.microsoft.com/office/drawing/2014/main" id="{F0FF8C90-D839-09A3-5CF3-93A877DF3889}"/>
              </a:ext>
            </a:extLst>
          </p:cNvPr>
          <p:cNvGraphicFramePr>
            <a:graphicFrameLocks noGrp="1"/>
          </p:cNvGraphicFramePr>
          <p:nvPr>
            <p:extLst>
              <p:ext uri="{D42A27DB-BD31-4B8C-83A1-F6EECF244321}">
                <p14:modId xmlns:p14="http://schemas.microsoft.com/office/powerpoint/2010/main" val="1281590694"/>
              </p:ext>
            </p:extLst>
          </p:nvPr>
        </p:nvGraphicFramePr>
        <p:xfrm>
          <a:off x="6426200" y="4232073"/>
          <a:ext cx="5156199" cy="1097280"/>
        </p:xfrm>
        <a:graphic>
          <a:graphicData uri="http://schemas.openxmlformats.org/drawingml/2006/table">
            <a:tbl>
              <a:tblPr/>
              <a:tblGrid>
                <a:gridCol w="315685">
                  <a:extLst>
                    <a:ext uri="{9D8B030D-6E8A-4147-A177-3AD203B41FA5}">
                      <a16:colId xmlns:a16="http://schemas.microsoft.com/office/drawing/2014/main" val="105642514"/>
                    </a:ext>
                  </a:extLst>
                </a:gridCol>
                <a:gridCol w="1911468">
                  <a:extLst>
                    <a:ext uri="{9D8B030D-6E8A-4147-A177-3AD203B41FA5}">
                      <a16:colId xmlns:a16="http://schemas.microsoft.com/office/drawing/2014/main" val="2571676644"/>
                    </a:ext>
                  </a:extLst>
                </a:gridCol>
                <a:gridCol w="1444276">
                  <a:extLst>
                    <a:ext uri="{9D8B030D-6E8A-4147-A177-3AD203B41FA5}">
                      <a16:colId xmlns:a16="http://schemas.microsoft.com/office/drawing/2014/main" val="2435135470"/>
                    </a:ext>
                  </a:extLst>
                </a:gridCol>
                <a:gridCol w="1484770">
                  <a:extLst>
                    <a:ext uri="{9D8B030D-6E8A-4147-A177-3AD203B41FA5}">
                      <a16:colId xmlns:a16="http://schemas.microsoft.com/office/drawing/2014/main" val="672980241"/>
                    </a:ext>
                  </a:extLst>
                </a:gridCol>
              </a:tblGrid>
              <a:tr h="0">
                <a:tc>
                  <a:txBody>
                    <a:bodyPr/>
                    <a:lstStyle/>
                    <a:p>
                      <a:pPr algn="r">
                        <a:buNone/>
                      </a:pPr>
                      <a:r>
                        <a:rPr lang="en-GB" b="1" dirty="0">
                          <a:effectLst/>
                        </a:rPr>
                        <a:t>…</a:t>
                      </a:r>
                      <a:endParaRPr lang="id-ID" b="1"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b="1" dirty="0" err="1">
                          <a:effectLst/>
                        </a:rPr>
                        <a:t>distance_to_goal</a:t>
                      </a:r>
                      <a:endParaRPr lang="id-ID" b="1"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b="1" dirty="0" err="1">
                          <a:effectLst/>
                        </a:rPr>
                        <a:t>post_angle</a:t>
                      </a:r>
                      <a:endParaRPr lang="id-ID" b="1"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b="1" dirty="0" err="1">
                          <a:effectLst/>
                        </a:rPr>
                        <a:t>type_before</a:t>
                      </a:r>
                      <a:endParaRPr lang="id-ID" b="1"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696085726"/>
                  </a:ext>
                </a:extLst>
              </a:tr>
              <a:tr h="0">
                <a:tc>
                  <a:txBody>
                    <a:bodyPr/>
                    <a:lstStyle/>
                    <a:p>
                      <a:pPr algn="r">
                        <a:buNone/>
                      </a:pPr>
                      <a:r>
                        <a:rPr lang="en-GB" dirty="0">
                          <a:effectLst/>
                        </a:rPr>
                        <a:t>…</a:t>
                      </a:r>
                      <a:endParaRPr lang="id-ID"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11.555085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15.658684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en-GB" dirty="0">
                          <a:effectLst/>
                        </a:rPr>
                        <a:t>6</a:t>
                      </a:r>
                      <a:endParaRPr lang="id-ID"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666296716"/>
                  </a:ext>
                </a:extLst>
              </a:tr>
              <a:tr h="0">
                <a:tc>
                  <a:txBody>
                    <a:bodyPr/>
                    <a:lstStyle/>
                    <a:p>
                      <a:pPr algn="r">
                        <a:buNone/>
                      </a:pPr>
                      <a:r>
                        <a:rPr lang="en-GB" dirty="0">
                          <a:effectLst/>
                        </a:rPr>
                        <a:t>…</a:t>
                      </a:r>
                      <a:endParaRPr lang="id-ID"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24.316661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13.463007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en-GB" dirty="0">
                          <a:effectLst/>
                        </a:rPr>
                        <a:t>2</a:t>
                      </a:r>
                      <a:r>
                        <a:rPr lang="id-ID" dirty="0">
                          <a:effectLst/>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428508269"/>
                  </a:ext>
                </a:extLst>
              </a:tr>
            </a:tbl>
          </a:graphicData>
        </a:graphic>
      </p:graphicFrame>
    </p:spTree>
    <p:extLst>
      <p:ext uri="{BB962C8B-B14F-4D97-AF65-F5344CB8AC3E}">
        <p14:creationId xmlns:p14="http://schemas.microsoft.com/office/powerpoint/2010/main" val="35286822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1BFC4-FA5D-5B2C-FF4F-DCD32AD8F7A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F13FAFE1-043A-6AD9-7939-0F150BDEE91E}"/>
              </a:ext>
            </a:extLst>
          </p:cNvPr>
          <p:cNvSpPr>
            <a:spLocks noGrp="1"/>
          </p:cNvSpPr>
          <p:nvPr>
            <p:ph type="title"/>
          </p:nvPr>
        </p:nvSpPr>
        <p:spPr>
          <a:xfrm>
            <a:off x="1167492" y="522807"/>
            <a:ext cx="9779183" cy="1325563"/>
          </a:xfrm>
        </p:spPr>
        <p:txBody>
          <a:bodyPr rtlCol="0"/>
          <a:lstStyle/>
          <a:p>
            <a:pPr rtl="0"/>
            <a:r>
              <a:rPr lang="en-GB" sz="5400" dirty="0"/>
              <a:t>Transformation</a:t>
            </a:r>
            <a:endParaRPr lang="id-ID" sz="5400" dirty="0"/>
          </a:p>
        </p:txBody>
      </p:sp>
      <p:sp>
        <p:nvSpPr>
          <p:cNvPr id="6" name="Tampungan Nomor Slide 5">
            <a:extLst>
              <a:ext uri="{FF2B5EF4-FFF2-40B4-BE49-F238E27FC236}">
                <a16:creationId xmlns:a16="http://schemas.microsoft.com/office/drawing/2014/main" id="{019EE1BB-6327-9AA6-7EF8-302853482E16}"/>
              </a:ext>
            </a:extLst>
          </p:cNvPr>
          <p:cNvSpPr>
            <a:spLocks noGrp="1"/>
          </p:cNvSpPr>
          <p:nvPr>
            <p:ph type="sldNum" sz="quarter" idx="4"/>
          </p:nvPr>
        </p:nvSpPr>
        <p:spPr/>
        <p:txBody>
          <a:bodyPr rtlCol="0"/>
          <a:lstStyle/>
          <a:p>
            <a:pPr rtl="0"/>
            <a:fld id="{294A09A9-5501-47C1-A89A-A340965A2BE2}" type="slidenum">
              <a:rPr lang="id-ID" smtClean="0"/>
              <a:pPr rtl="0"/>
              <a:t>59</a:t>
            </a:fld>
            <a:endParaRPr lang="id-ID"/>
          </a:p>
        </p:txBody>
      </p:sp>
      <p:pic>
        <p:nvPicPr>
          <p:cNvPr id="5" name="Picture 4">
            <a:extLst>
              <a:ext uri="{FF2B5EF4-FFF2-40B4-BE49-F238E27FC236}">
                <a16:creationId xmlns:a16="http://schemas.microsoft.com/office/drawing/2014/main" id="{B46A1452-534A-BBC2-E714-C0883DB061AD}"/>
              </a:ext>
            </a:extLst>
          </p:cNvPr>
          <p:cNvPicPr>
            <a:picLocks noChangeAspect="1"/>
          </p:cNvPicPr>
          <p:nvPr/>
        </p:nvPicPr>
        <p:blipFill>
          <a:blip r:embed="rId3" cstate="print">
            <a:extLst>
              <a:ext uri="{28A0092B-C50C-407E-A947-70E740481C1C}">
                <a14:useLocalDpi xmlns:a14="http://schemas.microsoft.com/office/drawing/2010/main" val="0"/>
              </a:ext>
            </a:extLst>
          </a:blip>
          <a:srcRect l="-2420" t="41309" r="2420" b="40433"/>
          <a:stretch>
            <a:fillRect/>
          </a:stretch>
        </p:blipFill>
        <p:spPr bwMode="auto">
          <a:xfrm>
            <a:off x="7890387" y="1848370"/>
            <a:ext cx="2050026" cy="1658666"/>
          </a:xfrm>
          <a:prstGeom prst="rect">
            <a:avLst/>
          </a:prstGeom>
          <a:noFill/>
          <a:ln>
            <a:noFill/>
          </a:ln>
        </p:spPr>
      </p:pic>
      <p:sp>
        <p:nvSpPr>
          <p:cNvPr id="7" name="Content Placeholder 3">
            <a:extLst>
              <a:ext uri="{FF2B5EF4-FFF2-40B4-BE49-F238E27FC236}">
                <a16:creationId xmlns:a16="http://schemas.microsoft.com/office/drawing/2014/main" id="{FFEC129C-B7DF-495B-5C8D-3A01633D1893}"/>
              </a:ext>
            </a:extLst>
          </p:cNvPr>
          <p:cNvSpPr>
            <a:spLocks noGrp="1"/>
          </p:cNvSpPr>
          <p:nvPr>
            <p:ph idx="1"/>
          </p:nvPr>
        </p:nvSpPr>
        <p:spPr>
          <a:xfrm>
            <a:off x="1180366" y="1878005"/>
            <a:ext cx="6242496" cy="2266292"/>
          </a:xfrm>
        </p:spPr>
        <p:txBody>
          <a:bodyPr/>
          <a:lstStyle/>
          <a:p>
            <a:r>
              <a:rPr lang="en-GB" dirty="0"/>
              <a:t>Dataset </a:t>
            </a:r>
            <a:r>
              <a:rPr lang="en-GB" dirty="0" err="1"/>
              <a:t>dibagi</a:t>
            </a:r>
            <a:r>
              <a:rPr lang="en-GB" dirty="0"/>
              <a:t> </a:t>
            </a:r>
            <a:r>
              <a:rPr lang="en-GB" dirty="0" err="1"/>
              <a:t>dengan</a:t>
            </a:r>
            <a:r>
              <a:rPr lang="en-GB" dirty="0"/>
              <a:t> </a:t>
            </a:r>
            <a:r>
              <a:rPr lang="en-GB" dirty="0" err="1"/>
              <a:t>rasio</a:t>
            </a:r>
            <a:r>
              <a:rPr lang="en-GB" dirty="0"/>
              <a:t> 90:10 (</a:t>
            </a:r>
            <a:r>
              <a:rPr lang="en-GB" dirty="0" err="1"/>
              <a:t>training:testing</a:t>
            </a:r>
            <a:r>
              <a:rPr lang="en-GB" dirty="0"/>
              <a:t>) </a:t>
            </a:r>
            <a:r>
              <a:rPr lang="en-GB" dirty="0" err="1"/>
              <a:t>untuk</a:t>
            </a:r>
            <a:r>
              <a:rPr lang="en-GB" dirty="0"/>
              <a:t> </a:t>
            </a:r>
            <a:r>
              <a:rPr lang="en-GB" dirty="0" err="1"/>
              <a:t>mengakomodasi</a:t>
            </a:r>
            <a:r>
              <a:rPr lang="en-GB" dirty="0"/>
              <a:t> </a:t>
            </a:r>
            <a:r>
              <a:rPr lang="en-GB" dirty="0" err="1"/>
              <a:t>sifat</a:t>
            </a:r>
            <a:r>
              <a:rPr lang="en-GB" dirty="0"/>
              <a:t> data yang </a:t>
            </a:r>
            <a:r>
              <a:rPr lang="en-GB" dirty="0" err="1"/>
              <a:t>tidak</a:t>
            </a:r>
            <a:r>
              <a:rPr lang="en-GB" dirty="0"/>
              <a:t> </a:t>
            </a:r>
            <a:r>
              <a:rPr lang="en-GB" dirty="0" err="1"/>
              <a:t>seimbang</a:t>
            </a:r>
            <a:r>
              <a:rPr lang="en-GB" dirty="0"/>
              <a:t> (imbalanced), yang </a:t>
            </a:r>
            <a:r>
              <a:rPr lang="en-GB" dirty="0" err="1"/>
              <a:t>memerlukan</a:t>
            </a:r>
            <a:r>
              <a:rPr lang="en-GB" dirty="0"/>
              <a:t> </a:t>
            </a:r>
            <a:r>
              <a:rPr lang="en-GB" dirty="0" err="1"/>
              <a:t>porsi</a:t>
            </a:r>
            <a:r>
              <a:rPr lang="en-GB" dirty="0"/>
              <a:t> data </a:t>
            </a:r>
            <a:r>
              <a:rPr lang="en-GB" dirty="0" err="1"/>
              <a:t>latih</a:t>
            </a:r>
            <a:r>
              <a:rPr lang="en-GB" dirty="0"/>
              <a:t> </a:t>
            </a:r>
            <a:r>
              <a:rPr lang="en-GB" dirty="0" err="1"/>
              <a:t>lebih</a:t>
            </a:r>
            <a:r>
              <a:rPr lang="en-GB" dirty="0"/>
              <a:t> </a:t>
            </a:r>
            <a:r>
              <a:rPr lang="en-GB" dirty="0" err="1"/>
              <a:t>besar</a:t>
            </a:r>
            <a:r>
              <a:rPr lang="en-GB" dirty="0"/>
              <a:t>.</a:t>
            </a:r>
            <a:endParaRPr lang="id-ID" dirty="0"/>
          </a:p>
        </p:txBody>
      </p:sp>
      <p:graphicFrame>
        <p:nvGraphicFramePr>
          <p:cNvPr id="10" name="Table 9">
            <a:extLst>
              <a:ext uri="{FF2B5EF4-FFF2-40B4-BE49-F238E27FC236}">
                <a16:creationId xmlns:a16="http://schemas.microsoft.com/office/drawing/2014/main" id="{C3BF6B96-0D0C-3167-DCCE-344AD4839F88}"/>
              </a:ext>
            </a:extLst>
          </p:cNvPr>
          <p:cNvGraphicFramePr>
            <a:graphicFrameLocks noGrp="1"/>
          </p:cNvGraphicFramePr>
          <p:nvPr>
            <p:extLst>
              <p:ext uri="{D42A27DB-BD31-4B8C-83A1-F6EECF244321}">
                <p14:modId xmlns:p14="http://schemas.microsoft.com/office/powerpoint/2010/main" val="1627300956"/>
              </p:ext>
            </p:extLst>
          </p:nvPr>
        </p:nvGraphicFramePr>
        <p:xfrm>
          <a:off x="7422862" y="3895573"/>
          <a:ext cx="3355340" cy="1874051"/>
        </p:xfrm>
        <a:graphic>
          <a:graphicData uri="http://schemas.openxmlformats.org/drawingml/2006/table">
            <a:tbl>
              <a:tblPr firstRow="1" firstCol="1" bandRow="1">
                <a:tableStyleId>{5C22544A-7EE6-4342-B048-85BDC9FD1C3A}</a:tableStyleId>
              </a:tblPr>
              <a:tblGrid>
                <a:gridCol w="1677670">
                  <a:extLst>
                    <a:ext uri="{9D8B030D-6E8A-4147-A177-3AD203B41FA5}">
                      <a16:colId xmlns:a16="http://schemas.microsoft.com/office/drawing/2014/main" val="3835821731"/>
                    </a:ext>
                  </a:extLst>
                </a:gridCol>
                <a:gridCol w="1677670">
                  <a:extLst>
                    <a:ext uri="{9D8B030D-6E8A-4147-A177-3AD203B41FA5}">
                      <a16:colId xmlns:a16="http://schemas.microsoft.com/office/drawing/2014/main" val="1513986518"/>
                    </a:ext>
                  </a:extLst>
                </a:gridCol>
              </a:tblGrid>
              <a:tr h="787409">
                <a:tc>
                  <a:txBody>
                    <a:bodyPr/>
                    <a:lstStyle/>
                    <a:p>
                      <a:pPr algn="l">
                        <a:lnSpc>
                          <a:spcPct val="100000"/>
                        </a:lnSpc>
                        <a:buNone/>
                      </a:pPr>
                      <a:r>
                        <a:rPr lang="id-ID" sz="1600" kern="0">
                          <a:effectLst/>
                        </a:rPr>
                        <a:t>Dataset</a:t>
                      </a:r>
                      <a:endParaRPr lang="id-ID" sz="1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00000"/>
                        </a:lnSpc>
                        <a:buNone/>
                      </a:pPr>
                      <a:r>
                        <a:rPr lang="id-ID" sz="1600" kern="0" dirty="0">
                          <a:effectLst/>
                        </a:rPr>
                        <a:t>Jumlah Baris (Sampel Tembakan)</a:t>
                      </a:r>
                      <a:endParaRPr lang="id-ID" sz="1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822937625"/>
                  </a:ext>
                </a:extLst>
              </a:tr>
              <a:tr h="362214">
                <a:tc>
                  <a:txBody>
                    <a:bodyPr/>
                    <a:lstStyle/>
                    <a:p>
                      <a:pPr algn="l">
                        <a:lnSpc>
                          <a:spcPct val="100000"/>
                        </a:lnSpc>
                        <a:buNone/>
                      </a:pPr>
                      <a:r>
                        <a:rPr lang="id-ID" sz="1600" kern="0">
                          <a:effectLst/>
                        </a:rPr>
                        <a:t>Data Latih</a:t>
                      </a:r>
                      <a:endParaRPr lang="id-ID" sz="1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00000"/>
                        </a:lnSpc>
                        <a:buNone/>
                      </a:pPr>
                      <a:r>
                        <a:rPr lang="id-ID" sz="1600" kern="0">
                          <a:effectLst/>
                        </a:rPr>
                        <a:t>66.459</a:t>
                      </a:r>
                      <a:endParaRPr lang="id-ID" sz="1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974905724"/>
                  </a:ext>
                </a:extLst>
              </a:tr>
              <a:tr h="362214">
                <a:tc>
                  <a:txBody>
                    <a:bodyPr/>
                    <a:lstStyle/>
                    <a:p>
                      <a:pPr algn="l">
                        <a:lnSpc>
                          <a:spcPct val="100000"/>
                        </a:lnSpc>
                        <a:buNone/>
                      </a:pPr>
                      <a:r>
                        <a:rPr lang="id-ID" sz="1600" kern="0">
                          <a:effectLst/>
                        </a:rPr>
                        <a:t>Data Uji</a:t>
                      </a:r>
                      <a:endParaRPr lang="id-ID" sz="1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00000"/>
                        </a:lnSpc>
                        <a:buNone/>
                      </a:pPr>
                      <a:r>
                        <a:rPr lang="id-ID" sz="1600" kern="0">
                          <a:effectLst/>
                        </a:rPr>
                        <a:t>7.385</a:t>
                      </a:r>
                      <a:endParaRPr lang="id-ID" sz="1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861500968"/>
                  </a:ext>
                </a:extLst>
              </a:tr>
              <a:tr h="362214">
                <a:tc>
                  <a:txBody>
                    <a:bodyPr/>
                    <a:lstStyle/>
                    <a:p>
                      <a:pPr algn="l">
                        <a:lnSpc>
                          <a:spcPct val="100000"/>
                        </a:lnSpc>
                        <a:buNone/>
                      </a:pPr>
                      <a:r>
                        <a:rPr lang="id-ID" sz="1600" kern="0">
                          <a:effectLst/>
                        </a:rPr>
                        <a:t>Total</a:t>
                      </a:r>
                      <a:endParaRPr lang="id-ID" sz="1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00000"/>
                        </a:lnSpc>
                        <a:buNone/>
                      </a:pPr>
                      <a:r>
                        <a:rPr lang="id-ID" sz="1600" kern="0" dirty="0">
                          <a:effectLst/>
                        </a:rPr>
                        <a:t>73.844</a:t>
                      </a:r>
                      <a:endParaRPr lang="id-ID" sz="1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10501173"/>
                  </a:ext>
                </a:extLst>
              </a:tr>
            </a:tbl>
          </a:graphicData>
        </a:graphic>
      </p:graphicFrame>
    </p:spTree>
    <p:extLst>
      <p:ext uri="{BB962C8B-B14F-4D97-AF65-F5344CB8AC3E}">
        <p14:creationId xmlns:p14="http://schemas.microsoft.com/office/powerpoint/2010/main" val="267786255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586E2-A9BF-05B4-90A1-263434866F47}"/>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AF54E904-D8A0-835D-10A1-D97C8A3D9F97}"/>
              </a:ext>
            </a:extLst>
          </p:cNvPr>
          <p:cNvSpPr>
            <a:spLocks noGrp="1"/>
          </p:cNvSpPr>
          <p:nvPr>
            <p:ph type="title"/>
          </p:nvPr>
        </p:nvSpPr>
        <p:spPr>
          <a:xfrm>
            <a:off x="1167492" y="522807"/>
            <a:ext cx="9779183" cy="1325563"/>
          </a:xfrm>
        </p:spPr>
        <p:txBody>
          <a:bodyPr rtlCol="0"/>
          <a:lstStyle/>
          <a:p>
            <a:pPr rtl="0"/>
            <a:r>
              <a:rPr lang="en-GB" sz="5400" dirty="0"/>
              <a:t>Transformation</a:t>
            </a:r>
            <a:endParaRPr lang="id-ID" sz="5400" dirty="0"/>
          </a:p>
        </p:txBody>
      </p:sp>
      <p:sp>
        <p:nvSpPr>
          <p:cNvPr id="6" name="Tampungan Nomor Slide 5">
            <a:extLst>
              <a:ext uri="{FF2B5EF4-FFF2-40B4-BE49-F238E27FC236}">
                <a16:creationId xmlns:a16="http://schemas.microsoft.com/office/drawing/2014/main" id="{78CCF450-F650-FC03-15F8-766225D24567}"/>
              </a:ext>
            </a:extLst>
          </p:cNvPr>
          <p:cNvSpPr>
            <a:spLocks noGrp="1"/>
          </p:cNvSpPr>
          <p:nvPr>
            <p:ph type="sldNum" sz="quarter" idx="4"/>
          </p:nvPr>
        </p:nvSpPr>
        <p:spPr/>
        <p:txBody>
          <a:bodyPr rtlCol="0"/>
          <a:lstStyle/>
          <a:p>
            <a:pPr rtl="0"/>
            <a:fld id="{294A09A9-5501-47C1-A89A-A340965A2BE2}" type="slidenum">
              <a:rPr lang="id-ID" smtClean="0"/>
              <a:pPr rtl="0"/>
              <a:t>60</a:t>
            </a:fld>
            <a:endParaRPr lang="id-ID"/>
          </a:p>
        </p:txBody>
      </p:sp>
      <p:pic>
        <p:nvPicPr>
          <p:cNvPr id="5" name="Picture 4">
            <a:extLst>
              <a:ext uri="{FF2B5EF4-FFF2-40B4-BE49-F238E27FC236}">
                <a16:creationId xmlns:a16="http://schemas.microsoft.com/office/drawing/2014/main" id="{452C62D1-A59A-4EE0-063B-5D71F65C38B6}"/>
              </a:ext>
            </a:extLst>
          </p:cNvPr>
          <p:cNvPicPr>
            <a:picLocks noChangeAspect="1"/>
          </p:cNvPicPr>
          <p:nvPr/>
        </p:nvPicPr>
        <p:blipFill>
          <a:blip r:embed="rId3" cstate="print">
            <a:extLst>
              <a:ext uri="{28A0092B-C50C-407E-A947-70E740481C1C}">
                <a14:useLocalDpi xmlns:a14="http://schemas.microsoft.com/office/drawing/2010/main" val="0"/>
              </a:ext>
            </a:extLst>
          </a:blip>
          <a:srcRect l="-1701" t="56836" r="1701" b="24906"/>
          <a:stretch>
            <a:fillRect/>
          </a:stretch>
        </p:blipFill>
        <p:spPr bwMode="auto">
          <a:xfrm>
            <a:off x="7890387" y="1848370"/>
            <a:ext cx="2050026" cy="1658666"/>
          </a:xfrm>
          <a:prstGeom prst="rect">
            <a:avLst/>
          </a:prstGeom>
          <a:noFill/>
          <a:ln>
            <a:noFill/>
          </a:ln>
        </p:spPr>
      </p:pic>
      <p:sp>
        <p:nvSpPr>
          <p:cNvPr id="7" name="Content Placeholder 3">
            <a:extLst>
              <a:ext uri="{FF2B5EF4-FFF2-40B4-BE49-F238E27FC236}">
                <a16:creationId xmlns:a16="http://schemas.microsoft.com/office/drawing/2014/main" id="{25EDFD10-4799-9EB2-C82A-D1B875A9E655}"/>
              </a:ext>
            </a:extLst>
          </p:cNvPr>
          <p:cNvSpPr>
            <a:spLocks noGrp="1"/>
          </p:cNvSpPr>
          <p:nvPr>
            <p:ph idx="1"/>
          </p:nvPr>
        </p:nvSpPr>
        <p:spPr>
          <a:xfrm>
            <a:off x="1180366" y="1878005"/>
            <a:ext cx="6242496" cy="2266292"/>
          </a:xfrm>
        </p:spPr>
        <p:txBody>
          <a:bodyPr/>
          <a:lstStyle/>
          <a:p>
            <a:r>
              <a:rPr lang="en-GB" dirty="0" err="1"/>
              <a:t>Seluruh</a:t>
            </a:r>
            <a:r>
              <a:rPr lang="en-GB" dirty="0"/>
              <a:t> dataset yang </a:t>
            </a:r>
            <a:r>
              <a:rPr lang="en-GB" dirty="0" err="1"/>
              <a:t>sudah</a:t>
            </a:r>
            <a:r>
              <a:rPr lang="en-GB" dirty="0"/>
              <a:t> </a:t>
            </a:r>
            <a:r>
              <a:rPr lang="en-GB" dirty="0" err="1"/>
              <a:t>sempurna</a:t>
            </a:r>
            <a:r>
              <a:rPr lang="en-GB" dirty="0"/>
              <a:t>, </a:t>
            </a:r>
            <a:r>
              <a:rPr lang="en-GB" dirty="0" err="1"/>
              <a:t>akan</a:t>
            </a:r>
            <a:r>
              <a:rPr lang="en-GB" dirty="0"/>
              <a:t> </a:t>
            </a:r>
            <a:r>
              <a:rPr lang="en-GB" dirty="0" err="1"/>
              <a:t>dibagi</a:t>
            </a:r>
            <a:r>
              <a:rPr lang="en-GB" dirty="0"/>
              <a:t> </a:t>
            </a:r>
            <a:r>
              <a:rPr lang="en-GB" dirty="0" err="1"/>
              <a:t>kembali</a:t>
            </a:r>
            <a:r>
              <a:rPr lang="en-GB" dirty="0"/>
              <a:t> </a:t>
            </a:r>
            <a:r>
              <a:rPr lang="en-GB" dirty="0" err="1"/>
              <a:t>fitur-fiturnya</a:t>
            </a:r>
            <a:r>
              <a:rPr lang="en-GB" dirty="0"/>
              <a:t> </a:t>
            </a:r>
            <a:r>
              <a:rPr lang="en-GB" dirty="0" err="1"/>
              <a:t>sebagai</a:t>
            </a:r>
            <a:r>
              <a:rPr lang="en-GB" dirty="0"/>
              <a:t> variable </a:t>
            </a:r>
            <a:r>
              <a:rPr lang="en-GB" dirty="0" err="1"/>
              <a:t>fitur</a:t>
            </a:r>
            <a:r>
              <a:rPr lang="en-GB" dirty="0"/>
              <a:t> (</a:t>
            </a:r>
            <a:r>
              <a:rPr lang="en-GB" i="1" dirty="0"/>
              <a:t>X</a:t>
            </a:r>
            <a:r>
              <a:rPr lang="en-GB" dirty="0"/>
              <a:t>) dan variable target (y).</a:t>
            </a:r>
            <a:endParaRPr lang="id-ID" dirty="0"/>
          </a:p>
        </p:txBody>
      </p:sp>
      <p:graphicFrame>
        <p:nvGraphicFramePr>
          <p:cNvPr id="3" name="Table 2">
            <a:extLst>
              <a:ext uri="{FF2B5EF4-FFF2-40B4-BE49-F238E27FC236}">
                <a16:creationId xmlns:a16="http://schemas.microsoft.com/office/drawing/2014/main" id="{C52E1416-68E6-21AE-3323-EB06CD1533C4}"/>
              </a:ext>
            </a:extLst>
          </p:cNvPr>
          <p:cNvGraphicFramePr>
            <a:graphicFrameLocks noGrp="1"/>
          </p:cNvGraphicFramePr>
          <p:nvPr>
            <p:extLst>
              <p:ext uri="{D42A27DB-BD31-4B8C-83A1-F6EECF244321}">
                <p14:modId xmlns:p14="http://schemas.microsoft.com/office/powerpoint/2010/main" val="1515788839"/>
              </p:ext>
            </p:extLst>
          </p:nvPr>
        </p:nvGraphicFramePr>
        <p:xfrm>
          <a:off x="1167492" y="3638031"/>
          <a:ext cx="9495592" cy="2743200"/>
        </p:xfrm>
        <a:graphic>
          <a:graphicData uri="http://schemas.openxmlformats.org/drawingml/2006/table">
            <a:tbl>
              <a:tblPr firstRow="1" firstCol="1" bandRow="1">
                <a:tableStyleId>{5C22544A-7EE6-4342-B048-85BDC9FD1C3A}</a:tableStyleId>
              </a:tblPr>
              <a:tblGrid>
                <a:gridCol w="2256479">
                  <a:extLst>
                    <a:ext uri="{9D8B030D-6E8A-4147-A177-3AD203B41FA5}">
                      <a16:colId xmlns:a16="http://schemas.microsoft.com/office/drawing/2014/main" val="517069534"/>
                    </a:ext>
                  </a:extLst>
                </a:gridCol>
                <a:gridCol w="7239113">
                  <a:extLst>
                    <a:ext uri="{9D8B030D-6E8A-4147-A177-3AD203B41FA5}">
                      <a16:colId xmlns:a16="http://schemas.microsoft.com/office/drawing/2014/main" val="2317108593"/>
                    </a:ext>
                  </a:extLst>
                </a:gridCol>
              </a:tblGrid>
              <a:tr h="0">
                <a:tc>
                  <a:txBody>
                    <a:bodyPr/>
                    <a:lstStyle/>
                    <a:p>
                      <a:pPr algn="l">
                        <a:lnSpc>
                          <a:spcPct val="100000"/>
                        </a:lnSpc>
                        <a:buNone/>
                      </a:pPr>
                      <a:r>
                        <a:rPr lang="id-ID" sz="1800" kern="0">
                          <a:effectLst/>
                        </a:rPr>
                        <a:t>Kategori Fitur</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00000"/>
                        </a:lnSpc>
                        <a:buNone/>
                      </a:pPr>
                      <a:r>
                        <a:rPr lang="id-ID" sz="1800" kern="0">
                          <a:effectLst/>
                        </a:rPr>
                        <a:t>Nama Fitur</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58369308"/>
                  </a:ext>
                </a:extLst>
              </a:tr>
              <a:tr h="0">
                <a:tc>
                  <a:txBody>
                    <a:bodyPr/>
                    <a:lstStyle/>
                    <a:p>
                      <a:pPr algn="l">
                        <a:lnSpc>
                          <a:spcPct val="100000"/>
                        </a:lnSpc>
                        <a:buNone/>
                      </a:pPr>
                      <a:r>
                        <a:rPr lang="id-ID" sz="1800" kern="0" dirty="0">
                          <a:effectLst/>
                        </a:rPr>
                        <a:t>Dimensi Waktu</a:t>
                      </a:r>
                      <a:r>
                        <a:rPr lang="en-GB" sz="1800" kern="0" dirty="0">
                          <a:effectLst/>
                        </a:rPr>
                        <a:t> (X) </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00000"/>
                        </a:lnSpc>
                        <a:buNone/>
                      </a:pPr>
                      <a:r>
                        <a:rPr lang="id-ID" sz="1800" kern="0">
                          <a:effectLst/>
                        </a:rPr>
                        <a:t>minute, second, period</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963072774"/>
                  </a:ext>
                </a:extLst>
              </a:tr>
              <a:tr h="0">
                <a:tc>
                  <a:txBody>
                    <a:bodyPr/>
                    <a:lstStyle/>
                    <a:p>
                      <a:pPr algn="l">
                        <a:lnSpc>
                          <a:spcPct val="100000"/>
                        </a:lnSpc>
                        <a:buNone/>
                      </a:pPr>
                      <a:r>
                        <a:rPr lang="id-ID" sz="1800" kern="0" dirty="0">
                          <a:effectLst/>
                        </a:rPr>
                        <a:t>Dimensi Spasial</a:t>
                      </a:r>
                      <a:r>
                        <a:rPr lang="en-GB" sz="1800" kern="0" dirty="0">
                          <a:effectLst/>
                        </a:rPr>
                        <a:t> (X) </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00000"/>
                        </a:lnSpc>
                        <a:buNone/>
                      </a:pPr>
                      <a:r>
                        <a:rPr lang="id-ID" sz="1800" kern="0">
                          <a:effectLst/>
                        </a:rPr>
                        <a:t>start_x, start_y</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325643445"/>
                  </a:ext>
                </a:extLst>
              </a:tr>
              <a:tr h="0">
                <a:tc>
                  <a:txBody>
                    <a:bodyPr/>
                    <a:lstStyle/>
                    <a:p>
                      <a:pPr algn="l">
                        <a:lnSpc>
                          <a:spcPct val="100000"/>
                        </a:lnSpc>
                        <a:buNone/>
                      </a:pPr>
                      <a:r>
                        <a:rPr lang="id-ID" sz="1800" kern="0" dirty="0">
                          <a:effectLst/>
                        </a:rPr>
                        <a:t>Konteks Tembakan</a:t>
                      </a:r>
                      <a:r>
                        <a:rPr lang="en-GB" sz="1800" kern="0" dirty="0">
                          <a:effectLst/>
                        </a:rPr>
                        <a:t> (X) </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00000"/>
                        </a:lnSpc>
                        <a:buNone/>
                      </a:pPr>
                      <a:r>
                        <a:rPr lang="id-ID" sz="1800" kern="0" dirty="0" err="1">
                          <a:effectLst/>
                        </a:rPr>
                        <a:t>shot_body_part</a:t>
                      </a:r>
                      <a:r>
                        <a:rPr lang="id-ID" sz="1800" kern="0" dirty="0">
                          <a:effectLst/>
                        </a:rPr>
                        <a:t>, </a:t>
                      </a:r>
                      <a:r>
                        <a:rPr lang="id-ID" sz="1800" kern="0" dirty="0" err="1">
                          <a:effectLst/>
                        </a:rPr>
                        <a:t>shot_technique</a:t>
                      </a:r>
                      <a:r>
                        <a:rPr lang="id-ID" sz="1800" kern="0" dirty="0">
                          <a:effectLst/>
                        </a:rPr>
                        <a:t>, </a:t>
                      </a:r>
                      <a:r>
                        <a:rPr lang="id-ID" sz="1800" kern="0" dirty="0" err="1">
                          <a:effectLst/>
                        </a:rPr>
                        <a:t>shot_type</a:t>
                      </a:r>
                      <a:r>
                        <a:rPr lang="id-ID" sz="1800" kern="0" dirty="0">
                          <a:effectLst/>
                        </a:rPr>
                        <a:t>, </a:t>
                      </a:r>
                      <a:r>
                        <a:rPr lang="id-ID" sz="1800" kern="0" dirty="0" err="1">
                          <a:effectLst/>
                        </a:rPr>
                        <a:t>play_pattern</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9401577"/>
                  </a:ext>
                </a:extLst>
              </a:tr>
              <a:tr h="0">
                <a:tc>
                  <a:txBody>
                    <a:bodyPr/>
                    <a:lstStyle/>
                    <a:p>
                      <a:pPr algn="l">
                        <a:lnSpc>
                          <a:spcPct val="100000"/>
                        </a:lnSpc>
                        <a:buNone/>
                      </a:pPr>
                      <a:r>
                        <a:rPr lang="id-ID" sz="1800" kern="0" dirty="0">
                          <a:effectLst/>
                        </a:rPr>
                        <a:t>Konteks Situasi</a:t>
                      </a:r>
                      <a:r>
                        <a:rPr lang="en-GB" sz="1800" kern="0" dirty="0">
                          <a:effectLst/>
                        </a:rPr>
                        <a:t> (X) </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00000"/>
                        </a:lnSpc>
                        <a:buNone/>
                      </a:pPr>
                      <a:r>
                        <a:rPr lang="id-ID" sz="1800" kern="0">
                          <a:effectLst/>
                        </a:rPr>
                        <a:t>shot_first_time, shot_open_goal, shot_one_on_one, shot_aerial_won, shot_key_pass, under_pressure</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5329420"/>
                  </a:ext>
                </a:extLst>
              </a:tr>
              <a:tr h="0">
                <a:tc>
                  <a:txBody>
                    <a:bodyPr/>
                    <a:lstStyle/>
                    <a:p>
                      <a:pPr algn="l">
                        <a:lnSpc>
                          <a:spcPct val="100000"/>
                        </a:lnSpc>
                        <a:buNone/>
                      </a:pPr>
                      <a:r>
                        <a:rPr lang="id-ID" sz="1800" kern="0" dirty="0">
                          <a:effectLst/>
                        </a:rPr>
                        <a:t>Fitur Hasil Rekayasa</a:t>
                      </a:r>
                      <a:r>
                        <a:rPr lang="en-GB" sz="1800" kern="0" dirty="0">
                          <a:effectLst/>
                        </a:rPr>
                        <a:t> (X) </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00000"/>
                        </a:lnSpc>
                        <a:buNone/>
                      </a:pPr>
                      <a:r>
                        <a:rPr lang="id-ID" sz="1800" kern="0">
                          <a:effectLst/>
                        </a:rPr>
                        <a:t>distance_to_goal, angle_to_goal, type_before</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528449382"/>
                  </a:ext>
                </a:extLst>
              </a:tr>
              <a:tr h="0">
                <a:tc>
                  <a:txBody>
                    <a:bodyPr/>
                    <a:lstStyle/>
                    <a:p>
                      <a:pPr algn="l">
                        <a:lnSpc>
                          <a:spcPct val="100000"/>
                        </a:lnSpc>
                        <a:buNone/>
                      </a:pPr>
                      <a:r>
                        <a:rPr lang="id-ID" sz="1800" kern="0" dirty="0">
                          <a:effectLst/>
                        </a:rPr>
                        <a:t>Variabel Target</a:t>
                      </a:r>
                      <a:r>
                        <a:rPr lang="en-GB" sz="1800" kern="0" dirty="0">
                          <a:effectLst/>
                        </a:rPr>
                        <a:t> (y) </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00000"/>
                        </a:lnSpc>
                        <a:buNone/>
                      </a:pPr>
                      <a:r>
                        <a:rPr lang="id-ID" sz="1800" kern="0" dirty="0" err="1">
                          <a:effectLst/>
                        </a:rPr>
                        <a:t>shot_outcome</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162916381"/>
                  </a:ext>
                </a:extLst>
              </a:tr>
            </a:tbl>
          </a:graphicData>
        </a:graphic>
      </p:graphicFrame>
    </p:spTree>
    <p:extLst>
      <p:ext uri="{BB962C8B-B14F-4D97-AF65-F5344CB8AC3E}">
        <p14:creationId xmlns:p14="http://schemas.microsoft.com/office/powerpoint/2010/main" val="187869213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9A8EC-DA5A-B5F7-AC4F-15566A9F9BA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119A1BD0-04CF-893D-7999-9A26BDBDD997}"/>
              </a:ext>
            </a:extLst>
          </p:cNvPr>
          <p:cNvSpPr>
            <a:spLocks noGrp="1"/>
          </p:cNvSpPr>
          <p:nvPr>
            <p:ph type="title"/>
          </p:nvPr>
        </p:nvSpPr>
        <p:spPr>
          <a:xfrm>
            <a:off x="824174" y="376750"/>
            <a:ext cx="10678142" cy="1325563"/>
          </a:xfrm>
        </p:spPr>
        <p:txBody>
          <a:bodyPr rtlCol="0"/>
          <a:lstStyle/>
          <a:p>
            <a:r>
              <a:rPr lang="id-ID" dirty="0"/>
              <a:t>Data Mining</a:t>
            </a:r>
          </a:p>
        </p:txBody>
      </p:sp>
      <p:sp>
        <p:nvSpPr>
          <p:cNvPr id="3" name="Tampungan Tanggal 2">
            <a:extLst>
              <a:ext uri="{FF2B5EF4-FFF2-40B4-BE49-F238E27FC236}">
                <a16:creationId xmlns:a16="http://schemas.microsoft.com/office/drawing/2014/main" id="{7C210DFE-C317-47FB-9704-A3ED269F3C25}"/>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7D3E9E9B-EA43-631A-89C3-7FCD821CC81E}"/>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61</a:t>
            </a:fld>
            <a:endParaRPr lang="id-ID"/>
          </a:p>
        </p:txBody>
      </p:sp>
      <p:sp>
        <p:nvSpPr>
          <p:cNvPr id="78" name="Content Placeholder 7">
            <a:extLst>
              <a:ext uri="{FF2B5EF4-FFF2-40B4-BE49-F238E27FC236}">
                <a16:creationId xmlns:a16="http://schemas.microsoft.com/office/drawing/2014/main" id="{C699F3B8-B598-FB65-4137-EE669993D8CB}"/>
              </a:ext>
            </a:extLst>
          </p:cNvPr>
          <p:cNvSpPr txBox="1">
            <a:spLocks/>
          </p:cNvSpPr>
          <p:nvPr/>
        </p:nvSpPr>
        <p:spPr>
          <a:xfrm>
            <a:off x="750430" y="1706563"/>
            <a:ext cx="5547131" cy="93339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2400" dirty="0"/>
              <a:t>Tahap </a:t>
            </a:r>
            <a:r>
              <a:rPr lang="en-GB" sz="2400" dirty="0"/>
              <a:t>data mining</a:t>
            </a:r>
            <a:r>
              <a:rPr lang="id-ID" sz="2400" dirty="0"/>
              <a:t> </a:t>
            </a:r>
            <a:r>
              <a:rPr lang="en-GB" sz="2400" dirty="0" err="1"/>
              <a:t>yaitu</a:t>
            </a:r>
            <a:r>
              <a:rPr lang="id-ID" sz="2400" dirty="0"/>
              <a:t> pemodelan menggunakan </a:t>
            </a:r>
            <a:r>
              <a:rPr lang="id-ID" sz="2400" dirty="0" err="1"/>
              <a:t>LightGBM</a:t>
            </a:r>
            <a:r>
              <a:rPr lang="id-ID" sz="2400" dirty="0"/>
              <a:t>. </a:t>
            </a:r>
          </a:p>
        </p:txBody>
      </p:sp>
      <p:pic>
        <p:nvPicPr>
          <p:cNvPr id="4" name="Picture 3">
            <a:extLst>
              <a:ext uri="{FF2B5EF4-FFF2-40B4-BE49-F238E27FC236}">
                <a16:creationId xmlns:a16="http://schemas.microsoft.com/office/drawing/2014/main" id="{FA07EF4D-7E68-3BBA-8932-74EFFD7A014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00422" y="238472"/>
            <a:ext cx="1353671" cy="6381055"/>
          </a:xfrm>
          <a:prstGeom prst="rect">
            <a:avLst/>
          </a:prstGeom>
          <a:noFill/>
          <a:ln>
            <a:noFill/>
          </a:ln>
        </p:spPr>
      </p:pic>
    </p:spTree>
    <p:extLst>
      <p:ext uri="{BB962C8B-B14F-4D97-AF65-F5344CB8AC3E}">
        <p14:creationId xmlns:p14="http://schemas.microsoft.com/office/powerpoint/2010/main" val="245265487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996C1-2073-6F5A-4EE3-15687A8A22E6}"/>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14D8A4B0-94E6-282B-42E8-486EAA6836CB}"/>
              </a:ext>
            </a:extLst>
          </p:cNvPr>
          <p:cNvSpPr>
            <a:spLocks noGrp="1"/>
          </p:cNvSpPr>
          <p:nvPr>
            <p:ph type="title"/>
          </p:nvPr>
        </p:nvSpPr>
        <p:spPr>
          <a:xfrm>
            <a:off x="824174" y="376750"/>
            <a:ext cx="10678142" cy="1325563"/>
          </a:xfrm>
        </p:spPr>
        <p:txBody>
          <a:bodyPr rtlCol="0"/>
          <a:lstStyle/>
          <a:p>
            <a:r>
              <a:rPr lang="id-ID" dirty="0"/>
              <a:t>Data Mining</a:t>
            </a:r>
          </a:p>
        </p:txBody>
      </p:sp>
      <p:sp>
        <p:nvSpPr>
          <p:cNvPr id="3" name="Tampungan Tanggal 2">
            <a:extLst>
              <a:ext uri="{FF2B5EF4-FFF2-40B4-BE49-F238E27FC236}">
                <a16:creationId xmlns:a16="http://schemas.microsoft.com/office/drawing/2014/main" id="{587328E4-2A6A-312C-EAD7-9B37BFBA06F8}"/>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1CFDFC04-2604-34F2-A720-F6BC18D8F270}"/>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62</a:t>
            </a:fld>
            <a:endParaRPr lang="id-ID"/>
          </a:p>
        </p:txBody>
      </p:sp>
      <p:sp>
        <p:nvSpPr>
          <p:cNvPr id="78" name="Content Placeholder 7">
            <a:extLst>
              <a:ext uri="{FF2B5EF4-FFF2-40B4-BE49-F238E27FC236}">
                <a16:creationId xmlns:a16="http://schemas.microsoft.com/office/drawing/2014/main" id="{C3EDCD21-511C-2AC2-97E2-59F3B042DEA4}"/>
              </a:ext>
            </a:extLst>
          </p:cNvPr>
          <p:cNvSpPr txBox="1">
            <a:spLocks/>
          </p:cNvSpPr>
          <p:nvPr/>
        </p:nvSpPr>
        <p:spPr>
          <a:xfrm>
            <a:off x="750430" y="1706563"/>
            <a:ext cx="6048576" cy="329314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n-GB" sz="2400" dirty="0" err="1"/>
              <a:t>Pertama</a:t>
            </a:r>
            <a:r>
              <a:rPr lang="en-GB" sz="2400" dirty="0"/>
              <a:t> </a:t>
            </a:r>
            <a:r>
              <a:rPr lang="en-GB" sz="2400" dirty="0" err="1"/>
              <a:t>yaitu</a:t>
            </a:r>
            <a:r>
              <a:rPr lang="en-GB" sz="2400" dirty="0"/>
              <a:t> </a:t>
            </a:r>
            <a:r>
              <a:rPr lang="en-GB" sz="2400" dirty="0" err="1"/>
              <a:t>dilakukan</a:t>
            </a:r>
            <a:r>
              <a:rPr lang="en-GB" sz="2400" dirty="0"/>
              <a:t> Hyperparameter Tuning, </a:t>
            </a:r>
            <a:r>
              <a:rPr lang="en-GB" sz="2400" dirty="0" err="1"/>
              <a:t>menggunakan</a:t>
            </a:r>
            <a:r>
              <a:rPr lang="en-GB" sz="2400" dirty="0"/>
              <a:t> </a:t>
            </a:r>
            <a:r>
              <a:rPr lang="en-GB" sz="2400" dirty="0" err="1"/>
              <a:t>RandomizedSearchCV</a:t>
            </a:r>
            <a:r>
              <a:rPr lang="en-GB" sz="2400" dirty="0"/>
              <a:t>  </a:t>
            </a:r>
            <a:r>
              <a:rPr lang="en-GB" sz="2400" dirty="0" err="1"/>
              <a:t>dengan</a:t>
            </a:r>
            <a:r>
              <a:rPr lang="en-GB" sz="2400" dirty="0"/>
              <a:t> </a:t>
            </a:r>
            <a:r>
              <a:rPr lang="en-GB" sz="2400" dirty="0" err="1"/>
              <a:t>pengaturan</a:t>
            </a:r>
            <a:r>
              <a:rPr lang="en-GB" sz="2400" dirty="0"/>
              <a:t>:</a:t>
            </a:r>
          </a:p>
          <a:p>
            <a:pPr algn="just">
              <a:lnSpc>
                <a:spcPct val="100000"/>
              </a:lnSpc>
              <a:spcBef>
                <a:spcPts val="0"/>
              </a:spcBef>
            </a:pPr>
            <a:r>
              <a:rPr lang="en-GB" sz="2400" dirty="0"/>
              <a:t>Estimator = </a:t>
            </a:r>
            <a:r>
              <a:rPr lang="en-GB" sz="2400" dirty="0" err="1"/>
              <a:t>lgbm</a:t>
            </a:r>
            <a:r>
              <a:rPr lang="en-GB" sz="2400" dirty="0"/>
              <a:t>,</a:t>
            </a:r>
          </a:p>
          <a:p>
            <a:pPr algn="just">
              <a:lnSpc>
                <a:spcPct val="100000"/>
              </a:lnSpc>
              <a:spcBef>
                <a:spcPts val="0"/>
              </a:spcBef>
            </a:pPr>
            <a:r>
              <a:rPr lang="en-GB" sz="2400" dirty="0" err="1"/>
              <a:t>N_iter</a:t>
            </a:r>
            <a:r>
              <a:rPr lang="en-GB" sz="2400" dirty="0"/>
              <a:t> = 100,</a:t>
            </a:r>
          </a:p>
          <a:p>
            <a:pPr algn="just">
              <a:lnSpc>
                <a:spcPct val="100000"/>
              </a:lnSpc>
              <a:spcBef>
                <a:spcPts val="0"/>
              </a:spcBef>
            </a:pPr>
            <a:r>
              <a:rPr lang="en-GB" sz="2400" dirty="0" err="1"/>
              <a:t>Param_distributions</a:t>
            </a:r>
            <a:r>
              <a:rPr lang="en-GB" sz="2400" dirty="0"/>
              <a:t> = </a:t>
            </a:r>
            <a:r>
              <a:rPr lang="en-GB" sz="2400" dirty="0" err="1"/>
              <a:t>lgbm_param_grid</a:t>
            </a:r>
            <a:r>
              <a:rPr lang="en-GB" sz="2400" dirty="0"/>
              <a:t>,</a:t>
            </a:r>
          </a:p>
          <a:p>
            <a:pPr algn="just">
              <a:lnSpc>
                <a:spcPct val="100000"/>
              </a:lnSpc>
              <a:spcBef>
                <a:spcPts val="0"/>
              </a:spcBef>
            </a:pPr>
            <a:r>
              <a:rPr lang="en-GB" sz="2400" dirty="0" err="1"/>
              <a:t>Cv</a:t>
            </a:r>
            <a:r>
              <a:rPr lang="en-GB" sz="2400" dirty="0"/>
              <a:t> = 5,</a:t>
            </a:r>
          </a:p>
          <a:p>
            <a:pPr algn="just">
              <a:lnSpc>
                <a:spcPct val="100000"/>
              </a:lnSpc>
              <a:spcBef>
                <a:spcPts val="0"/>
              </a:spcBef>
            </a:pPr>
            <a:r>
              <a:rPr lang="en-GB" sz="2400" dirty="0"/>
              <a:t>Refit = </a:t>
            </a:r>
            <a:r>
              <a:rPr lang="en-GB" sz="2400" dirty="0" err="1"/>
              <a:t>roc_aug</a:t>
            </a:r>
            <a:r>
              <a:rPr lang="en-GB" sz="2400" dirty="0"/>
              <a:t>,</a:t>
            </a:r>
          </a:p>
          <a:p>
            <a:pPr algn="just">
              <a:lnSpc>
                <a:spcPct val="100000"/>
              </a:lnSpc>
              <a:spcBef>
                <a:spcPts val="0"/>
              </a:spcBef>
            </a:pPr>
            <a:r>
              <a:rPr lang="en-GB" sz="2400" dirty="0" err="1"/>
              <a:t>N_jobs</a:t>
            </a:r>
            <a:r>
              <a:rPr lang="en-GB" sz="2400" dirty="0"/>
              <a:t> = -1,</a:t>
            </a:r>
            <a:endParaRPr lang="id-ID" sz="2400" dirty="0"/>
          </a:p>
        </p:txBody>
      </p:sp>
      <p:pic>
        <p:nvPicPr>
          <p:cNvPr id="4" name="Picture 3">
            <a:extLst>
              <a:ext uri="{FF2B5EF4-FFF2-40B4-BE49-F238E27FC236}">
                <a16:creationId xmlns:a16="http://schemas.microsoft.com/office/drawing/2014/main" id="{E8353D2A-F96C-61A8-CA44-06D9352749D5}"/>
              </a:ext>
            </a:extLst>
          </p:cNvPr>
          <p:cNvPicPr>
            <a:picLocks noChangeAspect="1"/>
          </p:cNvPicPr>
          <p:nvPr/>
        </p:nvPicPr>
        <p:blipFill>
          <a:blip r:embed="rId3" cstate="print">
            <a:extLst>
              <a:ext uri="{28A0092B-C50C-407E-A947-70E740481C1C}">
                <a14:useLocalDpi xmlns:a14="http://schemas.microsoft.com/office/drawing/2010/main" val="0"/>
              </a:ext>
            </a:extLst>
          </a:blip>
          <a:srcRect t="19145" b="67912"/>
          <a:stretch>
            <a:fillRect/>
          </a:stretch>
        </p:blipFill>
        <p:spPr bwMode="auto">
          <a:xfrm>
            <a:off x="7013399" y="1460091"/>
            <a:ext cx="3227053" cy="1968909"/>
          </a:xfrm>
          <a:prstGeom prst="rect">
            <a:avLst/>
          </a:prstGeom>
          <a:noFill/>
          <a:ln>
            <a:noFill/>
          </a:ln>
        </p:spPr>
      </p:pic>
    </p:spTree>
    <p:extLst>
      <p:ext uri="{BB962C8B-B14F-4D97-AF65-F5344CB8AC3E}">
        <p14:creationId xmlns:p14="http://schemas.microsoft.com/office/powerpoint/2010/main" val="226454428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817C8-9F60-9F40-EE31-CF2F1F8A95DF}"/>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F685BB4A-8A3C-97C4-A668-6F8E8C08BE98}"/>
              </a:ext>
            </a:extLst>
          </p:cNvPr>
          <p:cNvSpPr>
            <a:spLocks noGrp="1"/>
          </p:cNvSpPr>
          <p:nvPr>
            <p:ph type="title"/>
          </p:nvPr>
        </p:nvSpPr>
        <p:spPr>
          <a:xfrm>
            <a:off x="771126" y="343565"/>
            <a:ext cx="10678142" cy="802661"/>
          </a:xfrm>
        </p:spPr>
        <p:txBody>
          <a:bodyPr rtlCol="0"/>
          <a:lstStyle/>
          <a:p>
            <a:r>
              <a:rPr lang="id-ID" dirty="0"/>
              <a:t>Data Mining</a:t>
            </a:r>
          </a:p>
        </p:txBody>
      </p:sp>
      <p:sp>
        <p:nvSpPr>
          <p:cNvPr id="3" name="Tampungan Tanggal 2">
            <a:extLst>
              <a:ext uri="{FF2B5EF4-FFF2-40B4-BE49-F238E27FC236}">
                <a16:creationId xmlns:a16="http://schemas.microsoft.com/office/drawing/2014/main" id="{3E82F62E-11B0-E54E-124A-6205AABF0A40}"/>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E5343C88-2491-27E1-8E7D-C4E8976E333F}"/>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63</a:t>
            </a:fld>
            <a:endParaRPr lang="id-ID"/>
          </a:p>
        </p:txBody>
      </p:sp>
      <p:graphicFrame>
        <p:nvGraphicFramePr>
          <p:cNvPr id="6" name="Table 5">
            <a:extLst>
              <a:ext uri="{FF2B5EF4-FFF2-40B4-BE49-F238E27FC236}">
                <a16:creationId xmlns:a16="http://schemas.microsoft.com/office/drawing/2014/main" id="{91CE9139-B390-C879-26BF-1FAD13DE4C1D}"/>
              </a:ext>
            </a:extLst>
          </p:cNvPr>
          <p:cNvGraphicFramePr>
            <a:graphicFrameLocks noGrp="1"/>
          </p:cNvGraphicFramePr>
          <p:nvPr>
            <p:extLst>
              <p:ext uri="{D42A27DB-BD31-4B8C-83A1-F6EECF244321}">
                <p14:modId xmlns:p14="http://schemas.microsoft.com/office/powerpoint/2010/main" val="2037790025"/>
              </p:ext>
            </p:extLst>
          </p:nvPr>
        </p:nvGraphicFramePr>
        <p:xfrm>
          <a:off x="771126" y="1310553"/>
          <a:ext cx="8977558" cy="4352826"/>
        </p:xfrm>
        <a:graphic>
          <a:graphicData uri="http://schemas.openxmlformats.org/drawingml/2006/table">
            <a:tbl>
              <a:tblPr firstRow="1" firstCol="1" bandRow="1">
                <a:tableStyleId>{5C22544A-7EE6-4342-B048-85BDC9FD1C3A}</a:tableStyleId>
              </a:tblPr>
              <a:tblGrid>
                <a:gridCol w="3675972">
                  <a:extLst>
                    <a:ext uri="{9D8B030D-6E8A-4147-A177-3AD203B41FA5}">
                      <a16:colId xmlns:a16="http://schemas.microsoft.com/office/drawing/2014/main" val="2656392974"/>
                    </a:ext>
                  </a:extLst>
                </a:gridCol>
                <a:gridCol w="5301586">
                  <a:extLst>
                    <a:ext uri="{9D8B030D-6E8A-4147-A177-3AD203B41FA5}">
                      <a16:colId xmlns:a16="http://schemas.microsoft.com/office/drawing/2014/main" val="1213556386"/>
                    </a:ext>
                  </a:extLst>
                </a:gridCol>
              </a:tblGrid>
              <a:tr h="725471">
                <a:tc>
                  <a:txBody>
                    <a:bodyPr/>
                    <a:lstStyle/>
                    <a:p>
                      <a:pPr algn="l">
                        <a:lnSpc>
                          <a:spcPct val="115000"/>
                        </a:lnSpc>
                        <a:buNone/>
                      </a:pPr>
                      <a:r>
                        <a:rPr lang="id-ID" sz="2400" kern="0">
                          <a:effectLst/>
                        </a:rPr>
                        <a:t>Nama Hyperparameter</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2400" kern="0" dirty="0">
                          <a:effectLst/>
                        </a:rPr>
                        <a:t>Nilai yang Diuji</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88265982"/>
                  </a:ext>
                </a:extLst>
              </a:tr>
              <a:tr h="725471">
                <a:tc>
                  <a:txBody>
                    <a:bodyPr/>
                    <a:lstStyle/>
                    <a:p>
                      <a:pPr algn="l">
                        <a:lnSpc>
                          <a:spcPct val="115000"/>
                        </a:lnSpc>
                        <a:buNone/>
                      </a:pPr>
                      <a:r>
                        <a:rPr lang="id-ID" sz="2400" kern="0" dirty="0" err="1">
                          <a:effectLst/>
                        </a:rPr>
                        <a:t>min_child_samples</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2400" kern="0">
                          <a:effectLst/>
                        </a:rPr>
                        <a:t>Distribusi integer acak dari 0-200</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116104125"/>
                  </a:ext>
                </a:extLst>
              </a:tr>
              <a:tr h="725471">
                <a:tc>
                  <a:txBody>
                    <a:bodyPr/>
                    <a:lstStyle/>
                    <a:p>
                      <a:pPr algn="l">
                        <a:lnSpc>
                          <a:spcPct val="115000"/>
                        </a:lnSpc>
                        <a:buNone/>
                      </a:pPr>
                      <a:r>
                        <a:rPr lang="id-ID" sz="2400" kern="0">
                          <a:effectLst/>
                        </a:rPr>
                        <a:t>num_leaves</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2400" kern="0" dirty="0">
                          <a:effectLst/>
                        </a:rPr>
                        <a:t>Distribusi integer acak dari 2-500</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877251401"/>
                  </a:ext>
                </a:extLst>
              </a:tr>
              <a:tr h="725471">
                <a:tc>
                  <a:txBody>
                    <a:bodyPr/>
                    <a:lstStyle/>
                    <a:p>
                      <a:pPr algn="l">
                        <a:lnSpc>
                          <a:spcPct val="115000"/>
                        </a:lnSpc>
                        <a:buNone/>
                      </a:pPr>
                      <a:r>
                        <a:rPr lang="id-ID" sz="2400" kern="0">
                          <a:effectLst/>
                        </a:rPr>
                        <a:t>reg_lambda</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2400" kern="0">
                          <a:effectLst/>
                        </a:rPr>
                        <a:t>Distribusi uniform acak dari 0-1</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299080159"/>
                  </a:ext>
                </a:extLst>
              </a:tr>
              <a:tr h="725471">
                <a:tc>
                  <a:txBody>
                    <a:bodyPr/>
                    <a:lstStyle/>
                    <a:p>
                      <a:pPr algn="l">
                        <a:lnSpc>
                          <a:spcPct val="115000"/>
                        </a:lnSpc>
                        <a:buNone/>
                      </a:pPr>
                      <a:r>
                        <a:rPr lang="id-ID" sz="2400" kern="0">
                          <a:effectLst/>
                        </a:rPr>
                        <a:t>reg_alpha</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2400" kern="0" dirty="0">
                          <a:effectLst/>
                        </a:rPr>
                        <a:t>Distribusi uniform acak dari 0-1</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64721062"/>
                  </a:ext>
                </a:extLst>
              </a:tr>
              <a:tr h="725471">
                <a:tc>
                  <a:txBody>
                    <a:bodyPr/>
                    <a:lstStyle/>
                    <a:p>
                      <a:pPr algn="l">
                        <a:lnSpc>
                          <a:spcPct val="115000"/>
                        </a:lnSpc>
                        <a:buNone/>
                      </a:pPr>
                      <a:r>
                        <a:rPr lang="id-ID" sz="2400" kern="0">
                          <a:effectLst/>
                        </a:rPr>
                        <a:t>max_depth</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2400" kern="0" dirty="0">
                          <a:effectLst/>
                        </a:rPr>
                        <a:t>Distribusi integer acak dari 0-500</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905021421"/>
                  </a:ext>
                </a:extLst>
              </a:tr>
            </a:tbl>
          </a:graphicData>
        </a:graphic>
      </p:graphicFrame>
      <p:sp>
        <p:nvSpPr>
          <p:cNvPr id="7" name="TextBox 6">
            <a:extLst>
              <a:ext uri="{FF2B5EF4-FFF2-40B4-BE49-F238E27FC236}">
                <a16:creationId xmlns:a16="http://schemas.microsoft.com/office/drawing/2014/main" id="{9B7BBA18-0D45-0A0B-E44C-159DE986F7DB}"/>
              </a:ext>
            </a:extLst>
          </p:cNvPr>
          <p:cNvSpPr txBox="1"/>
          <p:nvPr/>
        </p:nvSpPr>
        <p:spPr>
          <a:xfrm>
            <a:off x="733117" y="938713"/>
            <a:ext cx="2038965" cy="369332"/>
          </a:xfrm>
          <a:prstGeom prst="rect">
            <a:avLst/>
          </a:prstGeom>
          <a:noFill/>
        </p:spPr>
        <p:txBody>
          <a:bodyPr wrap="square">
            <a:spAutoFit/>
          </a:bodyPr>
          <a:lstStyle/>
          <a:p>
            <a:r>
              <a:rPr lang="en-GB" dirty="0"/>
              <a:t>Lgbm_param_grid</a:t>
            </a:r>
            <a:endParaRPr lang="id-ID" dirty="0"/>
          </a:p>
        </p:txBody>
      </p:sp>
    </p:spTree>
    <p:extLst>
      <p:ext uri="{BB962C8B-B14F-4D97-AF65-F5344CB8AC3E}">
        <p14:creationId xmlns:p14="http://schemas.microsoft.com/office/powerpoint/2010/main" val="26121597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6221B4-FDEF-ED34-2092-C0A5CE53F12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949ED68E-9EBE-415E-3EC3-6D036D70544C}"/>
              </a:ext>
            </a:extLst>
          </p:cNvPr>
          <p:cNvSpPr>
            <a:spLocks noGrp="1"/>
          </p:cNvSpPr>
          <p:nvPr>
            <p:ph type="title"/>
          </p:nvPr>
        </p:nvSpPr>
        <p:spPr>
          <a:xfrm>
            <a:off x="771126" y="343565"/>
            <a:ext cx="10678142" cy="802661"/>
          </a:xfrm>
        </p:spPr>
        <p:txBody>
          <a:bodyPr rtlCol="0"/>
          <a:lstStyle/>
          <a:p>
            <a:r>
              <a:rPr lang="id-ID" dirty="0"/>
              <a:t>Data Mining</a:t>
            </a:r>
          </a:p>
        </p:txBody>
      </p:sp>
      <p:sp>
        <p:nvSpPr>
          <p:cNvPr id="3" name="Tampungan Tanggal 2">
            <a:extLst>
              <a:ext uri="{FF2B5EF4-FFF2-40B4-BE49-F238E27FC236}">
                <a16:creationId xmlns:a16="http://schemas.microsoft.com/office/drawing/2014/main" id="{2A6AA565-23A9-3617-F3E7-2AB6EB56974B}"/>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5324057F-A739-2EE9-00CE-765C38CEE901}"/>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64</a:t>
            </a:fld>
            <a:endParaRPr lang="id-ID"/>
          </a:p>
        </p:txBody>
      </p:sp>
      <p:pic>
        <p:nvPicPr>
          <p:cNvPr id="7170" name="Picture 2">
            <a:extLst>
              <a:ext uri="{FF2B5EF4-FFF2-40B4-BE49-F238E27FC236}">
                <a16:creationId xmlns:a16="http://schemas.microsoft.com/office/drawing/2014/main" id="{1C300531-3D93-9167-0C87-041B45F9FA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2732" y="1146226"/>
            <a:ext cx="8274061" cy="4935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607909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CC768-07AA-EEF5-7990-B47D7BC95BC1}"/>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9819B9B2-82FD-FF13-C1AF-B31A952262E7}"/>
              </a:ext>
            </a:extLst>
          </p:cNvPr>
          <p:cNvSpPr>
            <a:spLocks noGrp="1"/>
          </p:cNvSpPr>
          <p:nvPr>
            <p:ph type="title"/>
          </p:nvPr>
        </p:nvSpPr>
        <p:spPr>
          <a:xfrm>
            <a:off x="771126" y="343565"/>
            <a:ext cx="10678142" cy="802661"/>
          </a:xfrm>
        </p:spPr>
        <p:txBody>
          <a:bodyPr rtlCol="0"/>
          <a:lstStyle/>
          <a:p>
            <a:r>
              <a:rPr lang="id-ID" dirty="0"/>
              <a:t>Data Mining</a:t>
            </a:r>
          </a:p>
        </p:txBody>
      </p:sp>
      <p:sp>
        <p:nvSpPr>
          <p:cNvPr id="3" name="Tampungan Tanggal 2">
            <a:extLst>
              <a:ext uri="{FF2B5EF4-FFF2-40B4-BE49-F238E27FC236}">
                <a16:creationId xmlns:a16="http://schemas.microsoft.com/office/drawing/2014/main" id="{092084A5-DF71-2939-DC06-0E5D25D914AF}"/>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43FACFE9-163D-633D-1177-19771BE26EE4}"/>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65</a:t>
            </a:fld>
            <a:endParaRPr lang="id-ID"/>
          </a:p>
        </p:txBody>
      </p:sp>
      <p:graphicFrame>
        <p:nvGraphicFramePr>
          <p:cNvPr id="4" name="Table 3">
            <a:extLst>
              <a:ext uri="{FF2B5EF4-FFF2-40B4-BE49-F238E27FC236}">
                <a16:creationId xmlns:a16="http://schemas.microsoft.com/office/drawing/2014/main" id="{C44B9AEA-607B-6401-E1C3-5374E00B1D3B}"/>
              </a:ext>
            </a:extLst>
          </p:cNvPr>
          <p:cNvGraphicFramePr>
            <a:graphicFrameLocks noGrp="1"/>
          </p:cNvGraphicFramePr>
          <p:nvPr>
            <p:extLst>
              <p:ext uri="{D42A27DB-BD31-4B8C-83A1-F6EECF244321}">
                <p14:modId xmlns:p14="http://schemas.microsoft.com/office/powerpoint/2010/main" val="626653055"/>
              </p:ext>
            </p:extLst>
          </p:nvPr>
        </p:nvGraphicFramePr>
        <p:xfrm>
          <a:off x="771126" y="1391987"/>
          <a:ext cx="5826717" cy="3374643"/>
        </p:xfrm>
        <a:graphic>
          <a:graphicData uri="http://schemas.openxmlformats.org/drawingml/2006/table">
            <a:tbl>
              <a:tblPr firstRow="1" firstCol="1" bandRow="1">
                <a:tableStyleId>{5C22544A-7EE6-4342-B048-85BDC9FD1C3A}</a:tableStyleId>
              </a:tblPr>
              <a:tblGrid>
                <a:gridCol w="1650852">
                  <a:extLst>
                    <a:ext uri="{9D8B030D-6E8A-4147-A177-3AD203B41FA5}">
                      <a16:colId xmlns:a16="http://schemas.microsoft.com/office/drawing/2014/main" val="1920469064"/>
                    </a:ext>
                  </a:extLst>
                </a:gridCol>
                <a:gridCol w="4175865">
                  <a:extLst>
                    <a:ext uri="{9D8B030D-6E8A-4147-A177-3AD203B41FA5}">
                      <a16:colId xmlns:a16="http://schemas.microsoft.com/office/drawing/2014/main" val="2925692599"/>
                    </a:ext>
                  </a:extLst>
                </a:gridCol>
              </a:tblGrid>
              <a:tr h="948830">
                <a:tc>
                  <a:txBody>
                    <a:bodyPr/>
                    <a:lstStyle/>
                    <a:p>
                      <a:pPr algn="just">
                        <a:lnSpc>
                          <a:spcPct val="115000"/>
                        </a:lnSpc>
                        <a:buNone/>
                      </a:pPr>
                      <a:r>
                        <a:rPr lang="id-ID" sz="2400" kern="0">
                          <a:effectLst/>
                        </a:rPr>
                        <a:t>Skor ROC AUC</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15000"/>
                        </a:lnSpc>
                        <a:buNone/>
                      </a:pPr>
                      <a:r>
                        <a:rPr lang="id-ID" sz="2400" kern="0" dirty="0">
                          <a:effectLst/>
                        </a:rPr>
                        <a:t>Konfigurasi </a:t>
                      </a:r>
                      <a:r>
                        <a:rPr lang="id-ID" sz="2400" kern="0" dirty="0" err="1">
                          <a:effectLst/>
                        </a:rPr>
                        <a:t>Hyperparameter</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10073653"/>
                  </a:ext>
                </a:extLst>
              </a:tr>
              <a:tr h="2425813">
                <a:tc>
                  <a:txBody>
                    <a:bodyPr/>
                    <a:lstStyle/>
                    <a:p>
                      <a:pPr algn="just">
                        <a:lnSpc>
                          <a:spcPct val="115000"/>
                        </a:lnSpc>
                        <a:buNone/>
                      </a:pPr>
                      <a:r>
                        <a:rPr lang="id-ID" sz="2400" kern="0" dirty="0">
                          <a:effectLst/>
                        </a:rPr>
                        <a:t>0.922487</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15000"/>
                        </a:lnSpc>
                        <a:buNone/>
                      </a:pPr>
                      <a:r>
                        <a:rPr lang="id-ID" sz="2400" kern="0" dirty="0" err="1">
                          <a:effectLst/>
                        </a:rPr>
                        <a:t>max_depth</a:t>
                      </a:r>
                      <a:r>
                        <a:rPr lang="id-ID" sz="2400" kern="0" dirty="0">
                          <a:effectLst/>
                        </a:rPr>
                        <a:t>: 3</a:t>
                      </a:r>
                      <a:endParaRPr lang="id-ID" sz="3600" kern="100" dirty="0">
                        <a:effectLst/>
                      </a:endParaRPr>
                    </a:p>
                    <a:p>
                      <a:pPr algn="just">
                        <a:lnSpc>
                          <a:spcPct val="115000"/>
                        </a:lnSpc>
                        <a:buNone/>
                      </a:pPr>
                      <a:r>
                        <a:rPr lang="id-ID" sz="2400" kern="0" dirty="0" err="1">
                          <a:effectLst/>
                        </a:rPr>
                        <a:t>min_child_samples</a:t>
                      </a:r>
                      <a:r>
                        <a:rPr lang="id-ID" sz="2400" kern="0" dirty="0">
                          <a:effectLst/>
                        </a:rPr>
                        <a:t>: 38</a:t>
                      </a:r>
                      <a:endParaRPr lang="id-ID" sz="3600" kern="100" dirty="0">
                        <a:effectLst/>
                      </a:endParaRPr>
                    </a:p>
                    <a:p>
                      <a:pPr algn="just">
                        <a:lnSpc>
                          <a:spcPct val="115000"/>
                        </a:lnSpc>
                        <a:buNone/>
                      </a:pPr>
                      <a:r>
                        <a:rPr lang="id-ID" sz="2400" kern="0" dirty="0" err="1">
                          <a:effectLst/>
                        </a:rPr>
                        <a:t>num_leaves</a:t>
                      </a:r>
                      <a:r>
                        <a:rPr lang="id-ID" sz="2400" kern="0" dirty="0">
                          <a:effectLst/>
                        </a:rPr>
                        <a:t>: 247</a:t>
                      </a:r>
                      <a:endParaRPr lang="id-ID" sz="3600" kern="100" dirty="0">
                        <a:effectLst/>
                      </a:endParaRPr>
                    </a:p>
                    <a:p>
                      <a:pPr algn="just">
                        <a:lnSpc>
                          <a:spcPct val="115000"/>
                        </a:lnSpc>
                        <a:buNone/>
                      </a:pPr>
                      <a:r>
                        <a:rPr lang="id-ID" sz="2400" kern="0" dirty="0" err="1">
                          <a:effectLst/>
                        </a:rPr>
                        <a:t>reg_alpha</a:t>
                      </a:r>
                      <a:r>
                        <a:rPr lang="id-ID" sz="2400" kern="0" dirty="0">
                          <a:effectLst/>
                        </a:rPr>
                        <a:t>: 0.00374</a:t>
                      </a:r>
                      <a:endParaRPr lang="id-ID" sz="3600" kern="100" dirty="0">
                        <a:effectLst/>
                      </a:endParaRPr>
                    </a:p>
                    <a:p>
                      <a:pPr algn="just">
                        <a:lnSpc>
                          <a:spcPct val="115000"/>
                        </a:lnSpc>
                        <a:buNone/>
                      </a:pPr>
                      <a:r>
                        <a:rPr lang="id-ID" sz="2400" kern="0" dirty="0" err="1">
                          <a:effectLst/>
                        </a:rPr>
                        <a:t>reg_lambda</a:t>
                      </a:r>
                      <a:r>
                        <a:rPr lang="id-ID" sz="2400" kern="0" dirty="0">
                          <a:effectLst/>
                        </a:rPr>
                        <a:t>: 0.08957</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15375198"/>
                  </a:ext>
                </a:extLst>
              </a:tr>
            </a:tbl>
          </a:graphicData>
        </a:graphic>
      </p:graphicFrame>
    </p:spTree>
    <p:extLst>
      <p:ext uri="{BB962C8B-B14F-4D97-AF65-F5344CB8AC3E}">
        <p14:creationId xmlns:p14="http://schemas.microsoft.com/office/powerpoint/2010/main" val="114348456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E9A330-C3CE-04F4-D0E2-FF81469A87B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488B638D-343A-4754-4A35-33D058D1112A}"/>
              </a:ext>
            </a:extLst>
          </p:cNvPr>
          <p:cNvSpPr>
            <a:spLocks noGrp="1"/>
          </p:cNvSpPr>
          <p:nvPr>
            <p:ph type="title"/>
          </p:nvPr>
        </p:nvSpPr>
        <p:spPr>
          <a:xfrm>
            <a:off x="771126" y="343565"/>
            <a:ext cx="10678142" cy="802661"/>
          </a:xfrm>
        </p:spPr>
        <p:txBody>
          <a:bodyPr rtlCol="0"/>
          <a:lstStyle/>
          <a:p>
            <a:r>
              <a:rPr lang="id-ID" dirty="0"/>
              <a:t>Data Mining</a:t>
            </a:r>
          </a:p>
        </p:txBody>
      </p:sp>
      <p:sp>
        <p:nvSpPr>
          <p:cNvPr id="3" name="Tampungan Tanggal 2">
            <a:extLst>
              <a:ext uri="{FF2B5EF4-FFF2-40B4-BE49-F238E27FC236}">
                <a16:creationId xmlns:a16="http://schemas.microsoft.com/office/drawing/2014/main" id="{4DEABFA0-6955-9F87-F848-994680481D7A}"/>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5489A020-0158-9733-37E8-5D67362BF1C8}"/>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66</a:t>
            </a:fld>
            <a:endParaRPr lang="id-ID"/>
          </a:p>
        </p:txBody>
      </p:sp>
      <p:pic>
        <p:nvPicPr>
          <p:cNvPr id="6" name="Picture 5">
            <a:extLst>
              <a:ext uri="{FF2B5EF4-FFF2-40B4-BE49-F238E27FC236}">
                <a16:creationId xmlns:a16="http://schemas.microsoft.com/office/drawing/2014/main" id="{43E2B597-CEF1-27DA-25A9-D724381D8EE6}"/>
              </a:ext>
            </a:extLst>
          </p:cNvPr>
          <p:cNvPicPr>
            <a:picLocks noChangeAspect="1"/>
          </p:cNvPicPr>
          <p:nvPr/>
        </p:nvPicPr>
        <p:blipFill>
          <a:blip r:embed="rId3" cstate="print">
            <a:extLst>
              <a:ext uri="{28A0092B-C50C-407E-A947-70E740481C1C}">
                <a14:useLocalDpi xmlns:a14="http://schemas.microsoft.com/office/drawing/2010/main" val="0"/>
              </a:ext>
            </a:extLst>
          </a:blip>
          <a:srcRect l="-914" t="43286" r="914" b="43771"/>
          <a:stretch>
            <a:fillRect/>
          </a:stretch>
        </p:blipFill>
        <p:spPr bwMode="auto">
          <a:xfrm>
            <a:off x="7013399" y="1460091"/>
            <a:ext cx="3227053" cy="1968909"/>
          </a:xfrm>
          <a:prstGeom prst="rect">
            <a:avLst/>
          </a:prstGeom>
          <a:noFill/>
          <a:ln>
            <a:noFill/>
          </a:ln>
        </p:spPr>
      </p:pic>
      <p:sp>
        <p:nvSpPr>
          <p:cNvPr id="7" name="Content Placeholder 7">
            <a:extLst>
              <a:ext uri="{FF2B5EF4-FFF2-40B4-BE49-F238E27FC236}">
                <a16:creationId xmlns:a16="http://schemas.microsoft.com/office/drawing/2014/main" id="{27C210EF-6859-3439-B24E-ABA2B64AF035}"/>
              </a:ext>
            </a:extLst>
          </p:cNvPr>
          <p:cNvSpPr txBox="1">
            <a:spLocks/>
          </p:cNvSpPr>
          <p:nvPr/>
        </p:nvSpPr>
        <p:spPr>
          <a:xfrm>
            <a:off x="771126" y="1264112"/>
            <a:ext cx="6048576" cy="329314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n-GB" sz="2400" dirty="0" err="1"/>
              <a:t>Setelah</a:t>
            </a:r>
            <a:r>
              <a:rPr lang="en-GB" sz="2400" dirty="0"/>
              <a:t> </a:t>
            </a:r>
            <a:r>
              <a:rPr lang="en-GB" sz="2400" dirty="0" err="1"/>
              <a:t>mendapat</a:t>
            </a:r>
            <a:r>
              <a:rPr lang="en-GB" sz="2400" dirty="0"/>
              <a:t> hyperparameter yang </a:t>
            </a:r>
            <a:r>
              <a:rPr lang="en-GB" sz="2400" dirty="0" err="1"/>
              <a:t>terbaik</a:t>
            </a:r>
            <a:r>
              <a:rPr lang="en-GB" sz="2400" dirty="0"/>
              <a:t>, </a:t>
            </a:r>
            <a:r>
              <a:rPr lang="en-GB" sz="2400" dirty="0" err="1"/>
              <a:t>maka</a:t>
            </a:r>
            <a:r>
              <a:rPr lang="en-GB" sz="2400" dirty="0"/>
              <a:t> model </a:t>
            </a:r>
            <a:r>
              <a:rPr lang="en-GB" sz="2400" dirty="0" err="1"/>
              <a:t>selanjutnya</a:t>
            </a:r>
            <a:r>
              <a:rPr lang="en-GB" sz="2400" dirty="0"/>
              <a:t> </a:t>
            </a:r>
            <a:r>
              <a:rPr lang="en-GB" sz="2400" dirty="0" err="1"/>
              <a:t>dilatih</a:t>
            </a:r>
            <a:r>
              <a:rPr lang="en-GB" sz="2400" dirty="0"/>
              <a:t> </a:t>
            </a:r>
            <a:r>
              <a:rPr lang="en-GB" sz="2400" dirty="0" err="1"/>
              <a:t>menggunakan</a:t>
            </a:r>
            <a:r>
              <a:rPr lang="en-GB" sz="2400" dirty="0"/>
              <a:t> data </a:t>
            </a:r>
            <a:r>
              <a:rPr lang="en-GB" sz="2400" dirty="0" err="1"/>
              <a:t>latih</a:t>
            </a:r>
            <a:r>
              <a:rPr lang="en-GB" sz="2400" dirty="0"/>
              <a:t> X dan y, </a:t>
            </a:r>
            <a:r>
              <a:rPr lang="en-GB" sz="2400" dirty="0" err="1"/>
              <a:t>dengan</a:t>
            </a:r>
            <a:r>
              <a:rPr lang="en-GB" sz="2400" dirty="0"/>
              <a:t> </a:t>
            </a:r>
            <a:r>
              <a:rPr lang="en-GB" sz="2400" dirty="0" err="1"/>
              <a:t>pengaturan</a:t>
            </a:r>
            <a:r>
              <a:rPr lang="en-GB" sz="2400" dirty="0"/>
              <a:t>:</a:t>
            </a:r>
          </a:p>
          <a:p>
            <a:pPr algn="just">
              <a:lnSpc>
                <a:spcPct val="100000"/>
              </a:lnSpc>
            </a:pPr>
            <a:r>
              <a:rPr lang="id-ID" sz="2400" dirty="0" err="1"/>
              <a:t>boosting_type</a:t>
            </a:r>
            <a:r>
              <a:rPr lang="id-ID" sz="2400" dirty="0"/>
              <a:t>='</a:t>
            </a:r>
            <a:r>
              <a:rPr lang="id-ID" sz="2400" dirty="0" err="1"/>
              <a:t>goss</a:t>
            </a:r>
            <a:r>
              <a:rPr lang="id-ID" sz="2400" dirty="0"/>
              <a:t>'</a:t>
            </a:r>
          </a:p>
          <a:p>
            <a:pPr algn="just">
              <a:lnSpc>
                <a:spcPct val="100000"/>
              </a:lnSpc>
            </a:pPr>
            <a:r>
              <a:rPr lang="id-ID" sz="2400" dirty="0" err="1"/>
              <a:t>random_state</a:t>
            </a:r>
            <a:r>
              <a:rPr lang="id-ID" sz="2400" dirty="0"/>
              <a:t>=42</a:t>
            </a:r>
          </a:p>
          <a:p>
            <a:pPr marL="0" indent="0" algn="just">
              <a:buNone/>
            </a:pPr>
            <a:endParaRPr lang="en-GB" sz="2400" dirty="0"/>
          </a:p>
          <a:p>
            <a:pPr marL="0" indent="0" algn="just">
              <a:buNone/>
            </a:pPr>
            <a:endParaRPr lang="en-GB" sz="2400" dirty="0"/>
          </a:p>
          <a:p>
            <a:pPr marL="0" indent="0" algn="just">
              <a:buNone/>
            </a:pPr>
            <a:endParaRPr lang="id-ID" sz="2400" dirty="0"/>
          </a:p>
        </p:txBody>
      </p:sp>
    </p:spTree>
    <p:extLst>
      <p:ext uri="{BB962C8B-B14F-4D97-AF65-F5344CB8AC3E}">
        <p14:creationId xmlns:p14="http://schemas.microsoft.com/office/powerpoint/2010/main" val="194301967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9A4C9-5303-D951-9D02-7048D08A8454}"/>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0088EE7A-612E-7B88-F1A6-9D7BDDAC54F0}"/>
              </a:ext>
            </a:extLst>
          </p:cNvPr>
          <p:cNvSpPr>
            <a:spLocks noGrp="1"/>
          </p:cNvSpPr>
          <p:nvPr>
            <p:ph type="title"/>
          </p:nvPr>
        </p:nvSpPr>
        <p:spPr>
          <a:xfrm>
            <a:off x="771126" y="343565"/>
            <a:ext cx="10678142" cy="802661"/>
          </a:xfrm>
        </p:spPr>
        <p:txBody>
          <a:bodyPr rtlCol="0"/>
          <a:lstStyle/>
          <a:p>
            <a:r>
              <a:rPr lang="id-ID" dirty="0"/>
              <a:t>Data Mining</a:t>
            </a:r>
          </a:p>
        </p:txBody>
      </p:sp>
      <p:sp>
        <p:nvSpPr>
          <p:cNvPr id="3" name="Tampungan Tanggal 2">
            <a:extLst>
              <a:ext uri="{FF2B5EF4-FFF2-40B4-BE49-F238E27FC236}">
                <a16:creationId xmlns:a16="http://schemas.microsoft.com/office/drawing/2014/main" id="{0F52C261-1C5D-F468-9944-70A197A937B9}"/>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13E6048B-35B9-67C6-B0D3-87A7F90FB6A5}"/>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67</a:t>
            </a:fld>
            <a:endParaRPr lang="id-ID"/>
          </a:p>
        </p:txBody>
      </p:sp>
      <p:pic>
        <p:nvPicPr>
          <p:cNvPr id="6146" name="Picture 2">
            <a:extLst>
              <a:ext uri="{FF2B5EF4-FFF2-40B4-BE49-F238E27FC236}">
                <a16:creationId xmlns:a16="http://schemas.microsoft.com/office/drawing/2014/main" id="{16A831FA-2CBD-0485-8788-7522C67461A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 t="30968" r="66631" b="44484"/>
          <a:stretch>
            <a:fillRect/>
          </a:stretch>
        </p:blipFill>
        <p:spPr bwMode="auto">
          <a:xfrm>
            <a:off x="771126" y="1332389"/>
            <a:ext cx="9910740" cy="46112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656975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977F9-BABF-5E5E-3FE4-BFDDE4021C55}"/>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837360C-5C6F-377B-4153-164020AC99A8}"/>
              </a:ext>
            </a:extLst>
          </p:cNvPr>
          <p:cNvSpPr>
            <a:spLocks noGrp="1"/>
          </p:cNvSpPr>
          <p:nvPr>
            <p:ph type="title"/>
          </p:nvPr>
        </p:nvSpPr>
        <p:spPr>
          <a:xfrm>
            <a:off x="771126" y="343565"/>
            <a:ext cx="10678142" cy="802661"/>
          </a:xfrm>
        </p:spPr>
        <p:txBody>
          <a:bodyPr rtlCol="0"/>
          <a:lstStyle/>
          <a:p>
            <a:r>
              <a:rPr lang="id-ID" dirty="0"/>
              <a:t>Data Mining</a:t>
            </a:r>
          </a:p>
        </p:txBody>
      </p:sp>
      <p:sp>
        <p:nvSpPr>
          <p:cNvPr id="3" name="Tampungan Tanggal 2">
            <a:extLst>
              <a:ext uri="{FF2B5EF4-FFF2-40B4-BE49-F238E27FC236}">
                <a16:creationId xmlns:a16="http://schemas.microsoft.com/office/drawing/2014/main" id="{62D8CA09-D2D7-1B1C-6A0E-8B45D32EC374}"/>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2A8B9E37-50C3-AA58-21C6-C0DA40C6DB26}"/>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68</a:t>
            </a:fld>
            <a:endParaRPr lang="id-ID"/>
          </a:p>
        </p:txBody>
      </p:sp>
      <p:pic>
        <p:nvPicPr>
          <p:cNvPr id="6" name="Picture 5">
            <a:extLst>
              <a:ext uri="{FF2B5EF4-FFF2-40B4-BE49-F238E27FC236}">
                <a16:creationId xmlns:a16="http://schemas.microsoft.com/office/drawing/2014/main" id="{6B0C930A-09ED-104D-A9DC-FECFB956A85C}"/>
              </a:ext>
            </a:extLst>
          </p:cNvPr>
          <p:cNvPicPr>
            <a:picLocks noChangeAspect="1"/>
          </p:cNvPicPr>
          <p:nvPr/>
        </p:nvPicPr>
        <p:blipFill>
          <a:blip r:embed="rId3" cstate="print">
            <a:extLst>
              <a:ext uri="{28A0092B-C50C-407E-A947-70E740481C1C}">
                <a14:useLocalDpi xmlns:a14="http://schemas.microsoft.com/office/drawing/2010/main" val="0"/>
              </a:ext>
            </a:extLst>
          </a:blip>
          <a:srcRect l="914" t="67813" r="-914" b="19244"/>
          <a:stretch>
            <a:fillRect/>
          </a:stretch>
        </p:blipFill>
        <p:spPr bwMode="auto">
          <a:xfrm>
            <a:off x="7013399" y="1460091"/>
            <a:ext cx="3227053" cy="1968909"/>
          </a:xfrm>
          <a:prstGeom prst="rect">
            <a:avLst/>
          </a:prstGeom>
          <a:noFill/>
          <a:ln>
            <a:noFill/>
          </a:ln>
        </p:spPr>
      </p:pic>
      <p:sp>
        <p:nvSpPr>
          <p:cNvPr id="7" name="Content Placeholder 7">
            <a:extLst>
              <a:ext uri="{FF2B5EF4-FFF2-40B4-BE49-F238E27FC236}">
                <a16:creationId xmlns:a16="http://schemas.microsoft.com/office/drawing/2014/main" id="{3908E6ED-F2DC-A0CB-A816-7E3C48A36321}"/>
              </a:ext>
            </a:extLst>
          </p:cNvPr>
          <p:cNvSpPr txBox="1">
            <a:spLocks/>
          </p:cNvSpPr>
          <p:nvPr/>
        </p:nvSpPr>
        <p:spPr>
          <a:xfrm>
            <a:off x="771126" y="1264112"/>
            <a:ext cx="6048576" cy="329314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n-GB" sz="2400" dirty="0" err="1"/>
              <a:t>Setelah</a:t>
            </a:r>
            <a:r>
              <a:rPr lang="en-GB" sz="2400" dirty="0"/>
              <a:t> model </a:t>
            </a:r>
            <a:r>
              <a:rPr lang="en-GB" sz="2400" dirty="0" err="1"/>
              <a:t>dilatih</a:t>
            </a:r>
            <a:r>
              <a:rPr lang="en-GB" sz="2400" dirty="0"/>
              <a:t>, </a:t>
            </a:r>
            <a:r>
              <a:rPr lang="en-GB" sz="2400" dirty="0" err="1"/>
              <a:t>dilakukan</a:t>
            </a:r>
            <a:r>
              <a:rPr lang="en-GB" sz="2400" dirty="0"/>
              <a:t> </a:t>
            </a:r>
            <a:r>
              <a:rPr lang="en-GB" sz="2400" dirty="0" err="1"/>
              <a:t>kalibrasi</a:t>
            </a:r>
            <a:r>
              <a:rPr lang="en-GB" sz="2400" dirty="0"/>
              <a:t> </a:t>
            </a:r>
            <a:r>
              <a:rPr lang="en-GB" sz="2400" dirty="0" err="1"/>
              <a:t>probabilitas</a:t>
            </a:r>
            <a:r>
              <a:rPr lang="en-GB" sz="2400" dirty="0"/>
              <a:t> yang </a:t>
            </a:r>
            <a:r>
              <a:rPr lang="en-GB" sz="2400" dirty="0" err="1"/>
              <a:t>dihasilkan</a:t>
            </a:r>
            <a:r>
              <a:rPr lang="en-GB" sz="2400" dirty="0"/>
              <a:t> model </a:t>
            </a:r>
            <a:r>
              <a:rPr lang="en-GB" sz="2400" dirty="0" err="1"/>
              <a:t>dengan</a:t>
            </a:r>
            <a:r>
              <a:rPr lang="en-GB" sz="2400" dirty="0"/>
              <a:t> library </a:t>
            </a:r>
            <a:r>
              <a:rPr lang="en-GB" sz="2400" dirty="0" err="1"/>
              <a:t>CalibratedClassifierCV</a:t>
            </a:r>
            <a:r>
              <a:rPr lang="en-GB" sz="2400" dirty="0"/>
              <a:t> </a:t>
            </a:r>
            <a:r>
              <a:rPr lang="en-GB" sz="2400" dirty="0" err="1"/>
              <a:t>menggunakan</a:t>
            </a:r>
            <a:r>
              <a:rPr lang="en-GB" sz="2400" dirty="0"/>
              <a:t> </a:t>
            </a:r>
            <a:r>
              <a:rPr lang="en-GB" sz="2400" dirty="0" err="1"/>
              <a:t>pengaturan</a:t>
            </a:r>
            <a:r>
              <a:rPr lang="en-GB" sz="2400" dirty="0"/>
              <a:t>:</a:t>
            </a:r>
          </a:p>
          <a:p>
            <a:pPr algn="just"/>
            <a:r>
              <a:rPr lang="id-ID" sz="2400" dirty="0" err="1"/>
              <a:t>method</a:t>
            </a:r>
            <a:r>
              <a:rPr lang="id-ID" sz="2400" dirty="0"/>
              <a:t>='</a:t>
            </a:r>
            <a:r>
              <a:rPr lang="id-ID" sz="2400" dirty="0" err="1"/>
              <a:t>isotonic</a:t>
            </a:r>
            <a:r>
              <a:rPr lang="id-ID" sz="2400" dirty="0"/>
              <a:t>’,</a:t>
            </a:r>
            <a:endParaRPr lang="en-GB" sz="2400" dirty="0"/>
          </a:p>
          <a:p>
            <a:pPr algn="just"/>
            <a:r>
              <a:rPr lang="id-ID" sz="2400" dirty="0"/>
              <a:t>cv='</a:t>
            </a:r>
            <a:r>
              <a:rPr lang="id-ID" sz="2400" dirty="0" err="1"/>
              <a:t>prefit</a:t>
            </a:r>
            <a:r>
              <a:rPr lang="id-ID" sz="2400" dirty="0"/>
              <a:t>’</a:t>
            </a:r>
            <a:endParaRPr lang="en-GB" sz="2400" dirty="0"/>
          </a:p>
          <a:p>
            <a:pPr marL="0" indent="0" algn="just">
              <a:buNone/>
            </a:pPr>
            <a:endParaRPr lang="id-ID" sz="2400" dirty="0"/>
          </a:p>
          <a:p>
            <a:pPr marL="0" indent="0" algn="just">
              <a:buNone/>
            </a:pPr>
            <a:endParaRPr lang="en-GB" sz="2400" dirty="0"/>
          </a:p>
          <a:p>
            <a:pPr marL="0" indent="0" algn="just">
              <a:buNone/>
            </a:pPr>
            <a:endParaRPr lang="en-GB" sz="2400" dirty="0"/>
          </a:p>
          <a:p>
            <a:pPr marL="0" indent="0" algn="just">
              <a:buNone/>
            </a:pPr>
            <a:endParaRPr lang="id-ID" sz="2400" dirty="0"/>
          </a:p>
        </p:txBody>
      </p:sp>
    </p:spTree>
    <p:extLst>
      <p:ext uri="{BB962C8B-B14F-4D97-AF65-F5344CB8AC3E}">
        <p14:creationId xmlns:p14="http://schemas.microsoft.com/office/powerpoint/2010/main" val="8839366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F32C7-FB47-58EB-A9C0-3A685EB87FA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A906A093-4313-B0E5-ACBD-AACB5A4F6E11}"/>
              </a:ext>
            </a:extLst>
          </p:cNvPr>
          <p:cNvSpPr>
            <a:spLocks noGrp="1"/>
          </p:cNvSpPr>
          <p:nvPr>
            <p:ph type="title"/>
          </p:nvPr>
        </p:nvSpPr>
        <p:spPr>
          <a:xfrm>
            <a:off x="771126" y="343565"/>
            <a:ext cx="10678142" cy="802661"/>
          </a:xfrm>
        </p:spPr>
        <p:txBody>
          <a:bodyPr rtlCol="0"/>
          <a:lstStyle/>
          <a:p>
            <a:r>
              <a:rPr lang="id-ID" dirty="0"/>
              <a:t>Data Mining</a:t>
            </a:r>
          </a:p>
        </p:txBody>
      </p:sp>
      <p:sp>
        <p:nvSpPr>
          <p:cNvPr id="3" name="Tampungan Tanggal 2">
            <a:extLst>
              <a:ext uri="{FF2B5EF4-FFF2-40B4-BE49-F238E27FC236}">
                <a16:creationId xmlns:a16="http://schemas.microsoft.com/office/drawing/2014/main" id="{8026C67E-3414-C4D3-91C9-8703AE3C0857}"/>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5BDC2271-1C94-D047-46C0-D38CF0BE0D54}"/>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69</a:t>
            </a:fld>
            <a:endParaRPr lang="id-ID"/>
          </a:p>
        </p:txBody>
      </p:sp>
      <p:graphicFrame>
        <p:nvGraphicFramePr>
          <p:cNvPr id="4" name="Table 3">
            <a:extLst>
              <a:ext uri="{FF2B5EF4-FFF2-40B4-BE49-F238E27FC236}">
                <a16:creationId xmlns:a16="http://schemas.microsoft.com/office/drawing/2014/main" id="{A2DD0D6F-A8FF-FCB6-DF1B-667BFCD44701}"/>
              </a:ext>
            </a:extLst>
          </p:cNvPr>
          <p:cNvGraphicFramePr>
            <a:graphicFrameLocks noGrp="1"/>
          </p:cNvGraphicFramePr>
          <p:nvPr>
            <p:extLst>
              <p:ext uri="{D42A27DB-BD31-4B8C-83A1-F6EECF244321}">
                <p14:modId xmlns:p14="http://schemas.microsoft.com/office/powerpoint/2010/main" val="3266910031"/>
              </p:ext>
            </p:extLst>
          </p:nvPr>
        </p:nvGraphicFramePr>
        <p:xfrm>
          <a:off x="771126" y="1146226"/>
          <a:ext cx="7099832" cy="4989804"/>
        </p:xfrm>
        <a:graphic>
          <a:graphicData uri="http://schemas.openxmlformats.org/drawingml/2006/table">
            <a:tbl>
              <a:tblPr firstRow="1" firstCol="1" bandRow="1">
                <a:tableStyleId>{5C22544A-7EE6-4342-B048-85BDC9FD1C3A}</a:tableStyleId>
              </a:tblPr>
              <a:tblGrid>
                <a:gridCol w="1774958">
                  <a:extLst>
                    <a:ext uri="{9D8B030D-6E8A-4147-A177-3AD203B41FA5}">
                      <a16:colId xmlns:a16="http://schemas.microsoft.com/office/drawing/2014/main" val="198799218"/>
                    </a:ext>
                  </a:extLst>
                </a:gridCol>
                <a:gridCol w="1774958">
                  <a:extLst>
                    <a:ext uri="{9D8B030D-6E8A-4147-A177-3AD203B41FA5}">
                      <a16:colId xmlns:a16="http://schemas.microsoft.com/office/drawing/2014/main" val="1547934252"/>
                    </a:ext>
                  </a:extLst>
                </a:gridCol>
                <a:gridCol w="1774958">
                  <a:extLst>
                    <a:ext uri="{9D8B030D-6E8A-4147-A177-3AD203B41FA5}">
                      <a16:colId xmlns:a16="http://schemas.microsoft.com/office/drawing/2014/main" val="3125558420"/>
                    </a:ext>
                  </a:extLst>
                </a:gridCol>
                <a:gridCol w="1774958">
                  <a:extLst>
                    <a:ext uri="{9D8B030D-6E8A-4147-A177-3AD203B41FA5}">
                      <a16:colId xmlns:a16="http://schemas.microsoft.com/office/drawing/2014/main" val="1600514162"/>
                    </a:ext>
                  </a:extLst>
                </a:gridCol>
              </a:tblGrid>
              <a:tr h="732615">
                <a:tc>
                  <a:txBody>
                    <a:bodyPr/>
                    <a:lstStyle/>
                    <a:p>
                      <a:pPr algn="ctr">
                        <a:lnSpc>
                          <a:spcPct val="100000"/>
                        </a:lnSpc>
                        <a:buNone/>
                      </a:pPr>
                      <a:r>
                        <a:rPr lang="id-ID" sz="1400" kern="100">
                          <a:effectLst/>
                        </a:rPr>
                        <a:t>Bin Probabilitas Prediksi (dari Model Mentah)</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dirty="0" err="1">
                          <a:effectLst/>
                        </a:rPr>
                        <a:t>Rata-Rata</a:t>
                      </a:r>
                      <a:r>
                        <a:rPr lang="id-ID" sz="1400" kern="100" dirty="0">
                          <a:effectLst/>
                        </a:rPr>
                        <a:t> Probabilitas Prediksi</a:t>
                      </a:r>
                      <a:endParaRPr lang="id-ID" sz="20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dirty="0">
                          <a:effectLst/>
                        </a:rPr>
                        <a:t>Proporsi Aktual (</a:t>
                      </a:r>
                      <a:r>
                        <a:rPr lang="id-ID" sz="1400" kern="100" dirty="0" err="1">
                          <a:effectLst/>
                        </a:rPr>
                        <a:t>JmlTembakan</a:t>
                      </a:r>
                      <a:r>
                        <a:rPr lang="id-ID" sz="1400" kern="100" dirty="0">
                          <a:effectLst/>
                        </a:rPr>
                        <a:t> / </a:t>
                      </a:r>
                      <a:r>
                        <a:rPr lang="id-ID" sz="1400" kern="100" dirty="0" err="1">
                          <a:effectLst/>
                        </a:rPr>
                        <a:t>JmlGol</a:t>
                      </a:r>
                      <a:r>
                        <a:rPr lang="id-ID" sz="1400" kern="100" dirty="0">
                          <a:effectLst/>
                        </a:rPr>
                        <a:t>)</a:t>
                      </a:r>
                      <a:endParaRPr lang="id-ID" sz="20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spcAft>
                          <a:spcPts val="800"/>
                        </a:spcAft>
                        <a:buNone/>
                      </a:pPr>
                      <a:r>
                        <a:rPr lang="id-ID" sz="1400" kern="100">
                          <a:effectLst/>
                        </a:rPr>
                        <a:t>Keterangan Bias</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8593" marR="8593" marT="8593" marB="8593" anchor="ctr"/>
                </a:tc>
                <a:extLst>
                  <a:ext uri="{0D108BD9-81ED-4DB2-BD59-A6C34878D82A}">
                    <a16:rowId xmlns:a16="http://schemas.microsoft.com/office/drawing/2014/main" val="1437100891"/>
                  </a:ext>
                </a:extLst>
              </a:tr>
              <a:tr h="421224">
                <a:tc>
                  <a:txBody>
                    <a:bodyPr/>
                    <a:lstStyle/>
                    <a:p>
                      <a:pPr algn="ctr">
                        <a:lnSpc>
                          <a:spcPct val="100000"/>
                        </a:lnSpc>
                        <a:buNone/>
                      </a:pPr>
                      <a:r>
                        <a:rPr lang="id-ID" sz="1400" kern="100">
                          <a:effectLst/>
                        </a:rPr>
                        <a:t>0.0 - 0.1</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0.014566</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0.012848</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Well-calibrated</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1814986153"/>
                  </a:ext>
                </a:extLst>
              </a:tr>
              <a:tr h="421224">
                <a:tc>
                  <a:txBody>
                    <a:bodyPr/>
                    <a:lstStyle/>
                    <a:p>
                      <a:pPr algn="ctr">
                        <a:lnSpc>
                          <a:spcPct val="100000"/>
                        </a:lnSpc>
                        <a:buNone/>
                      </a:pPr>
                      <a:r>
                        <a:rPr lang="id-ID" sz="1400" kern="100">
                          <a:effectLst/>
                        </a:rPr>
                        <a:t>0.1 - 0.2</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0.144129</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0.141237</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Well-calibrated</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2670935822"/>
                  </a:ext>
                </a:extLst>
              </a:tr>
              <a:tr h="421224">
                <a:tc>
                  <a:txBody>
                    <a:bodyPr/>
                    <a:lstStyle/>
                    <a:p>
                      <a:pPr algn="ctr">
                        <a:lnSpc>
                          <a:spcPct val="100000"/>
                        </a:lnSpc>
                        <a:buNone/>
                      </a:pPr>
                      <a:r>
                        <a:rPr lang="id-ID" sz="1400" kern="100">
                          <a:effectLst/>
                        </a:rPr>
                        <a:t>0.2 - 0.3</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0.245802</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0.238418</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Well-calibrated</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805012143"/>
                  </a:ext>
                </a:extLst>
              </a:tr>
              <a:tr h="421224">
                <a:tc>
                  <a:txBody>
                    <a:bodyPr/>
                    <a:lstStyle/>
                    <a:p>
                      <a:pPr algn="ctr">
                        <a:lnSpc>
                          <a:spcPct val="100000"/>
                        </a:lnSpc>
                        <a:buNone/>
                      </a:pPr>
                      <a:r>
                        <a:rPr lang="id-ID" sz="1400" kern="100">
                          <a:effectLst/>
                        </a:rPr>
                        <a:t>0.3 - 0.4</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0.346410</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0.335095</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Over-confident</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4069933142"/>
                  </a:ext>
                </a:extLst>
              </a:tr>
              <a:tr h="421224">
                <a:tc>
                  <a:txBody>
                    <a:bodyPr/>
                    <a:lstStyle/>
                    <a:p>
                      <a:pPr algn="ctr">
                        <a:lnSpc>
                          <a:spcPct val="100000"/>
                        </a:lnSpc>
                        <a:buNone/>
                      </a:pPr>
                      <a:r>
                        <a:rPr lang="id-ID" sz="1400" kern="100">
                          <a:effectLst/>
                        </a:rPr>
                        <a:t>0.4 - 0.5</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0.450104</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0.462106</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dirty="0" err="1">
                          <a:effectLst/>
                        </a:rPr>
                        <a:t>Under-confident</a:t>
                      </a:r>
                      <a:endParaRPr lang="id-ID" sz="20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3542236037"/>
                  </a:ext>
                </a:extLst>
              </a:tr>
              <a:tr h="421224">
                <a:tc>
                  <a:txBody>
                    <a:bodyPr/>
                    <a:lstStyle/>
                    <a:p>
                      <a:pPr algn="ctr">
                        <a:lnSpc>
                          <a:spcPct val="100000"/>
                        </a:lnSpc>
                        <a:buNone/>
                      </a:pPr>
                      <a:r>
                        <a:rPr lang="id-ID" sz="1400" kern="100">
                          <a:effectLst/>
                        </a:rPr>
                        <a:t>0.5 - 0.6</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0.544950</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0.579041</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Under-confident</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179266938"/>
                  </a:ext>
                </a:extLst>
              </a:tr>
              <a:tr h="421224">
                <a:tc>
                  <a:txBody>
                    <a:bodyPr/>
                    <a:lstStyle/>
                    <a:p>
                      <a:pPr algn="ctr">
                        <a:lnSpc>
                          <a:spcPct val="100000"/>
                        </a:lnSpc>
                        <a:buNone/>
                      </a:pPr>
                      <a:r>
                        <a:rPr lang="id-ID" sz="1400" kern="100">
                          <a:effectLst/>
                        </a:rPr>
                        <a:t>0.6 - 0.7</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0.647357</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0.655473</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Well-calibrated</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2365582871"/>
                  </a:ext>
                </a:extLst>
              </a:tr>
              <a:tr h="421224">
                <a:tc>
                  <a:txBody>
                    <a:bodyPr/>
                    <a:lstStyle/>
                    <a:p>
                      <a:pPr algn="ctr">
                        <a:lnSpc>
                          <a:spcPct val="100000"/>
                        </a:lnSpc>
                        <a:buNone/>
                      </a:pPr>
                      <a:r>
                        <a:rPr lang="id-ID" sz="1400" kern="100">
                          <a:effectLst/>
                        </a:rPr>
                        <a:t>0.7 - 0.8</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0.755396</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0.866035</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Under-confident</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3637249761"/>
                  </a:ext>
                </a:extLst>
              </a:tr>
              <a:tr h="421224">
                <a:tc>
                  <a:txBody>
                    <a:bodyPr/>
                    <a:lstStyle/>
                    <a:p>
                      <a:pPr algn="ctr">
                        <a:lnSpc>
                          <a:spcPct val="100000"/>
                        </a:lnSpc>
                        <a:buNone/>
                      </a:pPr>
                      <a:r>
                        <a:rPr lang="id-ID" sz="1400" kern="100">
                          <a:effectLst/>
                        </a:rPr>
                        <a:t>0.8 - 0.9</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0.842134</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0.900000</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a:effectLst/>
                        </a:rPr>
                        <a:t>Under-confident</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2262700613"/>
                  </a:ext>
                </a:extLst>
              </a:tr>
              <a:tr h="421224">
                <a:tc>
                  <a:txBody>
                    <a:bodyPr/>
                    <a:lstStyle/>
                    <a:p>
                      <a:pPr algn="ctr">
                        <a:lnSpc>
                          <a:spcPct val="100000"/>
                        </a:lnSpc>
                        <a:buNone/>
                      </a:pPr>
                      <a:r>
                        <a:rPr lang="id-ID" sz="1400" kern="100">
                          <a:effectLst/>
                        </a:rPr>
                        <a:t>0.9 - 1.0</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dirty="0">
                          <a:effectLst/>
                        </a:rPr>
                        <a:t>0.924237</a:t>
                      </a:r>
                      <a:endParaRPr lang="id-ID" sz="20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dirty="0">
                          <a:effectLst/>
                        </a:rPr>
                        <a:t>0.958333</a:t>
                      </a:r>
                      <a:endParaRPr lang="id-ID" sz="20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400" kern="100" dirty="0" err="1">
                          <a:effectLst/>
                        </a:rPr>
                        <a:t>Under-confident</a:t>
                      </a:r>
                      <a:endParaRPr lang="id-ID" sz="20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685581729"/>
                  </a:ext>
                </a:extLst>
              </a:tr>
            </a:tbl>
          </a:graphicData>
        </a:graphic>
      </p:graphicFrame>
      <p:sp>
        <p:nvSpPr>
          <p:cNvPr id="9" name="TextBox 8">
            <a:extLst>
              <a:ext uri="{FF2B5EF4-FFF2-40B4-BE49-F238E27FC236}">
                <a16:creationId xmlns:a16="http://schemas.microsoft.com/office/drawing/2014/main" id="{9EEE6E94-84F7-D85D-B674-22EE28438635}"/>
              </a:ext>
            </a:extLst>
          </p:cNvPr>
          <p:cNvSpPr txBox="1"/>
          <p:nvPr/>
        </p:nvSpPr>
        <p:spPr>
          <a:xfrm>
            <a:off x="8079657" y="2313053"/>
            <a:ext cx="3731343" cy="1115947"/>
          </a:xfrm>
          <a:prstGeom prst="rect">
            <a:avLst/>
          </a:prstGeom>
          <a:noFill/>
        </p:spPr>
        <p:txBody>
          <a:bodyPr wrap="square">
            <a:spAutoFit/>
          </a:bodyPr>
          <a:lstStyle/>
          <a:p>
            <a:pPr algn="ctr">
              <a:lnSpc>
                <a:spcPct val="200000"/>
              </a:lnSpc>
            </a:pPr>
            <a:r>
              <a:rPr lang="id-ID" b="1" kern="100" dirty="0">
                <a:effectLst/>
                <a:latin typeface="Times New Roman" panose="02020603050405020304" pitchFamily="18" charset="0"/>
                <a:ea typeface="Times New Roman" panose="02020603050405020304" pitchFamily="18" charset="0"/>
                <a:cs typeface="Times New Roman" panose="02020603050405020304" pitchFamily="18" charset="0"/>
              </a:rPr>
              <a:t>Tabel Agregasi Kalibrasi (Model Sebelum Kalibrasi)</a:t>
            </a:r>
          </a:p>
        </p:txBody>
      </p:sp>
    </p:spTree>
    <p:extLst>
      <p:ext uri="{BB962C8B-B14F-4D97-AF65-F5344CB8AC3E}">
        <p14:creationId xmlns:p14="http://schemas.microsoft.com/office/powerpoint/2010/main" val="38105302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B1CF9-D31D-B697-8179-9C2218D6E51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1E228008-8667-B0D6-9BB7-1ECD1BDEA756}"/>
              </a:ext>
            </a:extLst>
          </p:cNvPr>
          <p:cNvSpPr>
            <a:spLocks noGrp="1"/>
          </p:cNvSpPr>
          <p:nvPr>
            <p:ph type="title"/>
          </p:nvPr>
        </p:nvSpPr>
        <p:spPr>
          <a:xfrm>
            <a:off x="771126" y="343565"/>
            <a:ext cx="10678142" cy="802661"/>
          </a:xfrm>
        </p:spPr>
        <p:txBody>
          <a:bodyPr rtlCol="0"/>
          <a:lstStyle/>
          <a:p>
            <a:r>
              <a:rPr lang="id-ID" dirty="0"/>
              <a:t>Data Mining</a:t>
            </a:r>
          </a:p>
        </p:txBody>
      </p:sp>
      <p:sp>
        <p:nvSpPr>
          <p:cNvPr id="3" name="Tampungan Tanggal 2">
            <a:extLst>
              <a:ext uri="{FF2B5EF4-FFF2-40B4-BE49-F238E27FC236}">
                <a16:creationId xmlns:a16="http://schemas.microsoft.com/office/drawing/2014/main" id="{BE32E445-FE3F-6D33-1246-E7BFFF5640CB}"/>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8526D65E-0513-F2A1-1A60-15BE08EB67F8}"/>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70</a:t>
            </a:fld>
            <a:endParaRPr lang="id-ID"/>
          </a:p>
        </p:txBody>
      </p:sp>
      <p:sp>
        <p:nvSpPr>
          <p:cNvPr id="9" name="TextBox 8">
            <a:extLst>
              <a:ext uri="{FF2B5EF4-FFF2-40B4-BE49-F238E27FC236}">
                <a16:creationId xmlns:a16="http://schemas.microsoft.com/office/drawing/2014/main" id="{B66B53E9-2E8D-C047-4FD3-4F37C5C77FCE}"/>
              </a:ext>
            </a:extLst>
          </p:cNvPr>
          <p:cNvSpPr txBox="1"/>
          <p:nvPr/>
        </p:nvSpPr>
        <p:spPr>
          <a:xfrm>
            <a:off x="8079657" y="2313053"/>
            <a:ext cx="3731343" cy="1115947"/>
          </a:xfrm>
          <a:prstGeom prst="rect">
            <a:avLst/>
          </a:prstGeom>
          <a:noFill/>
        </p:spPr>
        <p:txBody>
          <a:bodyPr wrap="square">
            <a:spAutoFit/>
          </a:bodyPr>
          <a:lstStyle/>
          <a:p>
            <a:pPr algn="ctr">
              <a:lnSpc>
                <a:spcPct val="200000"/>
              </a:lnSpc>
            </a:pPr>
            <a:r>
              <a:rPr lang="id-ID" b="1" kern="100" dirty="0">
                <a:effectLst/>
                <a:latin typeface="Times New Roman" panose="02020603050405020304" pitchFamily="18" charset="0"/>
                <a:ea typeface="Times New Roman" panose="02020603050405020304" pitchFamily="18" charset="0"/>
                <a:cs typeface="Times New Roman" panose="02020603050405020304" pitchFamily="18" charset="0"/>
              </a:rPr>
              <a:t>Tabel Agregasi Kalibrasi (Model </a:t>
            </a:r>
            <a:r>
              <a:rPr lang="en-GB" b="1" kern="100" dirty="0" err="1">
                <a:effectLst/>
                <a:latin typeface="Times New Roman" panose="02020603050405020304" pitchFamily="18" charset="0"/>
                <a:ea typeface="Times New Roman" panose="02020603050405020304" pitchFamily="18" charset="0"/>
                <a:cs typeface="Times New Roman" panose="02020603050405020304" pitchFamily="18" charset="0"/>
              </a:rPr>
              <a:t>Sesudah</a:t>
            </a:r>
            <a:r>
              <a:rPr lang="id-ID" b="1" kern="100" dirty="0">
                <a:effectLst/>
                <a:latin typeface="Times New Roman" panose="02020603050405020304" pitchFamily="18" charset="0"/>
                <a:ea typeface="Times New Roman" panose="02020603050405020304" pitchFamily="18" charset="0"/>
                <a:cs typeface="Times New Roman" panose="02020603050405020304" pitchFamily="18" charset="0"/>
              </a:rPr>
              <a:t> Kalibrasi)</a:t>
            </a:r>
          </a:p>
        </p:txBody>
      </p:sp>
      <p:graphicFrame>
        <p:nvGraphicFramePr>
          <p:cNvPr id="6" name="Table 5">
            <a:extLst>
              <a:ext uri="{FF2B5EF4-FFF2-40B4-BE49-F238E27FC236}">
                <a16:creationId xmlns:a16="http://schemas.microsoft.com/office/drawing/2014/main" id="{CF7F0BA2-C8CE-E1AA-3778-5F97923A4E36}"/>
              </a:ext>
            </a:extLst>
          </p:cNvPr>
          <p:cNvGraphicFramePr>
            <a:graphicFrameLocks noGrp="1"/>
          </p:cNvGraphicFramePr>
          <p:nvPr>
            <p:extLst>
              <p:ext uri="{D42A27DB-BD31-4B8C-83A1-F6EECF244321}">
                <p14:modId xmlns:p14="http://schemas.microsoft.com/office/powerpoint/2010/main" val="910433500"/>
              </p:ext>
            </p:extLst>
          </p:nvPr>
        </p:nvGraphicFramePr>
        <p:xfrm>
          <a:off x="771126" y="1250406"/>
          <a:ext cx="7183580" cy="4682244"/>
        </p:xfrm>
        <a:graphic>
          <a:graphicData uri="http://schemas.openxmlformats.org/drawingml/2006/table">
            <a:tbl>
              <a:tblPr firstRow="1" firstCol="1" bandRow="1">
                <a:tableStyleId>{5C22544A-7EE6-4342-B048-85BDC9FD1C3A}</a:tableStyleId>
              </a:tblPr>
              <a:tblGrid>
                <a:gridCol w="1795895">
                  <a:extLst>
                    <a:ext uri="{9D8B030D-6E8A-4147-A177-3AD203B41FA5}">
                      <a16:colId xmlns:a16="http://schemas.microsoft.com/office/drawing/2014/main" val="4289177258"/>
                    </a:ext>
                  </a:extLst>
                </a:gridCol>
                <a:gridCol w="1795895">
                  <a:extLst>
                    <a:ext uri="{9D8B030D-6E8A-4147-A177-3AD203B41FA5}">
                      <a16:colId xmlns:a16="http://schemas.microsoft.com/office/drawing/2014/main" val="1920119663"/>
                    </a:ext>
                  </a:extLst>
                </a:gridCol>
                <a:gridCol w="1795895">
                  <a:extLst>
                    <a:ext uri="{9D8B030D-6E8A-4147-A177-3AD203B41FA5}">
                      <a16:colId xmlns:a16="http://schemas.microsoft.com/office/drawing/2014/main" val="2088315742"/>
                    </a:ext>
                  </a:extLst>
                </a:gridCol>
                <a:gridCol w="1795895">
                  <a:extLst>
                    <a:ext uri="{9D8B030D-6E8A-4147-A177-3AD203B41FA5}">
                      <a16:colId xmlns:a16="http://schemas.microsoft.com/office/drawing/2014/main" val="2463803343"/>
                    </a:ext>
                  </a:extLst>
                </a:gridCol>
              </a:tblGrid>
              <a:tr h="645548">
                <a:tc>
                  <a:txBody>
                    <a:bodyPr/>
                    <a:lstStyle/>
                    <a:p>
                      <a:pPr algn="ctr">
                        <a:lnSpc>
                          <a:spcPct val="100000"/>
                        </a:lnSpc>
                        <a:buNone/>
                      </a:pPr>
                      <a:r>
                        <a:rPr lang="id-ID" sz="1600" kern="100" dirty="0">
                          <a:effectLst/>
                        </a:rPr>
                        <a:t>Bin Probabilitas Prediksi (dari Model Kalibrasi)</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dirty="0" err="1">
                          <a:effectLst/>
                        </a:rPr>
                        <a:t>Rata-Rata</a:t>
                      </a:r>
                      <a:r>
                        <a:rPr lang="id-ID" sz="1600" kern="100" dirty="0">
                          <a:effectLst/>
                        </a:rPr>
                        <a:t> Probabilitas Prediksi</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dirty="0">
                          <a:effectLst/>
                        </a:rPr>
                        <a:t>Proporsi Aktual (</a:t>
                      </a:r>
                      <a:r>
                        <a:rPr lang="id-ID" sz="1600" kern="100" dirty="0" err="1">
                          <a:effectLst/>
                        </a:rPr>
                        <a:t>JmlTembakan</a:t>
                      </a:r>
                      <a:r>
                        <a:rPr lang="id-ID" sz="1600" kern="100" dirty="0">
                          <a:effectLst/>
                        </a:rPr>
                        <a:t> / </a:t>
                      </a:r>
                      <a:r>
                        <a:rPr lang="id-ID" sz="1600" kern="100" dirty="0" err="1">
                          <a:effectLst/>
                        </a:rPr>
                        <a:t>JmlGol</a:t>
                      </a:r>
                      <a:r>
                        <a:rPr lang="id-ID" sz="1600" kern="100" dirty="0">
                          <a:effectLst/>
                        </a:rPr>
                        <a:t>)</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spcAft>
                          <a:spcPts val="800"/>
                        </a:spcAft>
                        <a:buNone/>
                      </a:pPr>
                      <a:r>
                        <a:rPr lang="id-ID" sz="1600" kern="100">
                          <a:effectLst/>
                        </a:rPr>
                        <a:t>Keterangan Bias</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8593" marR="8593" marT="8593" marB="8593" anchor="ctr"/>
                </a:tc>
                <a:extLst>
                  <a:ext uri="{0D108BD9-81ED-4DB2-BD59-A6C34878D82A}">
                    <a16:rowId xmlns:a16="http://schemas.microsoft.com/office/drawing/2014/main" val="658825419"/>
                  </a:ext>
                </a:extLst>
              </a:tr>
              <a:tr h="370579">
                <a:tc>
                  <a:txBody>
                    <a:bodyPr/>
                    <a:lstStyle/>
                    <a:p>
                      <a:pPr algn="ctr">
                        <a:lnSpc>
                          <a:spcPct val="100000"/>
                        </a:lnSpc>
                        <a:buNone/>
                      </a:pPr>
                      <a:r>
                        <a:rPr lang="id-ID" sz="1600" kern="100">
                          <a:effectLst/>
                        </a:rPr>
                        <a:t>0.0 - 0.1</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0.012085</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0.012848</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Well-calibrated</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888435272"/>
                  </a:ext>
                </a:extLst>
              </a:tr>
              <a:tr h="370579">
                <a:tc>
                  <a:txBody>
                    <a:bodyPr/>
                    <a:lstStyle/>
                    <a:p>
                      <a:pPr algn="ctr">
                        <a:lnSpc>
                          <a:spcPct val="100000"/>
                        </a:lnSpc>
                        <a:buNone/>
                      </a:pPr>
                      <a:r>
                        <a:rPr lang="id-ID" sz="1600" kern="100">
                          <a:effectLst/>
                        </a:rPr>
                        <a:t>0.1 - 0.2</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0.138768</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0.141237</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Well-calibrated</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80786732"/>
                  </a:ext>
                </a:extLst>
              </a:tr>
              <a:tr h="370579">
                <a:tc>
                  <a:txBody>
                    <a:bodyPr/>
                    <a:lstStyle/>
                    <a:p>
                      <a:pPr algn="ctr">
                        <a:lnSpc>
                          <a:spcPct val="100000"/>
                        </a:lnSpc>
                        <a:buNone/>
                      </a:pPr>
                      <a:r>
                        <a:rPr lang="id-ID" sz="1600" kern="100">
                          <a:effectLst/>
                        </a:rPr>
                        <a:t>0.2 - 0.3</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0.236249</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0.238418</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Well-calibrated</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3033397783"/>
                  </a:ext>
                </a:extLst>
              </a:tr>
              <a:tr h="370579">
                <a:tc>
                  <a:txBody>
                    <a:bodyPr/>
                    <a:lstStyle/>
                    <a:p>
                      <a:pPr algn="ctr">
                        <a:lnSpc>
                          <a:spcPct val="100000"/>
                        </a:lnSpc>
                        <a:buNone/>
                      </a:pPr>
                      <a:r>
                        <a:rPr lang="id-ID" sz="1600" kern="100">
                          <a:effectLst/>
                        </a:rPr>
                        <a:t>0.3 - 0.4</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0.338663</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0.335095</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Well-calibrated</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192936578"/>
                  </a:ext>
                </a:extLst>
              </a:tr>
              <a:tr h="370579">
                <a:tc>
                  <a:txBody>
                    <a:bodyPr/>
                    <a:lstStyle/>
                    <a:p>
                      <a:pPr algn="ctr">
                        <a:lnSpc>
                          <a:spcPct val="100000"/>
                        </a:lnSpc>
                        <a:buNone/>
                      </a:pPr>
                      <a:r>
                        <a:rPr lang="id-ID" sz="1600" kern="100">
                          <a:effectLst/>
                        </a:rPr>
                        <a:t>0.4 - 0.5</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0.468650</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0.462106</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Well-calibrated</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415670236"/>
                  </a:ext>
                </a:extLst>
              </a:tr>
              <a:tr h="370579">
                <a:tc>
                  <a:txBody>
                    <a:bodyPr/>
                    <a:lstStyle/>
                    <a:p>
                      <a:pPr algn="ctr">
                        <a:lnSpc>
                          <a:spcPct val="100000"/>
                        </a:lnSpc>
                        <a:buNone/>
                      </a:pPr>
                      <a:r>
                        <a:rPr lang="id-ID" sz="1600" kern="100">
                          <a:effectLst/>
                        </a:rPr>
                        <a:t>0.5 - 0.6</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0.583465</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0.579041</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Well-calibrated</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917205807"/>
                  </a:ext>
                </a:extLst>
              </a:tr>
              <a:tr h="370579">
                <a:tc>
                  <a:txBody>
                    <a:bodyPr/>
                    <a:lstStyle/>
                    <a:p>
                      <a:pPr algn="ctr">
                        <a:lnSpc>
                          <a:spcPct val="100000"/>
                        </a:lnSpc>
                        <a:buNone/>
                      </a:pPr>
                      <a:r>
                        <a:rPr lang="id-ID" sz="1600" kern="100">
                          <a:effectLst/>
                        </a:rPr>
                        <a:t>0.6 - 0.7</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0.631745</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0.655473</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Under-confident</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1031893108"/>
                  </a:ext>
                </a:extLst>
              </a:tr>
              <a:tr h="370579">
                <a:tc>
                  <a:txBody>
                    <a:bodyPr/>
                    <a:lstStyle/>
                    <a:p>
                      <a:pPr algn="ctr">
                        <a:lnSpc>
                          <a:spcPct val="100000"/>
                        </a:lnSpc>
                        <a:buNone/>
                      </a:pPr>
                      <a:r>
                        <a:rPr lang="id-ID" sz="1600" kern="100">
                          <a:effectLst/>
                        </a:rPr>
                        <a:t>0.7 - 0.8</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0.804260</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0.866035</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Under-confident</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146478265"/>
                  </a:ext>
                </a:extLst>
              </a:tr>
              <a:tr h="370579">
                <a:tc>
                  <a:txBody>
                    <a:bodyPr/>
                    <a:lstStyle/>
                    <a:p>
                      <a:pPr algn="ctr">
                        <a:lnSpc>
                          <a:spcPct val="100000"/>
                        </a:lnSpc>
                        <a:buNone/>
                      </a:pPr>
                      <a:r>
                        <a:rPr lang="id-ID" sz="1600" kern="100">
                          <a:effectLst/>
                        </a:rPr>
                        <a:t>0.8 - 0.9</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0.883709</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0.900000</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a:effectLst/>
                        </a:rPr>
                        <a:t>Under-confident</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3587530012"/>
                  </a:ext>
                </a:extLst>
              </a:tr>
              <a:tr h="370579">
                <a:tc>
                  <a:txBody>
                    <a:bodyPr/>
                    <a:lstStyle/>
                    <a:p>
                      <a:pPr algn="ctr">
                        <a:lnSpc>
                          <a:spcPct val="100000"/>
                        </a:lnSpc>
                        <a:buNone/>
                      </a:pPr>
                      <a:r>
                        <a:rPr lang="id-ID" sz="1600" kern="100">
                          <a:effectLst/>
                        </a:rPr>
                        <a:t>0.9 - 1.0</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dirty="0">
                          <a:effectLst/>
                        </a:rPr>
                        <a:t>0.982412</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dirty="0">
                          <a:effectLst/>
                        </a:rPr>
                        <a:t>0.958333</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tc>
                  <a:txBody>
                    <a:bodyPr/>
                    <a:lstStyle/>
                    <a:p>
                      <a:pPr algn="ctr">
                        <a:lnSpc>
                          <a:spcPct val="100000"/>
                        </a:lnSpc>
                        <a:buNone/>
                      </a:pPr>
                      <a:r>
                        <a:rPr lang="id-ID" sz="1600" kern="100" dirty="0">
                          <a:effectLst/>
                        </a:rPr>
                        <a:t>Over-</a:t>
                      </a:r>
                      <a:r>
                        <a:rPr lang="id-ID" sz="1600" kern="100" dirty="0" err="1">
                          <a:effectLst/>
                        </a:rPr>
                        <a:t>confident</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742" marR="68742" marT="68742" marB="68742" anchor="ctr"/>
                </a:tc>
                <a:extLst>
                  <a:ext uri="{0D108BD9-81ED-4DB2-BD59-A6C34878D82A}">
                    <a16:rowId xmlns:a16="http://schemas.microsoft.com/office/drawing/2014/main" val="2581168676"/>
                  </a:ext>
                </a:extLst>
              </a:tr>
            </a:tbl>
          </a:graphicData>
        </a:graphic>
      </p:graphicFrame>
    </p:spTree>
    <p:extLst>
      <p:ext uri="{BB962C8B-B14F-4D97-AF65-F5344CB8AC3E}">
        <p14:creationId xmlns:p14="http://schemas.microsoft.com/office/powerpoint/2010/main" val="140557610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48BC5-8804-363C-7429-8705F3AC541F}"/>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3F65FB3E-2F81-E160-8B44-7909387CE89D}"/>
              </a:ext>
            </a:extLst>
          </p:cNvPr>
          <p:cNvSpPr>
            <a:spLocks noGrp="1"/>
          </p:cNvSpPr>
          <p:nvPr>
            <p:ph type="title"/>
          </p:nvPr>
        </p:nvSpPr>
        <p:spPr>
          <a:xfrm>
            <a:off x="771126" y="343565"/>
            <a:ext cx="10678142" cy="802661"/>
          </a:xfrm>
        </p:spPr>
        <p:txBody>
          <a:bodyPr rtlCol="0"/>
          <a:lstStyle/>
          <a:p>
            <a:r>
              <a:rPr lang="id-ID" dirty="0"/>
              <a:t>Data Mining</a:t>
            </a:r>
          </a:p>
        </p:txBody>
      </p:sp>
      <p:sp>
        <p:nvSpPr>
          <p:cNvPr id="3" name="Tampungan Tanggal 2">
            <a:extLst>
              <a:ext uri="{FF2B5EF4-FFF2-40B4-BE49-F238E27FC236}">
                <a16:creationId xmlns:a16="http://schemas.microsoft.com/office/drawing/2014/main" id="{52019D6A-950A-28D0-4AAB-6A2A5CE0C944}"/>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90E370E5-D954-0179-2978-A0347D6CADD7}"/>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71</a:t>
            </a:fld>
            <a:endParaRPr lang="id-ID"/>
          </a:p>
        </p:txBody>
      </p:sp>
      <p:pic>
        <p:nvPicPr>
          <p:cNvPr id="7" name="Picture 6">
            <a:extLst>
              <a:ext uri="{FF2B5EF4-FFF2-40B4-BE49-F238E27FC236}">
                <a16:creationId xmlns:a16="http://schemas.microsoft.com/office/drawing/2014/main" id="{556F51B7-B4D3-F41C-A499-49F57E15F32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1126" y="1294312"/>
            <a:ext cx="6951010" cy="4854548"/>
          </a:xfrm>
          <a:prstGeom prst="rect">
            <a:avLst/>
          </a:prstGeom>
          <a:noFill/>
          <a:ln>
            <a:noFill/>
          </a:ln>
        </p:spPr>
      </p:pic>
    </p:spTree>
    <p:extLst>
      <p:ext uri="{BB962C8B-B14F-4D97-AF65-F5344CB8AC3E}">
        <p14:creationId xmlns:p14="http://schemas.microsoft.com/office/powerpoint/2010/main" val="110723628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B674F-E559-4B4C-98BC-3B6E95AEB56E}"/>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F08466F-8D58-2F31-5852-1F14F0A6731B}"/>
              </a:ext>
            </a:extLst>
          </p:cNvPr>
          <p:cNvSpPr>
            <a:spLocks noGrp="1"/>
          </p:cNvSpPr>
          <p:nvPr>
            <p:ph type="title"/>
          </p:nvPr>
        </p:nvSpPr>
        <p:spPr>
          <a:xfrm>
            <a:off x="1167492" y="381000"/>
            <a:ext cx="9779183" cy="1325563"/>
          </a:xfrm>
        </p:spPr>
        <p:txBody>
          <a:bodyPr rtlCol="0"/>
          <a:lstStyle/>
          <a:p>
            <a:r>
              <a:rPr lang="id-ID" dirty="0" err="1"/>
              <a:t>Evaluation</a:t>
            </a:r>
            <a:endParaRPr lang="id-ID" dirty="0"/>
          </a:p>
        </p:txBody>
      </p:sp>
      <p:sp>
        <p:nvSpPr>
          <p:cNvPr id="4" name="Tampungan Konten 3">
            <a:extLst>
              <a:ext uri="{FF2B5EF4-FFF2-40B4-BE49-F238E27FC236}">
                <a16:creationId xmlns:a16="http://schemas.microsoft.com/office/drawing/2014/main" id="{84F674F8-2A83-F0DB-1F2B-006305251561}"/>
              </a:ext>
            </a:extLst>
          </p:cNvPr>
          <p:cNvSpPr>
            <a:spLocks noGrp="1"/>
          </p:cNvSpPr>
          <p:nvPr>
            <p:ph idx="1"/>
          </p:nvPr>
        </p:nvSpPr>
        <p:spPr>
          <a:xfrm>
            <a:off x="1167493" y="2020527"/>
            <a:ext cx="4928507" cy="4456473"/>
          </a:xfrm>
        </p:spPr>
        <p:txBody>
          <a:bodyPr vert="horz" lIns="91440" tIns="45720" rIns="91440" bIns="45720" rtlCol="0" anchor="t">
            <a:normAutofit fontScale="92500" lnSpcReduction="10000"/>
          </a:bodyPr>
          <a:lstStyle/>
          <a:p>
            <a:pPr algn="just"/>
            <a:r>
              <a:rPr lang="id-ID" sz="3200" dirty="0"/>
              <a:t>Evaluasi pada data uji menunjukkan kinerja model yang sangat unggul, dengan skor ROC AUC sebesar 0.9209 dan </a:t>
            </a:r>
            <a:r>
              <a:rPr lang="id-ID" sz="3200" dirty="0" err="1"/>
              <a:t>Brier</a:t>
            </a:r>
            <a:r>
              <a:rPr lang="id-ID" sz="3200" dirty="0"/>
              <a:t> </a:t>
            </a:r>
            <a:r>
              <a:rPr lang="id-ID" sz="3200" dirty="0" err="1"/>
              <a:t>Score</a:t>
            </a:r>
            <a:r>
              <a:rPr lang="id-ID" sz="3200" dirty="0"/>
              <a:t> 0.0621. Dari segi efisiensi, </a:t>
            </a:r>
            <a:r>
              <a:rPr lang="id-ID" sz="3200" dirty="0" err="1"/>
              <a:t>LightGBM</a:t>
            </a:r>
            <a:r>
              <a:rPr lang="id-ID" sz="3200" dirty="0"/>
              <a:t> juga terbukti 2 hingga 3 kali lebih cepat dibandingkan algoritma pembanding populer lainnya.</a:t>
            </a:r>
          </a:p>
        </p:txBody>
      </p:sp>
      <p:sp>
        <p:nvSpPr>
          <p:cNvPr id="9" name="Tampungan Nomor Slide 8">
            <a:extLst>
              <a:ext uri="{FF2B5EF4-FFF2-40B4-BE49-F238E27FC236}">
                <a16:creationId xmlns:a16="http://schemas.microsoft.com/office/drawing/2014/main" id="{D9CC619F-BBE9-633C-1B6D-CB85F9D40021}"/>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72</a:t>
            </a:fld>
            <a:endParaRPr lang="id-ID"/>
          </a:p>
        </p:txBody>
      </p:sp>
      <p:graphicFrame>
        <p:nvGraphicFramePr>
          <p:cNvPr id="5" name="Table 4">
            <a:extLst>
              <a:ext uri="{FF2B5EF4-FFF2-40B4-BE49-F238E27FC236}">
                <a16:creationId xmlns:a16="http://schemas.microsoft.com/office/drawing/2014/main" id="{9E2D2BE7-6C69-FD81-FDC5-DE365C667D9F}"/>
              </a:ext>
            </a:extLst>
          </p:cNvPr>
          <p:cNvGraphicFramePr>
            <a:graphicFrameLocks noGrp="1"/>
          </p:cNvGraphicFramePr>
          <p:nvPr>
            <p:extLst>
              <p:ext uri="{D42A27DB-BD31-4B8C-83A1-F6EECF244321}">
                <p14:modId xmlns:p14="http://schemas.microsoft.com/office/powerpoint/2010/main" val="1414107244"/>
              </p:ext>
            </p:extLst>
          </p:nvPr>
        </p:nvGraphicFramePr>
        <p:xfrm>
          <a:off x="6266299" y="2020527"/>
          <a:ext cx="2035362" cy="3799840"/>
        </p:xfrm>
        <a:graphic>
          <a:graphicData uri="http://schemas.openxmlformats.org/drawingml/2006/table">
            <a:tbl>
              <a:tblPr firstRow="1" bandRow="1">
                <a:tableStyleId>{5C22544A-7EE6-4342-B048-85BDC9FD1C3A}</a:tableStyleId>
              </a:tblPr>
              <a:tblGrid>
                <a:gridCol w="930914">
                  <a:extLst>
                    <a:ext uri="{9D8B030D-6E8A-4147-A177-3AD203B41FA5}">
                      <a16:colId xmlns:a16="http://schemas.microsoft.com/office/drawing/2014/main" val="1357595272"/>
                    </a:ext>
                  </a:extLst>
                </a:gridCol>
                <a:gridCol w="1104448">
                  <a:extLst>
                    <a:ext uri="{9D8B030D-6E8A-4147-A177-3AD203B41FA5}">
                      <a16:colId xmlns:a16="http://schemas.microsoft.com/office/drawing/2014/main" val="97465550"/>
                    </a:ext>
                  </a:extLst>
                </a:gridCol>
              </a:tblGrid>
              <a:tr h="370840">
                <a:tc>
                  <a:txBody>
                    <a:bodyPr/>
                    <a:lstStyle/>
                    <a:p>
                      <a:r>
                        <a:rPr lang="en-GB" sz="1600" dirty="0" err="1"/>
                        <a:t>Metrik</a:t>
                      </a:r>
                      <a:endParaRPr lang="id-ID" sz="1600" dirty="0"/>
                    </a:p>
                  </a:txBody>
                  <a:tcPr/>
                </a:tc>
                <a:tc>
                  <a:txBody>
                    <a:bodyPr/>
                    <a:lstStyle/>
                    <a:p>
                      <a:r>
                        <a:rPr lang="en-GB" sz="1600" dirty="0"/>
                        <a:t>Nilai</a:t>
                      </a:r>
                      <a:endParaRPr lang="id-ID" sz="1600" dirty="0"/>
                    </a:p>
                  </a:txBody>
                  <a:tcPr/>
                </a:tc>
                <a:extLst>
                  <a:ext uri="{0D108BD9-81ED-4DB2-BD59-A6C34878D82A}">
                    <a16:rowId xmlns:a16="http://schemas.microsoft.com/office/drawing/2014/main" val="3220878361"/>
                  </a:ext>
                </a:extLst>
              </a:tr>
              <a:tr h="370840">
                <a:tc>
                  <a:txBody>
                    <a:bodyPr/>
                    <a:lstStyle/>
                    <a:p>
                      <a:r>
                        <a:rPr lang="id-ID" sz="1600" dirty="0" err="1"/>
                        <a:t>Brier</a:t>
                      </a:r>
                      <a:r>
                        <a:rPr lang="id-ID" sz="1600" dirty="0"/>
                        <a:t> </a:t>
                      </a:r>
                      <a:r>
                        <a:rPr lang="id-ID" sz="1600" dirty="0" err="1"/>
                        <a:t>Score</a:t>
                      </a:r>
                      <a:endParaRPr lang="id-ID" sz="1600" dirty="0"/>
                    </a:p>
                  </a:txBody>
                  <a:tcPr/>
                </a:tc>
                <a:tc>
                  <a:txBody>
                    <a:bodyPr/>
                    <a:lstStyle/>
                    <a:p>
                      <a:r>
                        <a:rPr lang="id-ID" sz="1600" dirty="0"/>
                        <a:t>0,0621</a:t>
                      </a:r>
                    </a:p>
                  </a:txBody>
                  <a:tcPr/>
                </a:tc>
                <a:extLst>
                  <a:ext uri="{0D108BD9-81ED-4DB2-BD59-A6C34878D82A}">
                    <a16:rowId xmlns:a16="http://schemas.microsoft.com/office/drawing/2014/main" val="1895779075"/>
                  </a:ext>
                </a:extLst>
              </a:tr>
              <a:tr h="370840">
                <a:tc>
                  <a:txBody>
                    <a:bodyPr/>
                    <a:lstStyle/>
                    <a:p>
                      <a:r>
                        <a:rPr lang="id-ID" sz="1600" dirty="0"/>
                        <a:t>ROC AUC</a:t>
                      </a:r>
                    </a:p>
                  </a:txBody>
                  <a:tcPr/>
                </a:tc>
                <a:tc>
                  <a:txBody>
                    <a:bodyPr/>
                    <a:lstStyle/>
                    <a:p>
                      <a:r>
                        <a:rPr lang="id-ID" sz="1600" dirty="0"/>
                        <a:t>0,9209</a:t>
                      </a:r>
                    </a:p>
                  </a:txBody>
                  <a:tcPr/>
                </a:tc>
                <a:extLst>
                  <a:ext uri="{0D108BD9-81ED-4DB2-BD59-A6C34878D82A}">
                    <a16:rowId xmlns:a16="http://schemas.microsoft.com/office/drawing/2014/main" val="2668786645"/>
                  </a:ext>
                </a:extLst>
              </a:tr>
              <a:tr h="370840">
                <a:tc>
                  <a:txBody>
                    <a:bodyPr/>
                    <a:lstStyle/>
                    <a:p>
                      <a:r>
                        <a:rPr lang="id-ID" sz="1600" dirty="0"/>
                        <a:t>Akurasi</a:t>
                      </a:r>
                    </a:p>
                  </a:txBody>
                  <a:tcPr/>
                </a:tc>
                <a:tc>
                  <a:txBody>
                    <a:bodyPr/>
                    <a:lstStyle/>
                    <a:p>
                      <a:r>
                        <a:rPr lang="id-ID" sz="1600" dirty="0"/>
                        <a:t>0,9113</a:t>
                      </a:r>
                    </a:p>
                  </a:txBody>
                  <a:tcPr/>
                </a:tc>
                <a:extLst>
                  <a:ext uri="{0D108BD9-81ED-4DB2-BD59-A6C34878D82A}">
                    <a16:rowId xmlns:a16="http://schemas.microsoft.com/office/drawing/2014/main" val="3232365319"/>
                  </a:ext>
                </a:extLst>
              </a:tr>
              <a:tr h="370840">
                <a:tc>
                  <a:txBody>
                    <a:bodyPr/>
                    <a:lstStyle/>
                    <a:p>
                      <a:r>
                        <a:rPr lang="id-ID" sz="1600" dirty="0"/>
                        <a:t>Presisi</a:t>
                      </a:r>
                    </a:p>
                  </a:txBody>
                  <a:tcPr/>
                </a:tc>
                <a:tc>
                  <a:txBody>
                    <a:bodyPr/>
                    <a:lstStyle/>
                    <a:p>
                      <a:r>
                        <a:rPr lang="id-ID" sz="1600" dirty="0"/>
                        <a:t>0,8996</a:t>
                      </a:r>
                    </a:p>
                  </a:txBody>
                  <a:tcPr/>
                </a:tc>
                <a:extLst>
                  <a:ext uri="{0D108BD9-81ED-4DB2-BD59-A6C34878D82A}">
                    <a16:rowId xmlns:a16="http://schemas.microsoft.com/office/drawing/2014/main" val="351837608"/>
                  </a:ext>
                </a:extLst>
              </a:tr>
              <a:tr h="370840">
                <a:tc>
                  <a:txBody>
                    <a:bodyPr/>
                    <a:lstStyle/>
                    <a:p>
                      <a:r>
                        <a:rPr lang="id-ID" sz="1600" dirty="0" err="1"/>
                        <a:t>Recall</a:t>
                      </a:r>
                      <a:endParaRPr lang="id-ID" sz="1600" dirty="0"/>
                    </a:p>
                  </a:txBody>
                  <a:tcPr/>
                </a:tc>
                <a:tc>
                  <a:txBody>
                    <a:bodyPr/>
                    <a:lstStyle/>
                    <a:p>
                      <a:r>
                        <a:rPr lang="id-ID" sz="1600" dirty="0"/>
                        <a:t>0,9113</a:t>
                      </a:r>
                    </a:p>
                  </a:txBody>
                  <a:tcPr/>
                </a:tc>
                <a:extLst>
                  <a:ext uri="{0D108BD9-81ED-4DB2-BD59-A6C34878D82A}">
                    <a16:rowId xmlns:a16="http://schemas.microsoft.com/office/drawing/2014/main" val="723408899"/>
                  </a:ext>
                </a:extLst>
              </a:tr>
              <a:tr h="370840">
                <a:tc>
                  <a:txBody>
                    <a:bodyPr/>
                    <a:lstStyle/>
                    <a:p>
                      <a:r>
                        <a:rPr lang="id-ID" sz="1600" dirty="0"/>
                        <a:t>F1-Score</a:t>
                      </a:r>
                    </a:p>
                  </a:txBody>
                  <a:tcPr/>
                </a:tc>
                <a:tc>
                  <a:txBody>
                    <a:bodyPr/>
                    <a:lstStyle/>
                    <a:p>
                      <a:r>
                        <a:rPr lang="id-ID" sz="1600" dirty="0"/>
                        <a:t>0,9010</a:t>
                      </a:r>
                    </a:p>
                  </a:txBody>
                  <a:tcPr/>
                </a:tc>
                <a:extLst>
                  <a:ext uri="{0D108BD9-81ED-4DB2-BD59-A6C34878D82A}">
                    <a16:rowId xmlns:a16="http://schemas.microsoft.com/office/drawing/2014/main" val="1264322915"/>
                  </a:ext>
                </a:extLst>
              </a:tr>
              <a:tr h="370840">
                <a:tc>
                  <a:txBody>
                    <a:bodyPr/>
                    <a:lstStyle/>
                    <a:p>
                      <a:r>
                        <a:rPr lang="id-ID" sz="1600" dirty="0"/>
                        <a:t>Log-</a:t>
                      </a:r>
                      <a:r>
                        <a:rPr lang="id-ID" sz="1600" dirty="0" err="1"/>
                        <a:t>Loss</a:t>
                      </a:r>
                      <a:endParaRPr lang="id-ID" sz="1600" dirty="0"/>
                    </a:p>
                  </a:txBody>
                  <a:tcPr/>
                </a:tc>
                <a:tc>
                  <a:txBody>
                    <a:bodyPr/>
                    <a:lstStyle/>
                    <a:p>
                      <a:r>
                        <a:rPr lang="id-ID" sz="1600" dirty="0"/>
                        <a:t>0,21</a:t>
                      </a:r>
                    </a:p>
                  </a:txBody>
                  <a:tcPr/>
                </a:tc>
                <a:extLst>
                  <a:ext uri="{0D108BD9-81ED-4DB2-BD59-A6C34878D82A}">
                    <a16:rowId xmlns:a16="http://schemas.microsoft.com/office/drawing/2014/main" val="2649130862"/>
                  </a:ext>
                </a:extLst>
              </a:tr>
            </a:tbl>
          </a:graphicData>
        </a:graphic>
      </p:graphicFrame>
      <p:graphicFrame>
        <p:nvGraphicFramePr>
          <p:cNvPr id="6" name="Table 5">
            <a:extLst>
              <a:ext uri="{FF2B5EF4-FFF2-40B4-BE49-F238E27FC236}">
                <a16:creationId xmlns:a16="http://schemas.microsoft.com/office/drawing/2014/main" id="{E1005DE8-465D-4690-D622-90BCF120B5D9}"/>
              </a:ext>
            </a:extLst>
          </p:cNvPr>
          <p:cNvGraphicFramePr>
            <a:graphicFrameLocks noGrp="1"/>
          </p:cNvGraphicFramePr>
          <p:nvPr>
            <p:extLst>
              <p:ext uri="{D42A27DB-BD31-4B8C-83A1-F6EECF244321}">
                <p14:modId xmlns:p14="http://schemas.microsoft.com/office/powerpoint/2010/main" val="1487418178"/>
              </p:ext>
            </p:extLst>
          </p:nvPr>
        </p:nvGraphicFramePr>
        <p:xfrm>
          <a:off x="8422244" y="2020527"/>
          <a:ext cx="2771782" cy="2645410"/>
        </p:xfrm>
        <a:graphic>
          <a:graphicData uri="http://schemas.openxmlformats.org/drawingml/2006/table">
            <a:tbl>
              <a:tblPr firstRow="1" firstCol="1" bandRow="1">
                <a:tableStyleId>{5C22544A-7EE6-4342-B048-85BDC9FD1C3A}</a:tableStyleId>
              </a:tblPr>
              <a:tblGrid>
                <a:gridCol w="1197314">
                  <a:extLst>
                    <a:ext uri="{9D8B030D-6E8A-4147-A177-3AD203B41FA5}">
                      <a16:colId xmlns:a16="http://schemas.microsoft.com/office/drawing/2014/main" val="171884498"/>
                    </a:ext>
                  </a:extLst>
                </a:gridCol>
                <a:gridCol w="1574468">
                  <a:extLst>
                    <a:ext uri="{9D8B030D-6E8A-4147-A177-3AD203B41FA5}">
                      <a16:colId xmlns:a16="http://schemas.microsoft.com/office/drawing/2014/main" val="2689771526"/>
                    </a:ext>
                  </a:extLst>
                </a:gridCol>
              </a:tblGrid>
              <a:tr h="344110">
                <a:tc>
                  <a:txBody>
                    <a:bodyPr/>
                    <a:lstStyle/>
                    <a:p>
                      <a:pPr algn="ctr">
                        <a:lnSpc>
                          <a:spcPct val="150000"/>
                        </a:lnSpc>
                        <a:buNone/>
                      </a:pPr>
                      <a:r>
                        <a:rPr lang="id-ID" sz="1800" kern="0">
                          <a:effectLst/>
                        </a:rPr>
                        <a:t>Model</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a:effectLst/>
                        </a:rPr>
                        <a:t>Total Waktu (detik)</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977888000"/>
                  </a:ext>
                </a:extLst>
              </a:tr>
              <a:tr h="344110">
                <a:tc>
                  <a:txBody>
                    <a:bodyPr/>
                    <a:lstStyle/>
                    <a:p>
                      <a:pPr algn="ctr">
                        <a:lnSpc>
                          <a:spcPct val="150000"/>
                        </a:lnSpc>
                        <a:buNone/>
                      </a:pPr>
                      <a:r>
                        <a:rPr lang="id-ID" sz="1800" kern="0">
                          <a:effectLst/>
                        </a:rPr>
                        <a:t>LightGBM</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49,751553</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043306476"/>
                  </a:ext>
                </a:extLst>
              </a:tr>
              <a:tr h="344110">
                <a:tc>
                  <a:txBody>
                    <a:bodyPr/>
                    <a:lstStyle/>
                    <a:p>
                      <a:pPr algn="ctr">
                        <a:lnSpc>
                          <a:spcPct val="150000"/>
                        </a:lnSpc>
                        <a:buNone/>
                      </a:pPr>
                      <a:r>
                        <a:rPr lang="id-ID" sz="1800" kern="0" dirty="0" err="1">
                          <a:effectLst/>
                        </a:rPr>
                        <a:t>AdaBoost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106,569891</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730430014"/>
                  </a:ext>
                </a:extLst>
              </a:tr>
              <a:tr h="344110">
                <a:tc>
                  <a:txBody>
                    <a:bodyPr/>
                    <a:lstStyle/>
                    <a:p>
                      <a:pPr algn="ctr">
                        <a:lnSpc>
                          <a:spcPct val="150000"/>
                        </a:lnSpc>
                        <a:buNone/>
                      </a:pPr>
                      <a:r>
                        <a:rPr lang="id-ID" sz="1800" kern="0">
                          <a:effectLst/>
                        </a:rPr>
                        <a:t>XGBoost</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a:effectLst/>
                        </a:rPr>
                        <a:t>119,356985</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434102894"/>
                  </a:ext>
                </a:extLst>
              </a:tr>
              <a:tr h="732582">
                <a:tc>
                  <a:txBody>
                    <a:bodyPr/>
                    <a:lstStyle/>
                    <a:p>
                      <a:pPr algn="ctr">
                        <a:lnSpc>
                          <a:spcPct val="150000"/>
                        </a:lnSpc>
                        <a:buNone/>
                      </a:pPr>
                      <a:r>
                        <a:rPr lang="id-ID" sz="1800" kern="0" dirty="0" err="1">
                          <a:effectLst/>
                        </a:rPr>
                        <a:t>Random</a:t>
                      </a:r>
                      <a:r>
                        <a:rPr lang="id-ID" sz="1800" kern="0" dirty="0">
                          <a:effectLst/>
                        </a:rPr>
                        <a:t> </a:t>
                      </a:r>
                      <a:r>
                        <a:rPr lang="id-ID" sz="1800" kern="0" dirty="0" err="1">
                          <a:effectLst/>
                        </a:rPr>
                        <a:t>Forest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136,376029</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744202180"/>
                  </a:ext>
                </a:extLst>
              </a:tr>
            </a:tbl>
          </a:graphicData>
        </a:graphic>
      </p:graphicFrame>
    </p:spTree>
    <p:extLst>
      <p:ext uri="{BB962C8B-B14F-4D97-AF65-F5344CB8AC3E}">
        <p14:creationId xmlns:p14="http://schemas.microsoft.com/office/powerpoint/2010/main" val="68659058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BE9B2-BD9E-3829-CDA3-16F34DE214A4}"/>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5B1EA537-9169-02A6-EDB0-1B7D5020398D}"/>
              </a:ext>
            </a:extLst>
          </p:cNvPr>
          <p:cNvSpPr>
            <a:spLocks noGrp="1"/>
          </p:cNvSpPr>
          <p:nvPr>
            <p:ph type="title"/>
          </p:nvPr>
        </p:nvSpPr>
        <p:spPr>
          <a:xfrm>
            <a:off x="1167492" y="381000"/>
            <a:ext cx="9779183" cy="1325563"/>
          </a:xfrm>
        </p:spPr>
        <p:txBody>
          <a:bodyPr rtlCol="0"/>
          <a:lstStyle/>
          <a:p>
            <a:r>
              <a:rPr lang="en-GB" dirty="0" err="1"/>
              <a:t>Interpretasi</a:t>
            </a:r>
            <a:r>
              <a:rPr lang="en-GB" dirty="0"/>
              <a:t> Hasil:</a:t>
            </a:r>
            <a:br>
              <a:rPr lang="en-GB" dirty="0"/>
            </a:br>
            <a:r>
              <a:rPr lang="id-ID" dirty="0" err="1"/>
              <a:t>Practical</a:t>
            </a:r>
            <a:r>
              <a:rPr lang="id-ID" dirty="0"/>
              <a:t> </a:t>
            </a:r>
            <a:r>
              <a:rPr lang="id-ID" dirty="0" err="1"/>
              <a:t>Application</a:t>
            </a:r>
            <a:endParaRPr lang="id-ID" dirty="0"/>
          </a:p>
        </p:txBody>
      </p:sp>
      <p:sp>
        <p:nvSpPr>
          <p:cNvPr id="4" name="Tampungan Konten 3">
            <a:extLst>
              <a:ext uri="{FF2B5EF4-FFF2-40B4-BE49-F238E27FC236}">
                <a16:creationId xmlns:a16="http://schemas.microsoft.com/office/drawing/2014/main" id="{B51669DD-E4ED-825D-E3EF-0D050271A08B}"/>
              </a:ext>
            </a:extLst>
          </p:cNvPr>
          <p:cNvSpPr>
            <a:spLocks noGrp="1"/>
          </p:cNvSpPr>
          <p:nvPr>
            <p:ph idx="1"/>
          </p:nvPr>
        </p:nvSpPr>
        <p:spPr>
          <a:xfrm>
            <a:off x="1167492" y="2020529"/>
            <a:ext cx="7888017" cy="3657600"/>
          </a:xfrm>
        </p:spPr>
        <p:txBody>
          <a:bodyPr vert="horz" lIns="91440" tIns="45720" rIns="91440" bIns="45720" rtlCol="0" anchor="t">
            <a:normAutofit/>
          </a:bodyPr>
          <a:lstStyle/>
          <a:p>
            <a:r>
              <a:rPr lang="id-ID" sz="3200" dirty="0"/>
              <a:t>Model diaplikasikan pada studi kasus pertandingan Piala Dunia 2022, dan juga diimplementasikan dalam sebuah antarmuka web interaktif menggunakan </a:t>
            </a:r>
            <a:r>
              <a:rPr lang="id-ID" sz="3200" dirty="0" err="1"/>
              <a:t>Streamlit</a:t>
            </a:r>
            <a:r>
              <a:rPr lang="id-ID" sz="3200" dirty="0"/>
              <a:t> untuk mempermudah analisis dan simulasi tembakan secara langsung.</a:t>
            </a:r>
          </a:p>
        </p:txBody>
      </p:sp>
      <p:sp>
        <p:nvSpPr>
          <p:cNvPr id="9" name="Tampungan Nomor Slide 8">
            <a:extLst>
              <a:ext uri="{FF2B5EF4-FFF2-40B4-BE49-F238E27FC236}">
                <a16:creationId xmlns:a16="http://schemas.microsoft.com/office/drawing/2014/main" id="{79D63349-4937-48E4-4810-C10138729F34}"/>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73</a:t>
            </a:fld>
            <a:endParaRPr lang="id-ID"/>
          </a:p>
        </p:txBody>
      </p:sp>
    </p:spTree>
    <p:extLst>
      <p:ext uri="{BB962C8B-B14F-4D97-AF65-F5344CB8AC3E}">
        <p14:creationId xmlns:p14="http://schemas.microsoft.com/office/powerpoint/2010/main" val="42358732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5BE3-C8BB-E402-B9A3-164F98C093B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2F9B084-B0B4-042B-4EFB-190DB6FE22FD}"/>
              </a:ext>
            </a:extLst>
          </p:cNvPr>
          <p:cNvSpPr>
            <a:spLocks noGrp="1"/>
          </p:cNvSpPr>
          <p:nvPr>
            <p:ph type="title"/>
          </p:nvPr>
        </p:nvSpPr>
        <p:spPr>
          <a:xfrm>
            <a:off x="1167492" y="381000"/>
            <a:ext cx="9779183" cy="1325563"/>
          </a:xfrm>
        </p:spPr>
        <p:txBody>
          <a:bodyPr rtlCol="0"/>
          <a:lstStyle/>
          <a:p>
            <a:r>
              <a:rPr lang="en-GB" dirty="0" err="1"/>
              <a:t>Interpretasi</a:t>
            </a:r>
            <a:r>
              <a:rPr lang="en-GB" dirty="0"/>
              <a:t> Hasil:</a:t>
            </a:r>
            <a:br>
              <a:rPr lang="en-GB" dirty="0"/>
            </a:br>
            <a:r>
              <a:rPr lang="id-ID" dirty="0" err="1"/>
              <a:t>Practical</a:t>
            </a:r>
            <a:r>
              <a:rPr lang="id-ID" dirty="0"/>
              <a:t> </a:t>
            </a:r>
            <a:r>
              <a:rPr lang="id-ID" dirty="0" err="1"/>
              <a:t>Application</a:t>
            </a:r>
            <a:endParaRPr lang="id-ID" dirty="0"/>
          </a:p>
        </p:txBody>
      </p:sp>
      <p:sp>
        <p:nvSpPr>
          <p:cNvPr id="9" name="Tampungan Nomor Slide 8">
            <a:extLst>
              <a:ext uri="{FF2B5EF4-FFF2-40B4-BE49-F238E27FC236}">
                <a16:creationId xmlns:a16="http://schemas.microsoft.com/office/drawing/2014/main" id="{6FCCE5CA-D53D-6772-B345-F8667B18925A}"/>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74</a:t>
            </a:fld>
            <a:endParaRPr lang="id-ID"/>
          </a:p>
        </p:txBody>
      </p:sp>
      <p:graphicFrame>
        <p:nvGraphicFramePr>
          <p:cNvPr id="6" name="Content Placeholder 5">
            <a:extLst>
              <a:ext uri="{FF2B5EF4-FFF2-40B4-BE49-F238E27FC236}">
                <a16:creationId xmlns:a16="http://schemas.microsoft.com/office/drawing/2014/main" id="{CED8D616-69E6-DD3A-DE50-D705E8F7F0CE}"/>
              </a:ext>
            </a:extLst>
          </p:cNvPr>
          <p:cNvGraphicFramePr>
            <a:graphicFrameLocks noGrp="1"/>
          </p:cNvGraphicFramePr>
          <p:nvPr>
            <p:ph idx="1"/>
            <p:extLst>
              <p:ext uri="{D42A27DB-BD31-4B8C-83A1-F6EECF244321}">
                <p14:modId xmlns:p14="http://schemas.microsoft.com/office/powerpoint/2010/main" val="587483653"/>
              </p:ext>
            </p:extLst>
          </p:nvPr>
        </p:nvGraphicFramePr>
        <p:xfrm>
          <a:off x="1259373" y="2005333"/>
          <a:ext cx="9673254" cy="2094719"/>
        </p:xfrm>
        <a:graphic>
          <a:graphicData uri="http://schemas.openxmlformats.org/drawingml/2006/table">
            <a:tbl>
              <a:tblPr firstRow="1" firstCol="1" bandRow="1">
                <a:tableStyleId>{5C22544A-7EE6-4342-B048-85BDC9FD1C3A}</a:tableStyleId>
              </a:tblPr>
              <a:tblGrid>
                <a:gridCol w="1612209">
                  <a:extLst>
                    <a:ext uri="{9D8B030D-6E8A-4147-A177-3AD203B41FA5}">
                      <a16:colId xmlns:a16="http://schemas.microsoft.com/office/drawing/2014/main" val="3821786371"/>
                    </a:ext>
                  </a:extLst>
                </a:gridCol>
                <a:gridCol w="1612209">
                  <a:extLst>
                    <a:ext uri="{9D8B030D-6E8A-4147-A177-3AD203B41FA5}">
                      <a16:colId xmlns:a16="http://schemas.microsoft.com/office/drawing/2014/main" val="3764614516"/>
                    </a:ext>
                  </a:extLst>
                </a:gridCol>
                <a:gridCol w="1612209">
                  <a:extLst>
                    <a:ext uri="{9D8B030D-6E8A-4147-A177-3AD203B41FA5}">
                      <a16:colId xmlns:a16="http://schemas.microsoft.com/office/drawing/2014/main" val="2557148676"/>
                    </a:ext>
                  </a:extLst>
                </a:gridCol>
                <a:gridCol w="1612209">
                  <a:extLst>
                    <a:ext uri="{9D8B030D-6E8A-4147-A177-3AD203B41FA5}">
                      <a16:colId xmlns:a16="http://schemas.microsoft.com/office/drawing/2014/main" val="2175512852"/>
                    </a:ext>
                  </a:extLst>
                </a:gridCol>
                <a:gridCol w="1612209">
                  <a:extLst>
                    <a:ext uri="{9D8B030D-6E8A-4147-A177-3AD203B41FA5}">
                      <a16:colId xmlns:a16="http://schemas.microsoft.com/office/drawing/2014/main" val="1394321509"/>
                    </a:ext>
                  </a:extLst>
                </a:gridCol>
                <a:gridCol w="1612209">
                  <a:extLst>
                    <a:ext uri="{9D8B030D-6E8A-4147-A177-3AD203B41FA5}">
                      <a16:colId xmlns:a16="http://schemas.microsoft.com/office/drawing/2014/main" val="956338680"/>
                    </a:ext>
                  </a:extLst>
                </a:gridCol>
              </a:tblGrid>
              <a:tr h="619581">
                <a:tc>
                  <a:txBody>
                    <a:bodyPr/>
                    <a:lstStyle/>
                    <a:p>
                      <a:pPr algn="ctr">
                        <a:lnSpc>
                          <a:spcPct val="150000"/>
                        </a:lnSpc>
                        <a:buNone/>
                      </a:pPr>
                      <a:r>
                        <a:rPr lang="id-ID" sz="1800" kern="0">
                          <a:effectLst/>
                        </a:rPr>
                        <a:t>Tim Nasional</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Total xG</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Jumlah Tembakan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Jumlah Gol Aktual</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Rata-rata xG per Tembakan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Diferensial Gol (Gol − xG)</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2425102042"/>
                  </a:ext>
                </a:extLst>
              </a:tr>
              <a:tr h="619581">
                <a:tc>
                  <a:txBody>
                    <a:bodyPr/>
                    <a:lstStyle/>
                    <a:p>
                      <a:pPr algn="ctr">
                        <a:lnSpc>
                          <a:spcPct val="150000"/>
                        </a:lnSpc>
                        <a:buNone/>
                      </a:pPr>
                      <a:r>
                        <a:rPr lang="id-ID" sz="1800" kern="0">
                          <a:effectLst/>
                        </a:rPr>
                        <a:t>Inggris</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3,09</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13</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6</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0,238</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+2,91</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2698043689"/>
                  </a:ext>
                </a:extLst>
              </a:tr>
              <a:tr h="699168">
                <a:tc>
                  <a:txBody>
                    <a:bodyPr/>
                    <a:lstStyle/>
                    <a:p>
                      <a:pPr algn="ctr">
                        <a:lnSpc>
                          <a:spcPct val="150000"/>
                        </a:lnSpc>
                        <a:buNone/>
                      </a:pPr>
                      <a:r>
                        <a:rPr lang="id-ID" sz="1800" kern="0">
                          <a:effectLst/>
                        </a:rPr>
                        <a:t>Iran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0,87</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7</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1</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0,125</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dirty="0">
                          <a:effectLst/>
                        </a:rPr>
                        <a:t>+0,13</a:t>
                      </a:r>
                      <a:endParaRPr lang="id-ID" sz="20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1852774766"/>
                  </a:ext>
                </a:extLst>
              </a:tr>
            </a:tbl>
          </a:graphicData>
        </a:graphic>
      </p:graphicFrame>
    </p:spTree>
    <p:extLst>
      <p:ext uri="{BB962C8B-B14F-4D97-AF65-F5344CB8AC3E}">
        <p14:creationId xmlns:p14="http://schemas.microsoft.com/office/powerpoint/2010/main" val="3190731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C6830-272B-93D7-BBE6-714BEF7E03E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3CD3B3E-08C9-38BA-3437-26D33BE19B01}"/>
              </a:ext>
            </a:extLst>
          </p:cNvPr>
          <p:cNvSpPr>
            <a:spLocks noGrp="1"/>
          </p:cNvSpPr>
          <p:nvPr>
            <p:ph type="title"/>
          </p:nvPr>
        </p:nvSpPr>
        <p:spPr>
          <a:xfrm>
            <a:off x="1167492" y="381000"/>
            <a:ext cx="9779183" cy="725129"/>
          </a:xfrm>
        </p:spPr>
        <p:txBody>
          <a:bodyPr rtlCol="0"/>
          <a:lstStyle/>
          <a:p>
            <a:r>
              <a:rPr lang="id-ID" dirty="0" err="1"/>
              <a:t>Practical</a:t>
            </a:r>
            <a:r>
              <a:rPr lang="id-ID" dirty="0"/>
              <a:t> </a:t>
            </a:r>
            <a:r>
              <a:rPr lang="id-ID" dirty="0" err="1"/>
              <a:t>Application</a:t>
            </a:r>
            <a:endParaRPr lang="id-ID" dirty="0"/>
          </a:p>
        </p:txBody>
      </p:sp>
      <p:sp>
        <p:nvSpPr>
          <p:cNvPr id="9" name="Tampungan Nomor Slide 8">
            <a:extLst>
              <a:ext uri="{FF2B5EF4-FFF2-40B4-BE49-F238E27FC236}">
                <a16:creationId xmlns:a16="http://schemas.microsoft.com/office/drawing/2014/main" id="{CA5B6A55-5C7A-0DCF-004C-AF319B25AD50}"/>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75</a:t>
            </a:fld>
            <a:endParaRPr lang="id-ID"/>
          </a:p>
        </p:txBody>
      </p:sp>
      <p:sp>
        <p:nvSpPr>
          <p:cNvPr id="4" name="Content Placeholder 3">
            <a:extLst>
              <a:ext uri="{FF2B5EF4-FFF2-40B4-BE49-F238E27FC236}">
                <a16:creationId xmlns:a16="http://schemas.microsoft.com/office/drawing/2014/main" id="{C58F759E-2193-18F2-5A01-E50B7759075E}"/>
              </a:ext>
            </a:extLst>
          </p:cNvPr>
          <p:cNvSpPr>
            <a:spLocks noGrp="1"/>
          </p:cNvSpPr>
          <p:nvPr>
            <p:ph idx="1"/>
          </p:nvPr>
        </p:nvSpPr>
        <p:spPr/>
        <p:txBody>
          <a:bodyPr/>
          <a:lstStyle/>
          <a:p>
            <a:endParaRPr lang="id-ID"/>
          </a:p>
        </p:txBody>
      </p:sp>
      <p:pic>
        <p:nvPicPr>
          <p:cNvPr id="5" name="Picture 4">
            <a:extLst>
              <a:ext uri="{FF2B5EF4-FFF2-40B4-BE49-F238E27FC236}">
                <a16:creationId xmlns:a16="http://schemas.microsoft.com/office/drawing/2014/main" id="{D177385D-24F8-1321-49A8-8D0E101C99FE}"/>
              </a:ext>
            </a:extLst>
          </p:cNvPr>
          <p:cNvPicPr>
            <a:picLocks noChangeAspect="1"/>
          </p:cNvPicPr>
          <p:nvPr/>
        </p:nvPicPr>
        <p:blipFill>
          <a:blip r:embed="rId3"/>
          <a:stretch>
            <a:fillRect/>
          </a:stretch>
        </p:blipFill>
        <p:spPr>
          <a:xfrm>
            <a:off x="1084322" y="1125220"/>
            <a:ext cx="5039995" cy="2303780"/>
          </a:xfrm>
          <a:prstGeom prst="rect">
            <a:avLst/>
          </a:prstGeom>
        </p:spPr>
      </p:pic>
      <p:pic>
        <p:nvPicPr>
          <p:cNvPr id="7" name="Picture 6">
            <a:extLst>
              <a:ext uri="{FF2B5EF4-FFF2-40B4-BE49-F238E27FC236}">
                <a16:creationId xmlns:a16="http://schemas.microsoft.com/office/drawing/2014/main" id="{F0FE145E-EB07-70F1-E97A-19648CC0DC48}"/>
              </a:ext>
            </a:extLst>
          </p:cNvPr>
          <p:cNvPicPr>
            <a:picLocks noChangeAspect="1"/>
          </p:cNvPicPr>
          <p:nvPr/>
        </p:nvPicPr>
        <p:blipFill>
          <a:blip r:embed="rId4"/>
          <a:stretch>
            <a:fillRect/>
          </a:stretch>
        </p:blipFill>
        <p:spPr>
          <a:xfrm>
            <a:off x="1084322" y="3517130"/>
            <a:ext cx="5039995" cy="2271395"/>
          </a:xfrm>
          <a:prstGeom prst="rect">
            <a:avLst/>
          </a:prstGeom>
        </p:spPr>
      </p:pic>
      <p:pic>
        <p:nvPicPr>
          <p:cNvPr id="8" name="Picture 7">
            <a:extLst>
              <a:ext uri="{FF2B5EF4-FFF2-40B4-BE49-F238E27FC236}">
                <a16:creationId xmlns:a16="http://schemas.microsoft.com/office/drawing/2014/main" id="{70E33C43-7703-FA1A-9547-68D7AEF8ACF5}"/>
              </a:ext>
            </a:extLst>
          </p:cNvPr>
          <p:cNvPicPr>
            <a:picLocks noChangeAspect="1"/>
          </p:cNvPicPr>
          <p:nvPr/>
        </p:nvPicPr>
        <p:blipFill>
          <a:blip r:embed="rId5"/>
          <a:stretch>
            <a:fillRect/>
          </a:stretch>
        </p:blipFill>
        <p:spPr>
          <a:xfrm>
            <a:off x="6207488" y="1099185"/>
            <a:ext cx="5039995" cy="2329815"/>
          </a:xfrm>
          <a:prstGeom prst="rect">
            <a:avLst/>
          </a:prstGeom>
        </p:spPr>
      </p:pic>
      <p:pic>
        <p:nvPicPr>
          <p:cNvPr id="10" name="Picture 9">
            <a:extLst>
              <a:ext uri="{FF2B5EF4-FFF2-40B4-BE49-F238E27FC236}">
                <a16:creationId xmlns:a16="http://schemas.microsoft.com/office/drawing/2014/main" id="{F07C19E9-A3A5-71A0-113B-8D456179A8FD}"/>
              </a:ext>
            </a:extLst>
          </p:cNvPr>
          <p:cNvPicPr>
            <a:picLocks noChangeAspect="1"/>
          </p:cNvPicPr>
          <p:nvPr/>
        </p:nvPicPr>
        <p:blipFill>
          <a:blip r:embed="rId6"/>
          <a:stretch>
            <a:fillRect/>
          </a:stretch>
        </p:blipFill>
        <p:spPr>
          <a:xfrm>
            <a:off x="6207488" y="3461385"/>
            <a:ext cx="5039995" cy="2319020"/>
          </a:xfrm>
          <a:prstGeom prst="rect">
            <a:avLst/>
          </a:prstGeom>
        </p:spPr>
      </p:pic>
      <p:sp>
        <p:nvSpPr>
          <p:cNvPr id="12" name="TextBox 11">
            <a:extLst>
              <a:ext uri="{FF2B5EF4-FFF2-40B4-BE49-F238E27FC236}">
                <a16:creationId xmlns:a16="http://schemas.microsoft.com/office/drawing/2014/main" id="{7B730CDA-309F-FF82-0E27-AF6ABD1C16EB}"/>
              </a:ext>
            </a:extLst>
          </p:cNvPr>
          <p:cNvSpPr txBox="1"/>
          <p:nvPr/>
        </p:nvSpPr>
        <p:spPr>
          <a:xfrm>
            <a:off x="1084322" y="5890091"/>
            <a:ext cx="6096000" cy="369332"/>
          </a:xfrm>
          <a:prstGeom prst="rect">
            <a:avLst/>
          </a:prstGeom>
          <a:noFill/>
        </p:spPr>
        <p:txBody>
          <a:bodyPr wrap="square">
            <a:spAutoFit/>
          </a:bodyPr>
          <a:lstStyle/>
          <a:p>
            <a:r>
              <a:rPr lang="id-ID" dirty="0"/>
              <a:t>https://xginterface.streamlit.app/</a:t>
            </a:r>
          </a:p>
        </p:txBody>
      </p:sp>
    </p:spTree>
    <p:extLst>
      <p:ext uri="{BB962C8B-B14F-4D97-AF65-F5344CB8AC3E}">
        <p14:creationId xmlns:p14="http://schemas.microsoft.com/office/powerpoint/2010/main" val="16274415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3FD7F-F786-2DFB-2CC6-21A2C45AEB6B}"/>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A446420-2530-A332-F1D7-4FB1F238C32A}"/>
              </a:ext>
            </a:extLst>
          </p:cNvPr>
          <p:cNvSpPr>
            <a:spLocks noGrp="1"/>
          </p:cNvSpPr>
          <p:nvPr>
            <p:ph type="title"/>
          </p:nvPr>
        </p:nvSpPr>
        <p:spPr>
          <a:xfrm>
            <a:off x="824174" y="376750"/>
            <a:ext cx="10678142" cy="1325563"/>
          </a:xfrm>
        </p:spPr>
        <p:txBody>
          <a:bodyPr rtlCol="0"/>
          <a:lstStyle/>
          <a:p>
            <a:r>
              <a:rPr lang="en-GB" dirty="0" err="1"/>
              <a:t>Interpretasi</a:t>
            </a:r>
            <a:r>
              <a:rPr lang="en-GB" dirty="0"/>
              <a:t> Hasil:</a:t>
            </a:r>
            <a:br>
              <a:rPr lang="en-GB" dirty="0"/>
            </a:br>
            <a:r>
              <a:rPr lang="id-ID" dirty="0" err="1"/>
              <a:t>Academic</a:t>
            </a:r>
            <a:r>
              <a:rPr lang="id-ID" dirty="0"/>
              <a:t> </a:t>
            </a:r>
            <a:r>
              <a:rPr lang="id-ID" dirty="0" err="1"/>
              <a:t>Benchmark</a:t>
            </a:r>
            <a:endParaRPr lang="id-ID" dirty="0"/>
          </a:p>
        </p:txBody>
      </p:sp>
      <p:sp>
        <p:nvSpPr>
          <p:cNvPr id="3" name="Tampungan Tanggal 2">
            <a:extLst>
              <a:ext uri="{FF2B5EF4-FFF2-40B4-BE49-F238E27FC236}">
                <a16:creationId xmlns:a16="http://schemas.microsoft.com/office/drawing/2014/main" id="{12C6E2B7-056C-6FDE-CAB3-4A109709E125}"/>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77432782-9A26-7604-4853-61B456409978}"/>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76</a:t>
            </a:fld>
            <a:endParaRPr lang="id-ID"/>
          </a:p>
        </p:txBody>
      </p:sp>
      <p:sp>
        <p:nvSpPr>
          <p:cNvPr id="78" name="Content Placeholder 7">
            <a:extLst>
              <a:ext uri="{FF2B5EF4-FFF2-40B4-BE49-F238E27FC236}">
                <a16:creationId xmlns:a16="http://schemas.microsoft.com/office/drawing/2014/main" id="{9FF1EF68-B504-2808-3C10-CD23B4468FD6}"/>
              </a:ext>
            </a:extLst>
          </p:cNvPr>
          <p:cNvSpPr txBox="1">
            <a:spLocks/>
          </p:cNvSpPr>
          <p:nvPr/>
        </p:nvSpPr>
        <p:spPr>
          <a:xfrm>
            <a:off x="750430" y="1706563"/>
            <a:ext cx="10382027" cy="30976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3200" dirty="0"/>
              <a:t>Kinerja model kemudian dibandingkan dengan hasil penelitian sejenis yang menggunakan algoritma </a:t>
            </a:r>
            <a:r>
              <a:rPr lang="id-ID" sz="3200" i="1" dirty="0" err="1"/>
              <a:t>boosting</a:t>
            </a:r>
            <a:r>
              <a:rPr lang="id-ID" sz="3200" dirty="0"/>
              <a:t>. Hasil perbandingan menunjukkan bahwa model ini terbukti unggul secara signifikan di semua metrik evaluasi yang digunakan.</a:t>
            </a:r>
          </a:p>
        </p:txBody>
      </p:sp>
    </p:spTree>
    <p:extLst>
      <p:ext uri="{BB962C8B-B14F-4D97-AF65-F5344CB8AC3E}">
        <p14:creationId xmlns:p14="http://schemas.microsoft.com/office/powerpoint/2010/main" val="107879313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C70CC-55A6-2783-607D-C15C6AF6720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B99C968-BEB0-0BBC-3C66-B9884C69699F}"/>
              </a:ext>
            </a:extLst>
          </p:cNvPr>
          <p:cNvSpPr>
            <a:spLocks noGrp="1"/>
          </p:cNvSpPr>
          <p:nvPr>
            <p:ph type="title"/>
          </p:nvPr>
        </p:nvSpPr>
        <p:spPr>
          <a:xfrm>
            <a:off x="824174" y="376751"/>
            <a:ext cx="10678142" cy="639250"/>
          </a:xfrm>
        </p:spPr>
        <p:txBody>
          <a:bodyPr rtlCol="0"/>
          <a:lstStyle/>
          <a:p>
            <a:r>
              <a:rPr lang="id-ID" dirty="0" err="1"/>
              <a:t>Academic</a:t>
            </a:r>
            <a:r>
              <a:rPr lang="id-ID" dirty="0"/>
              <a:t> </a:t>
            </a:r>
            <a:r>
              <a:rPr lang="id-ID" dirty="0" err="1"/>
              <a:t>Benchmark</a:t>
            </a:r>
            <a:endParaRPr lang="id-ID" dirty="0"/>
          </a:p>
        </p:txBody>
      </p:sp>
      <p:sp>
        <p:nvSpPr>
          <p:cNvPr id="3" name="Tampungan Tanggal 2">
            <a:extLst>
              <a:ext uri="{FF2B5EF4-FFF2-40B4-BE49-F238E27FC236}">
                <a16:creationId xmlns:a16="http://schemas.microsoft.com/office/drawing/2014/main" id="{33F8BD61-F2C0-F0BD-EB3B-3DC7CE275CF2}"/>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FE8C7E2E-3FDF-9217-AF6E-2527C6987711}"/>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77</a:t>
            </a:fld>
            <a:endParaRPr lang="id-ID"/>
          </a:p>
        </p:txBody>
      </p:sp>
      <p:graphicFrame>
        <p:nvGraphicFramePr>
          <p:cNvPr id="4" name="Table 3">
            <a:extLst>
              <a:ext uri="{FF2B5EF4-FFF2-40B4-BE49-F238E27FC236}">
                <a16:creationId xmlns:a16="http://schemas.microsoft.com/office/drawing/2014/main" id="{E9C7C6CE-39A5-AAF8-6178-D0808D1BF693}"/>
              </a:ext>
            </a:extLst>
          </p:cNvPr>
          <p:cNvGraphicFramePr>
            <a:graphicFrameLocks noGrp="1"/>
          </p:cNvGraphicFramePr>
          <p:nvPr>
            <p:extLst>
              <p:ext uri="{D42A27DB-BD31-4B8C-83A1-F6EECF244321}">
                <p14:modId xmlns:p14="http://schemas.microsoft.com/office/powerpoint/2010/main" val="3711689269"/>
              </p:ext>
            </p:extLst>
          </p:nvPr>
        </p:nvGraphicFramePr>
        <p:xfrm>
          <a:off x="0" y="0"/>
          <a:ext cx="12191998" cy="6857998"/>
        </p:xfrm>
        <a:graphic>
          <a:graphicData uri="http://schemas.openxmlformats.org/drawingml/2006/table">
            <a:tbl>
              <a:tblPr firstRow="1" firstCol="1" bandRow="1">
                <a:tableStyleId>{5C22544A-7EE6-4342-B048-85BDC9FD1C3A}</a:tableStyleId>
              </a:tblPr>
              <a:tblGrid>
                <a:gridCol w="1658444">
                  <a:extLst>
                    <a:ext uri="{9D8B030D-6E8A-4147-A177-3AD203B41FA5}">
                      <a16:colId xmlns:a16="http://schemas.microsoft.com/office/drawing/2014/main" val="1014150734"/>
                    </a:ext>
                  </a:extLst>
                </a:gridCol>
                <a:gridCol w="1882821">
                  <a:extLst>
                    <a:ext uri="{9D8B030D-6E8A-4147-A177-3AD203B41FA5}">
                      <a16:colId xmlns:a16="http://schemas.microsoft.com/office/drawing/2014/main" val="1286428624"/>
                    </a:ext>
                  </a:extLst>
                </a:gridCol>
                <a:gridCol w="1180421">
                  <a:extLst>
                    <a:ext uri="{9D8B030D-6E8A-4147-A177-3AD203B41FA5}">
                      <a16:colId xmlns:a16="http://schemas.microsoft.com/office/drawing/2014/main" val="3741914131"/>
                    </a:ext>
                  </a:extLst>
                </a:gridCol>
                <a:gridCol w="1180421">
                  <a:extLst>
                    <a:ext uri="{9D8B030D-6E8A-4147-A177-3AD203B41FA5}">
                      <a16:colId xmlns:a16="http://schemas.microsoft.com/office/drawing/2014/main" val="288675918"/>
                    </a:ext>
                  </a:extLst>
                </a:gridCol>
                <a:gridCol w="1392605">
                  <a:extLst>
                    <a:ext uri="{9D8B030D-6E8A-4147-A177-3AD203B41FA5}">
                      <a16:colId xmlns:a16="http://schemas.microsoft.com/office/drawing/2014/main" val="1389628"/>
                    </a:ext>
                  </a:extLst>
                </a:gridCol>
                <a:gridCol w="1204810">
                  <a:extLst>
                    <a:ext uri="{9D8B030D-6E8A-4147-A177-3AD203B41FA5}">
                      <a16:colId xmlns:a16="http://schemas.microsoft.com/office/drawing/2014/main" val="3600078989"/>
                    </a:ext>
                  </a:extLst>
                </a:gridCol>
                <a:gridCol w="1177983">
                  <a:extLst>
                    <a:ext uri="{9D8B030D-6E8A-4147-A177-3AD203B41FA5}">
                      <a16:colId xmlns:a16="http://schemas.microsoft.com/office/drawing/2014/main" val="4251484340"/>
                    </a:ext>
                  </a:extLst>
                </a:gridCol>
                <a:gridCol w="1180421">
                  <a:extLst>
                    <a:ext uri="{9D8B030D-6E8A-4147-A177-3AD203B41FA5}">
                      <a16:colId xmlns:a16="http://schemas.microsoft.com/office/drawing/2014/main" val="2134524212"/>
                    </a:ext>
                  </a:extLst>
                </a:gridCol>
                <a:gridCol w="1334072">
                  <a:extLst>
                    <a:ext uri="{9D8B030D-6E8A-4147-A177-3AD203B41FA5}">
                      <a16:colId xmlns:a16="http://schemas.microsoft.com/office/drawing/2014/main" val="1412326828"/>
                    </a:ext>
                  </a:extLst>
                </a:gridCol>
              </a:tblGrid>
              <a:tr h="1048849">
                <a:tc>
                  <a:txBody>
                    <a:bodyPr/>
                    <a:lstStyle/>
                    <a:p>
                      <a:pPr algn="l">
                        <a:lnSpc>
                          <a:spcPct val="100000"/>
                        </a:lnSpc>
                        <a:buNone/>
                      </a:pPr>
                      <a:r>
                        <a:rPr lang="id-ID" sz="2000" kern="100" spc="0" baseline="0" dirty="0"/>
                        <a:t>Penulis &amp; Tahun</a:t>
                      </a:r>
                    </a:p>
                  </a:txBody>
                  <a:tcPr marL="68580" marR="68580" marT="0" marB="0" anchor="ctr"/>
                </a:tc>
                <a:tc>
                  <a:txBody>
                    <a:bodyPr/>
                    <a:lstStyle/>
                    <a:p>
                      <a:pPr algn="l">
                        <a:lnSpc>
                          <a:spcPct val="100000"/>
                        </a:lnSpc>
                        <a:buNone/>
                      </a:pPr>
                      <a:r>
                        <a:rPr lang="id-ID" sz="2000" kern="100" spc="0" baseline="0"/>
                        <a:t>Model</a:t>
                      </a:r>
                    </a:p>
                  </a:txBody>
                  <a:tcPr marL="68580" marR="68580" marT="0" marB="0" anchor="ctr"/>
                </a:tc>
                <a:tc>
                  <a:txBody>
                    <a:bodyPr/>
                    <a:lstStyle/>
                    <a:p>
                      <a:pPr algn="l">
                        <a:lnSpc>
                          <a:spcPct val="100000"/>
                        </a:lnSpc>
                        <a:buNone/>
                      </a:pPr>
                      <a:r>
                        <a:rPr lang="id-ID" sz="2000" kern="100" spc="0" baseline="0"/>
                        <a:t>Brier Score</a:t>
                      </a:r>
                    </a:p>
                  </a:txBody>
                  <a:tcPr marL="68580" marR="68580" marT="0" marB="0" anchor="ctr"/>
                </a:tc>
                <a:tc>
                  <a:txBody>
                    <a:bodyPr/>
                    <a:lstStyle/>
                    <a:p>
                      <a:pPr algn="l">
                        <a:lnSpc>
                          <a:spcPct val="100000"/>
                        </a:lnSpc>
                        <a:buNone/>
                      </a:pPr>
                      <a:r>
                        <a:rPr lang="id-ID" sz="2000" kern="100" spc="0" baseline="0"/>
                        <a:t>ROC AUC</a:t>
                      </a:r>
                    </a:p>
                  </a:txBody>
                  <a:tcPr marL="68580" marR="68580" marT="0" marB="0" anchor="ctr"/>
                </a:tc>
                <a:tc>
                  <a:txBody>
                    <a:bodyPr/>
                    <a:lstStyle/>
                    <a:p>
                      <a:pPr algn="l">
                        <a:lnSpc>
                          <a:spcPct val="100000"/>
                        </a:lnSpc>
                        <a:buNone/>
                      </a:pPr>
                      <a:r>
                        <a:rPr lang="id-ID" sz="2000" kern="100" spc="0" baseline="0"/>
                        <a:t>Akurasi</a:t>
                      </a:r>
                    </a:p>
                  </a:txBody>
                  <a:tcPr marL="68580" marR="68580" marT="0" marB="0" anchor="ctr"/>
                </a:tc>
                <a:tc>
                  <a:txBody>
                    <a:bodyPr/>
                    <a:lstStyle/>
                    <a:p>
                      <a:pPr algn="l">
                        <a:lnSpc>
                          <a:spcPct val="100000"/>
                        </a:lnSpc>
                        <a:buNone/>
                      </a:pPr>
                      <a:r>
                        <a:rPr lang="id-ID" sz="2000" kern="100" spc="0" baseline="0"/>
                        <a:t>Presisi</a:t>
                      </a:r>
                    </a:p>
                  </a:txBody>
                  <a:tcPr marL="68580" marR="68580" marT="0" marB="0" anchor="ctr"/>
                </a:tc>
                <a:tc>
                  <a:txBody>
                    <a:bodyPr/>
                    <a:lstStyle/>
                    <a:p>
                      <a:pPr algn="l">
                        <a:lnSpc>
                          <a:spcPct val="100000"/>
                        </a:lnSpc>
                        <a:buNone/>
                      </a:pPr>
                      <a:r>
                        <a:rPr lang="id-ID" sz="2000" kern="100" spc="0" baseline="0"/>
                        <a:t>Recall</a:t>
                      </a:r>
                    </a:p>
                  </a:txBody>
                  <a:tcPr marL="68580" marR="68580" marT="0" marB="0" anchor="ctr"/>
                </a:tc>
                <a:tc>
                  <a:txBody>
                    <a:bodyPr/>
                    <a:lstStyle/>
                    <a:p>
                      <a:pPr algn="l">
                        <a:lnSpc>
                          <a:spcPct val="100000"/>
                        </a:lnSpc>
                        <a:buNone/>
                      </a:pPr>
                      <a:r>
                        <a:rPr lang="id-ID" sz="2000" kern="100" spc="0" baseline="0"/>
                        <a:t>F1-Score</a:t>
                      </a:r>
                    </a:p>
                  </a:txBody>
                  <a:tcPr marL="68580" marR="68580" marT="0" marB="0" anchor="ctr"/>
                </a:tc>
                <a:tc>
                  <a:txBody>
                    <a:bodyPr/>
                    <a:lstStyle/>
                    <a:p>
                      <a:pPr algn="l">
                        <a:lnSpc>
                          <a:spcPct val="100000"/>
                        </a:lnSpc>
                        <a:buNone/>
                      </a:pPr>
                      <a:r>
                        <a:rPr lang="id-ID" sz="2000" kern="100" spc="0" baseline="0"/>
                        <a:t>Log-Loss</a:t>
                      </a:r>
                    </a:p>
                  </a:txBody>
                  <a:tcPr marL="68580" marR="68580" marT="0" marB="0" anchor="ctr"/>
                </a:tc>
                <a:extLst>
                  <a:ext uri="{0D108BD9-81ED-4DB2-BD59-A6C34878D82A}">
                    <a16:rowId xmlns:a16="http://schemas.microsoft.com/office/drawing/2014/main" val="1452682662"/>
                  </a:ext>
                </a:extLst>
              </a:tr>
              <a:tr h="1048849">
                <a:tc>
                  <a:txBody>
                    <a:bodyPr/>
                    <a:lstStyle/>
                    <a:p>
                      <a:pPr algn="l">
                        <a:lnSpc>
                          <a:spcPct val="100000"/>
                        </a:lnSpc>
                        <a:buNone/>
                      </a:pPr>
                      <a:r>
                        <a:rPr lang="id-ID" sz="2000" kern="100" spc="0" baseline="0"/>
                        <a:t>Eggels et al. (2016)</a:t>
                      </a:r>
                    </a:p>
                  </a:txBody>
                  <a:tcPr marL="68580" marR="68580" marT="0" marB="0" anchor="ctr"/>
                </a:tc>
                <a:tc>
                  <a:txBody>
                    <a:bodyPr/>
                    <a:lstStyle/>
                    <a:p>
                      <a:pPr algn="l">
                        <a:lnSpc>
                          <a:spcPct val="100000"/>
                        </a:lnSpc>
                        <a:buNone/>
                      </a:pPr>
                      <a:r>
                        <a:rPr lang="id-ID" sz="2000" kern="100" spc="0" baseline="0"/>
                        <a:t>Ada-Boost</a:t>
                      </a:r>
                    </a:p>
                  </a:txBody>
                  <a:tcPr marL="68580" marR="68580" marT="0" marB="0" anchor="ctr"/>
                </a:tc>
                <a:tc>
                  <a:txBody>
                    <a:bodyPr/>
                    <a:lstStyle/>
                    <a:p>
                      <a:pPr algn="l">
                        <a:lnSpc>
                          <a:spcPct val="100000"/>
                        </a:lnSpc>
                        <a:buNone/>
                      </a:pPr>
                      <a:r>
                        <a:rPr lang="id-ID" sz="2000" kern="100" spc="0" baseline="0" dirty="0"/>
                        <a:t>–</a:t>
                      </a:r>
                    </a:p>
                  </a:txBody>
                  <a:tcPr marL="68580" marR="68580" marT="0" marB="0" anchor="ctr"/>
                </a:tc>
                <a:tc>
                  <a:txBody>
                    <a:bodyPr/>
                    <a:lstStyle/>
                    <a:p>
                      <a:pPr algn="l">
                        <a:lnSpc>
                          <a:spcPct val="100000"/>
                        </a:lnSpc>
                        <a:buNone/>
                      </a:pPr>
                      <a:r>
                        <a:rPr lang="id-ID" sz="2000" kern="100" spc="0" baseline="0"/>
                        <a:t>0,670</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0,624</a:t>
                      </a:r>
                    </a:p>
                  </a:txBody>
                  <a:tcPr marL="68580" marR="68580" marT="0" marB="0" anchor="ctr"/>
                </a:tc>
                <a:tc>
                  <a:txBody>
                    <a:bodyPr/>
                    <a:lstStyle/>
                    <a:p>
                      <a:pPr algn="l">
                        <a:lnSpc>
                          <a:spcPct val="100000"/>
                        </a:lnSpc>
                        <a:buNone/>
                      </a:pPr>
                      <a:r>
                        <a:rPr lang="id-ID" sz="2000" kern="100" spc="0" baseline="0"/>
                        <a:t>0,773</a:t>
                      </a:r>
                    </a:p>
                  </a:txBody>
                  <a:tcPr marL="68580" marR="68580" marT="0" marB="0" anchor="ctr"/>
                </a:tc>
                <a:tc>
                  <a:txBody>
                    <a:bodyPr/>
                    <a:lstStyle/>
                    <a:p>
                      <a:pPr algn="l">
                        <a:lnSpc>
                          <a:spcPct val="100000"/>
                        </a:lnSpc>
                        <a:buNone/>
                      </a:pPr>
                      <a:r>
                        <a:rPr lang="id-ID" sz="2000" kern="100" spc="0" baseline="0"/>
                        <a:t>0,688</a:t>
                      </a:r>
                    </a:p>
                  </a:txBody>
                  <a:tcPr marL="68580" marR="68580" marT="0" marB="0" anchor="ctr"/>
                </a:tc>
                <a:tc>
                  <a:txBody>
                    <a:bodyPr/>
                    <a:lstStyle/>
                    <a:p>
                      <a:pPr algn="l">
                        <a:lnSpc>
                          <a:spcPct val="100000"/>
                        </a:lnSpc>
                        <a:buNone/>
                      </a:pPr>
                      <a:r>
                        <a:rPr lang="id-ID" sz="2000" kern="100" spc="0" baseline="0"/>
                        <a:t>–</a:t>
                      </a:r>
                    </a:p>
                  </a:txBody>
                  <a:tcPr marL="68580" marR="68580" marT="0" marB="0" anchor="ctr"/>
                </a:tc>
                <a:extLst>
                  <a:ext uri="{0D108BD9-81ED-4DB2-BD59-A6C34878D82A}">
                    <a16:rowId xmlns:a16="http://schemas.microsoft.com/office/drawing/2014/main" val="734325648"/>
                  </a:ext>
                </a:extLst>
              </a:tr>
              <a:tr h="1048849">
                <a:tc>
                  <a:txBody>
                    <a:bodyPr/>
                    <a:lstStyle/>
                    <a:p>
                      <a:pPr algn="l">
                        <a:lnSpc>
                          <a:spcPct val="100000"/>
                        </a:lnSpc>
                        <a:buNone/>
                      </a:pPr>
                      <a:r>
                        <a:rPr lang="id-ID" sz="2000" kern="100" spc="0" baseline="0" dirty="0" err="1"/>
                        <a:t>Anzer</a:t>
                      </a:r>
                      <a:r>
                        <a:rPr lang="id-ID" sz="2000" kern="100" spc="0" baseline="0" dirty="0"/>
                        <a:t> &amp; </a:t>
                      </a:r>
                      <a:r>
                        <a:rPr lang="id-ID" sz="2000" kern="100" spc="0" baseline="0" dirty="0" err="1"/>
                        <a:t>Bauer</a:t>
                      </a:r>
                      <a:r>
                        <a:rPr lang="id-ID" sz="2000" kern="100" spc="0" baseline="0" dirty="0"/>
                        <a:t> (2021)</a:t>
                      </a:r>
                    </a:p>
                  </a:txBody>
                  <a:tcPr marL="68580" marR="68580" marT="0" marB="0" anchor="ctr"/>
                </a:tc>
                <a:tc>
                  <a:txBody>
                    <a:bodyPr/>
                    <a:lstStyle/>
                    <a:p>
                      <a:pPr algn="l">
                        <a:lnSpc>
                          <a:spcPct val="100000"/>
                        </a:lnSpc>
                        <a:buNone/>
                      </a:pPr>
                      <a:r>
                        <a:rPr lang="id-ID" sz="2000" kern="100" spc="0" baseline="0"/>
                        <a:t>Gradient Boosting Machine</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0,822</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0,646</a:t>
                      </a:r>
                    </a:p>
                  </a:txBody>
                  <a:tcPr marL="68580" marR="68580" marT="0" marB="0" anchor="ctr"/>
                </a:tc>
                <a:tc>
                  <a:txBody>
                    <a:bodyPr/>
                    <a:lstStyle/>
                    <a:p>
                      <a:pPr algn="l">
                        <a:lnSpc>
                          <a:spcPct val="100000"/>
                        </a:lnSpc>
                        <a:buNone/>
                      </a:pPr>
                      <a:r>
                        <a:rPr lang="id-ID" sz="2000" kern="100" spc="0" baseline="0"/>
                        <a:t>0,181</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a:t>
                      </a:r>
                    </a:p>
                  </a:txBody>
                  <a:tcPr marL="68580" marR="68580" marT="0" marB="0" anchor="ctr"/>
                </a:tc>
                <a:extLst>
                  <a:ext uri="{0D108BD9-81ED-4DB2-BD59-A6C34878D82A}">
                    <a16:rowId xmlns:a16="http://schemas.microsoft.com/office/drawing/2014/main" val="33056034"/>
                  </a:ext>
                </a:extLst>
              </a:tr>
              <a:tr h="1048849">
                <a:tc>
                  <a:txBody>
                    <a:bodyPr/>
                    <a:lstStyle/>
                    <a:p>
                      <a:pPr algn="l">
                        <a:lnSpc>
                          <a:spcPct val="100000"/>
                        </a:lnSpc>
                        <a:buNone/>
                      </a:pPr>
                      <a:r>
                        <a:rPr lang="id-ID" sz="2000" kern="100" spc="0" baseline="0" dirty="0" err="1"/>
                        <a:t>Cavus</a:t>
                      </a:r>
                      <a:r>
                        <a:rPr lang="id-ID" sz="2000" kern="100" spc="0" baseline="0" dirty="0"/>
                        <a:t> &amp; </a:t>
                      </a:r>
                      <a:r>
                        <a:rPr lang="id-ID" sz="2000" kern="100" spc="0" baseline="0" dirty="0" err="1"/>
                        <a:t>Biecek</a:t>
                      </a:r>
                      <a:r>
                        <a:rPr lang="id-ID" sz="2000" kern="100" spc="0" baseline="0" dirty="0"/>
                        <a:t> (2022)</a:t>
                      </a:r>
                    </a:p>
                  </a:txBody>
                  <a:tcPr marL="68580" marR="68580" marT="0" marB="0" anchor="ctr"/>
                </a:tc>
                <a:tc>
                  <a:txBody>
                    <a:bodyPr/>
                    <a:lstStyle/>
                    <a:p>
                      <a:pPr algn="l">
                        <a:lnSpc>
                          <a:spcPct val="100000"/>
                        </a:lnSpc>
                        <a:buNone/>
                      </a:pPr>
                      <a:r>
                        <a:rPr lang="id-ID" sz="2000" kern="100" spc="0" baseline="0"/>
                        <a:t>LightGBM</a:t>
                      </a:r>
                    </a:p>
                  </a:txBody>
                  <a:tcPr marL="68580" marR="68580" marT="0" marB="0" anchor="ctr"/>
                </a:tc>
                <a:tc>
                  <a:txBody>
                    <a:bodyPr/>
                    <a:lstStyle/>
                    <a:p>
                      <a:pPr algn="l">
                        <a:lnSpc>
                          <a:spcPct val="100000"/>
                        </a:lnSpc>
                        <a:buNone/>
                      </a:pPr>
                      <a:r>
                        <a:rPr lang="id-ID" sz="2000" kern="100" spc="0" baseline="0"/>
                        <a:t>0,173</a:t>
                      </a:r>
                    </a:p>
                  </a:txBody>
                  <a:tcPr marL="68580" marR="68580" marT="0" marB="0" anchor="ctr"/>
                </a:tc>
                <a:tc>
                  <a:txBody>
                    <a:bodyPr/>
                    <a:lstStyle/>
                    <a:p>
                      <a:pPr algn="l">
                        <a:lnSpc>
                          <a:spcPct val="100000"/>
                        </a:lnSpc>
                        <a:buNone/>
                      </a:pPr>
                      <a:r>
                        <a:rPr lang="id-ID" sz="2000" kern="100" spc="0" baseline="0"/>
                        <a:t>0,818</a:t>
                      </a:r>
                    </a:p>
                  </a:txBody>
                  <a:tcPr marL="68580" marR="68580" marT="0" marB="0" anchor="ctr"/>
                </a:tc>
                <a:tc>
                  <a:txBody>
                    <a:bodyPr/>
                    <a:lstStyle/>
                    <a:p>
                      <a:pPr algn="l">
                        <a:lnSpc>
                          <a:spcPct val="100000"/>
                        </a:lnSpc>
                        <a:buNone/>
                      </a:pPr>
                      <a:r>
                        <a:rPr lang="id-ID" sz="2000" kern="100" spc="0" baseline="0"/>
                        <a:t>0,904</a:t>
                      </a:r>
                    </a:p>
                  </a:txBody>
                  <a:tcPr marL="68580" marR="68580" marT="0" marB="0" anchor="ctr"/>
                </a:tc>
                <a:tc>
                  <a:txBody>
                    <a:bodyPr/>
                    <a:lstStyle/>
                    <a:p>
                      <a:pPr algn="l">
                        <a:lnSpc>
                          <a:spcPct val="100000"/>
                        </a:lnSpc>
                        <a:buNone/>
                      </a:pPr>
                      <a:r>
                        <a:rPr lang="id-ID" sz="2000" kern="100" spc="0" baseline="0"/>
                        <a:t>0,748</a:t>
                      </a:r>
                    </a:p>
                  </a:txBody>
                  <a:tcPr marL="68580" marR="68580" marT="0" marB="0" anchor="ctr"/>
                </a:tc>
                <a:tc>
                  <a:txBody>
                    <a:bodyPr/>
                    <a:lstStyle/>
                    <a:p>
                      <a:pPr algn="l">
                        <a:lnSpc>
                          <a:spcPct val="100000"/>
                        </a:lnSpc>
                        <a:buNone/>
                      </a:pPr>
                      <a:r>
                        <a:rPr lang="id-ID" sz="2000" kern="100" spc="0" baseline="0"/>
                        <a:t>0,721</a:t>
                      </a:r>
                    </a:p>
                  </a:txBody>
                  <a:tcPr marL="68580" marR="68580" marT="0" marB="0" anchor="ctr"/>
                </a:tc>
                <a:tc>
                  <a:txBody>
                    <a:bodyPr/>
                    <a:lstStyle/>
                    <a:p>
                      <a:pPr algn="l">
                        <a:lnSpc>
                          <a:spcPct val="100000"/>
                        </a:lnSpc>
                        <a:buNone/>
                      </a:pPr>
                      <a:r>
                        <a:rPr lang="id-ID" sz="2000" kern="100" spc="0" baseline="0"/>
                        <a:t>0,734</a:t>
                      </a:r>
                    </a:p>
                  </a:txBody>
                  <a:tcPr marL="68580" marR="68580" marT="0" marB="0" anchor="ctr"/>
                </a:tc>
                <a:tc>
                  <a:txBody>
                    <a:bodyPr/>
                    <a:lstStyle/>
                    <a:p>
                      <a:pPr algn="l">
                        <a:lnSpc>
                          <a:spcPct val="100000"/>
                        </a:lnSpc>
                        <a:buNone/>
                      </a:pPr>
                      <a:r>
                        <a:rPr lang="id-ID" sz="2000" kern="100" spc="0" baseline="0" dirty="0"/>
                        <a:t>0,520</a:t>
                      </a:r>
                    </a:p>
                  </a:txBody>
                  <a:tcPr marL="68580" marR="68580" marT="0" marB="0" anchor="ctr"/>
                </a:tc>
                <a:extLst>
                  <a:ext uri="{0D108BD9-81ED-4DB2-BD59-A6C34878D82A}">
                    <a16:rowId xmlns:a16="http://schemas.microsoft.com/office/drawing/2014/main" val="4279734819"/>
                  </a:ext>
                </a:extLst>
              </a:tr>
              <a:tr h="1048849">
                <a:tc>
                  <a:txBody>
                    <a:bodyPr/>
                    <a:lstStyle/>
                    <a:p>
                      <a:pPr algn="l">
                        <a:lnSpc>
                          <a:spcPct val="100000"/>
                        </a:lnSpc>
                        <a:buNone/>
                      </a:pPr>
                      <a:r>
                        <a:rPr lang="id-ID" sz="2000" kern="100" spc="0" baseline="0"/>
                        <a:t>Mead et al. (2023)</a:t>
                      </a:r>
                    </a:p>
                  </a:txBody>
                  <a:tcPr marL="68580" marR="68580" marT="0" marB="0" anchor="ctr"/>
                </a:tc>
                <a:tc>
                  <a:txBody>
                    <a:bodyPr/>
                    <a:lstStyle/>
                    <a:p>
                      <a:pPr algn="l">
                        <a:lnSpc>
                          <a:spcPct val="100000"/>
                        </a:lnSpc>
                        <a:buNone/>
                      </a:pPr>
                      <a:r>
                        <a:rPr lang="id-ID" sz="2000" kern="100" spc="0" baseline="0" dirty="0" err="1"/>
                        <a:t>XGBoost</a:t>
                      </a:r>
                      <a:endParaRPr lang="id-ID" sz="2000" kern="100" spc="0" baseline="0" dirty="0"/>
                    </a:p>
                  </a:txBody>
                  <a:tcPr marL="68580" marR="68580" marT="0" marB="0" anchor="ctr"/>
                </a:tc>
                <a:tc>
                  <a:txBody>
                    <a:bodyPr/>
                    <a:lstStyle/>
                    <a:p>
                      <a:pPr algn="l">
                        <a:lnSpc>
                          <a:spcPct val="100000"/>
                        </a:lnSpc>
                        <a:buNone/>
                      </a:pPr>
                      <a:r>
                        <a:rPr lang="id-ID" sz="2000" kern="100" spc="0" baseline="0"/>
                        <a:t>0,0799</a:t>
                      </a:r>
                    </a:p>
                  </a:txBody>
                  <a:tcPr marL="68580" marR="68580" marT="0" marB="0" anchor="ctr"/>
                </a:tc>
                <a:tc>
                  <a:txBody>
                    <a:bodyPr/>
                    <a:lstStyle/>
                    <a:p>
                      <a:pPr algn="l">
                        <a:lnSpc>
                          <a:spcPct val="100000"/>
                        </a:lnSpc>
                        <a:buNone/>
                      </a:pPr>
                      <a:r>
                        <a:rPr lang="id-ID" sz="2000" kern="100" spc="0" baseline="0"/>
                        <a:t>0,8</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dirty="0"/>
                        <a:t>0,28184</a:t>
                      </a:r>
                    </a:p>
                  </a:txBody>
                  <a:tcPr marL="68580" marR="68580" marT="0" marB="0" anchor="ctr"/>
                </a:tc>
                <a:extLst>
                  <a:ext uri="{0D108BD9-81ED-4DB2-BD59-A6C34878D82A}">
                    <a16:rowId xmlns:a16="http://schemas.microsoft.com/office/drawing/2014/main" val="1692878202"/>
                  </a:ext>
                </a:extLst>
              </a:tr>
              <a:tr h="564904">
                <a:tc>
                  <a:txBody>
                    <a:bodyPr/>
                    <a:lstStyle/>
                    <a:p>
                      <a:pPr algn="l">
                        <a:lnSpc>
                          <a:spcPct val="100000"/>
                        </a:lnSpc>
                        <a:buNone/>
                      </a:pPr>
                      <a:r>
                        <a:rPr lang="id-ID" sz="2000" kern="100" spc="0" baseline="0"/>
                        <a:t>Senn (2024)</a:t>
                      </a:r>
                    </a:p>
                  </a:txBody>
                  <a:tcPr marL="68580" marR="68580" marT="0" marB="0" anchor="ctr"/>
                </a:tc>
                <a:tc>
                  <a:txBody>
                    <a:bodyPr/>
                    <a:lstStyle/>
                    <a:p>
                      <a:pPr algn="l">
                        <a:lnSpc>
                          <a:spcPct val="100000"/>
                        </a:lnSpc>
                        <a:buNone/>
                      </a:pPr>
                      <a:r>
                        <a:rPr lang="id-ID" sz="2000" kern="100" spc="0" baseline="0" dirty="0" err="1"/>
                        <a:t>XGBoost</a:t>
                      </a:r>
                      <a:endParaRPr lang="id-ID" sz="2000" kern="100" spc="0" baseline="0" dirty="0"/>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0,718</a:t>
                      </a:r>
                    </a:p>
                  </a:txBody>
                  <a:tcPr marL="68580" marR="68580" marT="0" marB="0" anchor="ctr"/>
                </a:tc>
                <a:tc>
                  <a:txBody>
                    <a:bodyPr/>
                    <a:lstStyle/>
                    <a:p>
                      <a:pPr algn="l">
                        <a:lnSpc>
                          <a:spcPct val="100000"/>
                        </a:lnSpc>
                        <a:buNone/>
                      </a:pPr>
                      <a:r>
                        <a:rPr lang="id-ID" sz="2000" kern="100" spc="0" baseline="0"/>
                        <a:t>0,891</a:t>
                      </a:r>
                    </a:p>
                  </a:txBody>
                  <a:tcPr marL="68580" marR="68580" marT="0" marB="0" anchor="ctr"/>
                </a:tc>
                <a:tc>
                  <a:txBody>
                    <a:bodyPr/>
                    <a:lstStyle/>
                    <a:p>
                      <a:pPr algn="l">
                        <a:lnSpc>
                          <a:spcPct val="100000"/>
                        </a:lnSpc>
                        <a:buNone/>
                      </a:pPr>
                      <a:r>
                        <a:rPr lang="id-ID" sz="2000" kern="100" spc="0" baseline="0"/>
                        <a:t>0,536</a:t>
                      </a:r>
                    </a:p>
                  </a:txBody>
                  <a:tcPr marL="68580" marR="68580" marT="0" marB="0" anchor="ctr"/>
                </a:tc>
                <a:tc>
                  <a:txBody>
                    <a:bodyPr/>
                    <a:lstStyle/>
                    <a:p>
                      <a:pPr algn="l">
                        <a:lnSpc>
                          <a:spcPct val="100000"/>
                        </a:lnSpc>
                        <a:buNone/>
                      </a:pPr>
                      <a:r>
                        <a:rPr lang="id-ID" sz="2000" kern="100" spc="0" baseline="0"/>
                        <a:t>0,071</a:t>
                      </a:r>
                    </a:p>
                  </a:txBody>
                  <a:tcPr marL="68580" marR="68580" marT="0" marB="0" anchor="ctr"/>
                </a:tc>
                <a:tc>
                  <a:txBody>
                    <a:bodyPr/>
                    <a:lstStyle/>
                    <a:p>
                      <a:pPr algn="l">
                        <a:lnSpc>
                          <a:spcPct val="100000"/>
                        </a:lnSpc>
                        <a:buNone/>
                      </a:pPr>
                      <a:r>
                        <a:rPr lang="id-ID" sz="2000" kern="100" spc="0" baseline="0"/>
                        <a:t>0,125</a:t>
                      </a:r>
                    </a:p>
                  </a:txBody>
                  <a:tcPr marL="68580" marR="68580" marT="0" marB="0" anchor="ctr"/>
                </a:tc>
                <a:tc>
                  <a:txBody>
                    <a:bodyPr/>
                    <a:lstStyle/>
                    <a:p>
                      <a:pPr algn="l">
                        <a:lnSpc>
                          <a:spcPct val="100000"/>
                        </a:lnSpc>
                        <a:buNone/>
                      </a:pPr>
                      <a:r>
                        <a:rPr lang="id-ID" sz="2000" kern="100" spc="0" baseline="0"/>
                        <a:t>–</a:t>
                      </a:r>
                    </a:p>
                  </a:txBody>
                  <a:tcPr marL="68580" marR="68580" marT="0" marB="0" anchor="ctr"/>
                </a:tc>
                <a:extLst>
                  <a:ext uri="{0D108BD9-81ED-4DB2-BD59-A6C34878D82A}">
                    <a16:rowId xmlns:a16="http://schemas.microsoft.com/office/drawing/2014/main" val="3016004165"/>
                  </a:ext>
                </a:extLst>
              </a:tr>
              <a:tr h="1048849">
                <a:tc>
                  <a:txBody>
                    <a:bodyPr/>
                    <a:lstStyle/>
                    <a:p>
                      <a:pPr algn="l">
                        <a:lnSpc>
                          <a:spcPct val="100000"/>
                        </a:lnSpc>
                        <a:buNone/>
                      </a:pPr>
                      <a:r>
                        <a:rPr lang="id-ID" sz="2000" b="1" kern="100" spc="0" baseline="0" dirty="0"/>
                        <a:t>Model Penelitian</a:t>
                      </a:r>
                    </a:p>
                  </a:txBody>
                  <a:tcPr marL="68580" marR="68580" marT="0" marB="0" anchor="ctr"/>
                </a:tc>
                <a:tc>
                  <a:txBody>
                    <a:bodyPr/>
                    <a:lstStyle/>
                    <a:p>
                      <a:pPr algn="l">
                        <a:lnSpc>
                          <a:spcPct val="100000"/>
                        </a:lnSpc>
                        <a:buNone/>
                      </a:pPr>
                      <a:r>
                        <a:rPr lang="id-ID" sz="2000" b="1" kern="100" spc="0" baseline="0" dirty="0" err="1"/>
                        <a:t>LightGBM</a:t>
                      </a:r>
                      <a:r>
                        <a:rPr lang="id-ID" sz="2000" b="1" kern="100" spc="0" baseline="0" dirty="0"/>
                        <a:t> (</a:t>
                      </a:r>
                      <a:r>
                        <a:rPr lang="id-ID" sz="2000" b="1" kern="100" spc="0" baseline="0" dirty="0" err="1"/>
                        <a:t>with</a:t>
                      </a:r>
                      <a:r>
                        <a:rPr lang="id-ID" sz="2000" b="1" kern="100" spc="0" baseline="0" dirty="0"/>
                        <a:t> </a:t>
                      </a:r>
                      <a:r>
                        <a:rPr lang="id-ID" sz="2000" b="1" kern="100" spc="0" baseline="0" dirty="0" err="1"/>
                        <a:t>Calibration</a:t>
                      </a:r>
                      <a:r>
                        <a:rPr lang="id-ID" sz="2000" b="1" kern="100" spc="0" baseline="0" dirty="0"/>
                        <a:t>)</a:t>
                      </a:r>
                    </a:p>
                  </a:txBody>
                  <a:tcPr marL="68580" marR="68580" marT="0" marB="0" anchor="ctr"/>
                </a:tc>
                <a:tc>
                  <a:txBody>
                    <a:bodyPr/>
                    <a:lstStyle/>
                    <a:p>
                      <a:pPr algn="l">
                        <a:lnSpc>
                          <a:spcPct val="100000"/>
                        </a:lnSpc>
                        <a:buNone/>
                      </a:pPr>
                      <a:r>
                        <a:rPr lang="id-ID" sz="2000" b="1" kern="100" spc="0" baseline="0" dirty="0"/>
                        <a:t>0,0621</a:t>
                      </a:r>
                    </a:p>
                  </a:txBody>
                  <a:tcPr marL="68580" marR="68580" marT="0" marB="0" anchor="ctr"/>
                </a:tc>
                <a:tc>
                  <a:txBody>
                    <a:bodyPr/>
                    <a:lstStyle/>
                    <a:p>
                      <a:pPr algn="l">
                        <a:lnSpc>
                          <a:spcPct val="100000"/>
                        </a:lnSpc>
                        <a:buNone/>
                      </a:pPr>
                      <a:r>
                        <a:rPr lang="id-ID" sz="2000" b="1" kern="100" spc="0" baseline="0" dirty="0"/>
                        <a:t>0,9209</a:t>
                      </a:r>
                    </a:p>
                  </a:txBody>
                  <a:tcPr marL="68580" marR="68580" marT="0" marB="0" anchor="ctr"/>
                </a:tc>
                <a:tc>
                  <a:txBody>
                    <a:bodyPr/>
                    <a:lstStyle/>
                    <a:p>
                      <a:pPr algn="l">
                        <a:lnSpc>
                          <a:spcPct val="100000"/>
                        </a:lnSpc>
                        <a:buNone/>
                      </a:pPr>
                      <a:r>
                        <a:rPr lang="id-ID" sz="2000" b="1" kern="100" spc="0" baseline="0" dirty="0"/>
                        <a:t>0,9113</a:t>
                      </a:r>
                    </a:p>
                  </a:txBody>
                  <a:tcPr marL="68580" marR="68580" marT="0" marB="0" anchor="ctr"/>
                </a:tc>
                <a:tc>
                  <a:txBody>
                    <a:bodyPr/>
                    <a:lstStyle/>
                    <a:p>
                      <a:pPr algn="l">
                        <a:lnSpc>
                          <a:spcPct val="100000"/>
                        </a:lnSpc>
                        <a:buNone/>
                      </a:pPr>
                      <a:r>
                        <a:rPr lang="id-ID" sz="2000" b="1" kern="100" spc="0" baseline="0" dirty="0"/>
                        <a:t>0,8996</a:t>
                      </a:r>
                    </a:p>
                  </a:txBody>
                  <a:tcPr marL="68580" marR="68580" marT="0" marB="0" anchor="ctr"/>
                </a:tc>
                <a:tc>
                  <a:txBody>
                    <a:bodyPr/>
                    <a:lstStyle/>
                    <a:p>
                      <a:pPr algn="l">
                        <a:lnSpc>
                          <a:spcPct val="100000"/>
                        </a:lnSpc>
                        <a:buNone/>
                      </a:pPr>
                      <a:r>
                        <a:rPr lang="id-ID" sz="2000" b="1" kern="100" spc="0" baseline="0" dirty="0"/>
                        <a:t>0,9113</a:t>
                      </a:r>
                    </a:p>
                  </a:txBody>
                  <a:tcPr marL="68580" marR="68580" marT="0" marB="0" anchor="ctr"/>
                </a:tc>
                <a:tc>
                  <a:txBody>
                    <a:bodyPr/>
                    <a:lstStyle/>
                    <a:p>
                      <a:pPr algn="l">
                        <a:lnSpc>
                          <a:spcPct val="100000"/>
                        </a:lnSpc>
                        <a:buNone/>
                      </a:pPr>
                      <a:r>
                        <a:rPr lang="id-ID" sz="2000" b="1" kern="100" spc="0" baseline="0" dirty="0"/>
                        <a:t>0,9010</a:t>
                      </a:r>
                    </a:p>
                  </a:txBody>
                  <a:tcPr marL="68580" marR="68580" marT="0" marB="0" anchor="ctr"/>
                </a:tc>
                <a:tc>
                  <a:txBody>
                    <a:bodyPr/>
                    <a:lstStyle/>
                    <a:p>
                      <a:pPr algn="l">
                        <a:lnSpc>
                          <a:spcPct val="100000"/>
                        </a:lnSpc>
                        <a:buNone/>
                      </a:pPr>
                      <a:r>
                        <a:rPr lang="id-ID" sz="2000" b="1" kern="100" spc="0" baseline="0" dirty="0"/>
                        <a:t>0,21</a:t>
                      </a:r>
                    </a:p>
                  </a:txBody>
                  <a:tcPr marL="68580" marR="68580" marT="0" marB="0" anchor="ctr"/>
                </a:tc>
                <a:extLst>
                  <a:ext uri="{0D108BD9-81ED-4DB2-BD59-A6C34878D82A}">
                    <a16:rowId xmlns:a16="http://schemas.microsoft.com/office/drawing/2014/main" val="1316689934"/>
                  </a:ext>
                </a:extLst>
              </a:tr>
            </a:tbl>
          </a:graphicData>
        </a:graphic>
      </p:graphicFrame>
    </p:spTree>
    <p:extLst>
      <p:ext uri="{BB962C8B-B14F-4D97-AF65-F5344CB8AC3E}">
        <p14:creationId xmlns:p14="http://schemas.microsoft.com/office/powerpoint/2010/main" val="82127766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4539F-2EE6-BCD1-E582-8EC235B0E86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861B14D-981B-8178-788F-7EFDDB6117B6}"/>
              </a:ext>
            </a:extLst>
          </p:cNvPr>
          <p:cNvSpPr>
            <a:spLocks noGrp="1"/>
          </p:cNvSpPr>
          <p:nvPr>
            <p:ph type="title"/>
          </p:nvPr>
        </p:nvSpPr>
        <p:spPr>
          <a:xfrm>
            <a:off x="824174" y="376750"/>
            <a:ext cx="10678142" cy="1325563"/>
          </a:xfrm>
        </p:spPr>
        <p:txBody>
          <a:bodyPr rtlCol="0"/>
          <a:lstStyle/>
          <a:p>
            <a:r>
              <a:rPr lang="en-GB" dirty="0" err="1"/>
              <a:t>Interpretasi</a:t>
            </a:r>
            <a:r>
              <a:rPr lang="en-GB" dirty="0"/>
              <a:t> Hasil:</a:t>
            </a:r>
            <a:br>
              <a:rPr lang="en-GB" dirty="0"/>
            </a:br>
            <a:r>
              <a:rPr lang="id-ID" dirty="0"/>
              <a:t>Industrial </a:t>
            </a:r>
            <a:r>
              <a:rPr lang="id-ID" dirty="0" err="1"/>
              <a:t>Benchmark</a:t>
            </a:r>
            <a:endParaRPr lang="id-ID" dirty="0"/>
          </a:p>
        </p:txBody>
      </p:sp>
      <p:sp>
        <p:nvSpPr>
          <p:cNvPr id="3" name="Tampungan Tanggal 2">
            <a:extLst>
              <a:ext uri="{FF2B5EF4-FFF2-40B4-BE49-F238E27FC236}">
                <a16:creationId xmlns:a16="http://schemas.microsoft.com/office/drawing/2014/main" id="{EFF90549-8A38-7A49-3D1D-B38AD6E837C6}"/>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171CEDA0-4882-6B49-5C8E-92BF13434300}"/>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78</a:t>
            </a:fld>
            <a:endParaRPr lang="id-ID"/>
          </a:p>
        </p:txBody>
      </p:sp>
      <p:sp>
        <p:nvSpPr>
          <p:cNvPr id="78" name="Content Placeholder 7">
            <a:extLst>
              <a:ext uri="{FF2B5EF4-FFF2-40B4-BE49-F238E27FC236}">
                <a16:creationId xmlns:a16="http://schemas.microsoft.com/office/drawing/2014/main" id="{619A95F2-E2C9-BC70-6473-77E1B12C9096}"/>
              </a:ext>
            </a:extLst>
          </p:cNvPr>
          <p:cNvSpPr txBox="1">
            <a:spLocks/>
          </p:cNvSpPr>
          <p:nvPr/>
        </p:nvSpPr>
        <p:spPr>
          <a:xfrm>
            <a:off x="750430" y="1706563"/>
            <a:ext cx="10382027" cy="30976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3200" dirty="0"/>
              <a:t>Untuk memvalidasi konsistensi, prediksi </a:t>
            </a:r>
            <a:r>
              <a:rPr lang="id-ID" sz="3200" dirty="0" err="1"/>
              <a:t>xG</a:t>
            </a:r>
            <a:r>
              <a:rPr lang="id-ID" sz="3200" dirty="0"/>
              <a:t> dari model ini dibandingkan dengan data dari penyedia statistik industri seperti </a:t>
            </a:r>
            <a:r>
              <a:rPr lang="id-ID" sz="3200" dirty="0" err="1"/>
              <a:t>Opta</a:t>
            </a:r>
            <a:r>
              <a:rPr lang="id-ID" sz="3200" dirty="0"/>
              <a:t> dan </a:t>
            </a:r>
            <a:r>
              <a:rPr lang="id-ID" sz="3200" dirty="0" err="1"/>
              <a:t>FBref</a:t>
            </a:r>
            <a:r>
              <a:rPr lang="id-ID" sz="3200" dirty="0"/>
              <a:t>. Hasilnya menunjukkan bahwa estimasi model ini sejalan dan kompetitif dengan standar industri.</a:t>
            </a:r>
          </a:p>
        </p:txBody>
      </p:sp>
    </p:spTree>
    <p:extLst>
      <p:ext uri="{BB962C8B-B14F-4D97-AF65-F5344CB8AC3E}">
        <p14:creationId xmlns:p14="http://schemas.microsoft.com/office/powerpoint/2010/main" val="298397020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69B50-136A-6B98-1890-CDD9D3A29AE5}"/>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E330F4F9-F96F-CB34-5C87-70B25C78F7C7}"/>
              </a:ext>
            </a:extLst>
          </p:cNvPr>
          <p:cNvSpPr>
            <a:spLocks noGrp="1"/>
          </p:cNvSpPr>
          <p:nvPr>
            <p:ph type="title"/>
          </p:nvPr>
        </p:nvSpPr>
        <p:spPr>
          <a:xfrm>
            <a:off x="824174" y="376751"/>
            <a:ext cx="10678142" cy="639250"/>
          </a:xfrm>
        </p:spPr>
        <p:txBody>
          <a:bodyPr rtlCol="0"/>
          <a:lstStyle/>
          <a:p>
            <a:r>
              <a:rPr lang="id-ID" dirty="0"/>
              <a:t>Industrial </a:t>
            </a:r>
            <a:r>
              <a:rPr lang="id-ID" dirty="0" err="1"/>
              <a:t>Benchmark</a:t>
            </a:r>
            <a:endParaRPr lang="id-ID" dirty="0"/>
          </a:p>
        </p:txBody>
      </p:sp>
      <p:sp>
        <p:nvSpPr>
          <p:cNvPr id="3" name="Tampungan Tanggal 2">
            <a:extLst>
              <a:ext uri="{FF2B5EF4-FFF2-40B4-BE49-F238E27FC236}">
                <a16:creationId xmlns:a16="http://schemas.microsoft.com/office/drawing/2014/main" id="{CF16898C-90AB-F3AB-7F32-DDC1CDB2FED7}"/>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06/11/2025</a:t>
            </a:fld>
            <a:endParaRPr lang="id-ID"/>
          </a:p>
        </p:txBody>
      </p:sp>
      <p:sp>
        <p:nvSpPr>
          <p:cNvPr id="5" name="Tampungan Nomor Slide 4">
            <a:extLst>
              <a:ext uri="{FF2B5EF4-FFF2-40B4-BE49-F238E27FC236}">
                <a16:creationId xmlns:a16="http://schemas.microsoft.com/office/drawing/2014/main" id="{762C4400-C546-28EE-F29F-CABA16ACD898}"/>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79</a:t>
            </a:fld>
            <a:endParaRPr lang="id-ID"/>
          </a:p>
        </p:txBody>
      </p:sp>
      <p:graphicFrame>
        <p:nvGraphicFramePr>
          <p:cNvPr id="6" name="Table 5">
            <a:extLst>
              <a:ext uri="{FF2B5EF4-FFF2-40B4-BE49-F238E27FC236}">
                <a16:creationId xmlns:a16="http://schemas.microsoft.com/office/drawing/2014/main" id="{1CC99FB0-92A1-D0F0-6686-1C6674D7F659}"/>
              </a:ext>
            </a:extLst>
          </p:cNvPr>
          <p:cNvGraphicFramePr>
            <a:graphicFrameLocks noGrp="1"/>
          </p:cNvGraphicFramePr>
          <p:nvPr>
            <p:extLst>
              <p:ext uri="{D42A27DB-BD31-4B8C-83A1-F6EECF244321}">
                <p14:modId xmlns:p14="http://schemas.microsoft.com/office/powerpoint/2010/main" val="2620522959"/>
              </p:ext>
            </p:extLst>
          </p:nvPr>
        </p:nvGraphicFramePr>
        <p:xfrm>
          <a:off x="824174" y="1016001"/>
          <a:ext cx="10874339" cy="5196114"/>
        </p:xfrm>
        <a:graphic>
          <a:graphicData uri="http://schemas.openxmlformats.org/drawingml/2006/table">
            <a:tbl>
              <a:tblPr firstRow="1" firstCol="1" bandRow="1">
                <a:tableStyleId>{5C22544A-7EE6-4342-B048-85BDC9FD1C3A}</a:tableStyleId>
              </a:tblPr>
              <a:tblGrid>
                <a:gridCol w="3143142">
                  <a:extLst>
                    <a:ext uri="{9D8B030D-6E8A-4147-A177-3AD203B41FA5}">
                      <a16:colId xmlns:a16="http://schemas.microsoft.com/office/drawing/2014/main" val="956892253"/>
                    </a:ext>
                  </a:extLst>
                </a:gridCol>
                <a:gridCol w="1436662">
                  <a:extLst>
                    <a:ext uri="{9D8B030D-6E8A-4147-A177-3AD203B41FA5}">
                      <a16:colId xmlns:a16="http://schemas.microsoft.com/office/drawing/2014/main" val="709715410"/>
                    </a:ext>
                  </a:extLst>
                </a:gridCol>
                <a:gridCol w="2098627">
                  <a:extLst>
                    <a:ext uri="{9D8B030D-6E8A-4147-A177-3AD203B41FA5}">
                      <a16:colId xmlns:a16="http://schemas.microsoft.com/office/drawing/2014/main" val="1365408414"/>
                    </a:ext>
                  </a:extLst>
                </a:gridCol>
                <a:gridCol w="2098627">
                  <a:extLst>
                    <a:ext uri="{9D8B030D-6E8A-4147-A177-3AD203B41FA5}">
                      <a16:colId xmlns:a16="http://schemas.microsoft.com/office/drawing/2014/main" val="3863355486"/>
                    </a:ext>
                  </a:extLst>
                </a:gridCol>
                <a:gridCol w="2097281">
                  <a:extLst>
                    <a:ext uri="{9D8B030D-6E8A-4147-A177-3AD203B41FA5}">
                      <a16:colId xmlns:a16="http://schemas.microsoft.com/office/drawing/2014/main" val="1636534166"/>
                    </a:ext>
                  </a:extLst>
                </a:gridCol>
              </a:tblGrid>
              <a:tr h="472374">
                <a:tc>
                  <a:txBody>
                    <a:bodyPr/>
                    <a:lstStyle/>
                    <a:p>
                      <a:pPr algn="just">
                        <a:lnSpc>
                          <a:spcPct val="200000"/>
                        </a:lnSpc>
                        <a:buNone/>
                      </a:pPr>
                      <a:r>
                        <a:rPr lang="id-ID" sz="1800" kern="0">
                          <a:effectLst/>
                        </a:rPr>
                        <a:t>Pertandingan</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Skor</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Sumber</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xG Tim A</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xG Tim B</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95493772"/>
                  </a:ext>
                </a:extLst>
              </a:tr>
              <a:tr h="472374">
                <a:tc rowSpan="5">
                  <a:txBody>
                    <a:bodyPr/>
                    <a:lstStyle/>
                    <a:p>
                      <a:pPr algn="just">
                        <a:lnSpc>
                          <a:spcPct val="200000"/>
                        </a:lnSpc>
                        <a:buNone/>
                      </a:pPr>
                      <a:r>
                        <a:rPr lang="id-ID" sz="1800" kern="0">
                          <a:effectLst/>
                        </a:rPr>
                        <a:t>England vs Iran – WC 2022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rowSpan="5">
                  <a:txBody>
                    <a:bodyPr/>
                    <a:lstStyle/>
                    <a:p>
                      <a:pPr algn="just">
                        <a:lnSpc>
                          <a:spcPct val="200000"/>
                        </a:lnSpc>
                        <a:buNone/>
                      </a:pPr>
                      <a:r>
                        <a:rPr lang="id-ID" sz="1800" kern="0">
                          <a:effectLst/>
                        </a:rPr>
                        <a:t>6 – 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Penelitian ini</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3,09</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0,87</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87558195"/>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dirty="0" err="1">
                          <a:effectLst/>
                        </a:rPr>
                        <a:t>Opta</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1,751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78095649"/>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dirty="0">
                          <a:effectLst/>
                        </a:rPr>
                        <a:t>xGScore.io</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1,42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493416815"/>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FBref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767491231"/>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PFF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1,62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943277366"/>
                  </a:ext>
                </a:extLst>
              </a:tr>
              <a:tr h="472374">
                <a:tc rowSpan="5">
                  <a:txBody>
                    <a:bodyPr/>
                    <a:lstStyle/>
                    <a:p>
                      <a:pPr algn="just">
                        <a:lnSpc>
                          <a:spcPct val="200000"/>
                        </a:lnSpc>
                        <a:buNone/>
                      </a:pPr>
                      <a:r>
                        <a:rPr lang="id-ID" sz="1800" kern="0">
                          <a:effectLst/>
                        </a:rPr>
                        <a:t>England vs France – WC 2022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rowSpan="5">
                  <a:txBody>
                    <a:bodyPr/>
                    <a:lstStyle/>
                    <a:p>
                      <a:pPr algn="just">
                        <a:lnSpc>
                          <a:spcPct val="200000"/>
                        </a:lnSpc>
                        <a:buNone/>
                      </a:pPr>
                      <a:r>
                        <a:rPr lang="id-ID" sz="1800" kern="0">
                          <a:effectLst/>
                        </a:rPr>
                        <a:t>1 – 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Penelitian ini</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1,98</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France</a:t>
                      </a:r>
                      <a:r>
                        <a:rPr lang="id-ID" sz="1800" kern="0" dirty="0">
                          <a:effectLst/>
                        </a:rPr>
                        <a:t>: 0,64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173714510"/>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PFF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0,73</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111487"/>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xGScore.io</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2,55</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1,21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388466971"/>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FBref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0,9</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637179939"/>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Opta</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France</a:t>
                      </a:r>
                      <a:r>
                        <a:rPr lang="id-ID" sz="1800" kern="0" dirty="0">
                          <a:effectLst/>
                        </a:rPr>
                        <a:t>: 1,012</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59602749"/>
                  </a:ext>
                </a:extLst>
              </a:tr>
            </a:tbl>
          </a:graphicData>
        </a:graphic>
      </p:graphicFrame>
    </p:spTree>
    <p:extLst>
      <p:ext uri="{BB962C8B-B14F-4D97-AF65-F5344CB8AC3E}">
        <p14:creationId xmlns:p14="http://schemas.microsoft.com/office/powerpoint/2010/main" val="161314156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87F26-D841-9E3A-EA2F-E7883150B0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8A2974-B241-0900-1380-741A476B6087}"/>
              </a:ext>
            </a:extLst>
          </p:cNvPr>
          <p:cNvSpPr>
            <a:spLocks noGrp="1"/>
          </p:cNvSpPr>
          <p:nvPr>
            <p:ph type="title"/>
          </p:nvPr>
        </p:nvSpPr>
        <p:spPr/>
        <p:txBody>
          <a:bodyPr/>
          <a:lstStyle/>
          <a:p>
            <a:r>
              <a:rPr lang="en-GB" dirty="0" err="1"/>
              <a:t>Implikasi</a:t>
            </a:r>
            <a:r>
              <a:rPr lang="en-GB" dirty="0"/>
              <a:t> </a:t>
            </a:r>
            <a:r>
              <a:rPr lang="en-GB" dirty="0" err="1"/>
              <a:t>Penelitian</a:t>
            </a:r>
            <a:endParaRPr lang="id-ID" dirty="0"/>
          </a:p>
        </p:txBody>
      </p:sp>
      <p:sp>
        <p:nvSpPr>
          <p:cNvPr id="3" name="Content Placeholder 2">
            <a:extLst>
              <a:ext uri="{FF2B5EF4-FFF2-40B4-BE49-F238E27FC236}">
                <a16:creationId xmlns:a16="http://schemas.microsoft.com/office/drawing/2014/main" id="{FFA5EB44-CA36-DAB3-792E-C7D6B4809106}"/>
              </a:ext>
            </a:extLst>
          </p:cNvPr>
          <p:cNvSpPr>
            <a:spLocks noGrp="1"/>
          </p:cNvSpPr>
          <p:nvPr>
            <p:ph idx="1"/>
          </p:nvPr>
        </p:nvSpPr>
        <p:spPr>
          <a:xfrm>
            <a:off x="1167493" y="1887795"/>
            <a:ext cx="9613578" cy="3469022"/>
          </a:xfrm>
        </p:spPr>
        <p:txBody>
          <a:bodyPr/>
          <a:lstStyle/>
          <a:p>
            <a:r>
              <a:rPr lang="id-ID" sz="2800" dirty="0"/>
              <a:t>Secara teoritis, penelitian ini memvalidasi superioritas </a:t>
            </a:r>
            <a:r>
              <a:rPr lang="id-ID" sz="2800" dirty="0" err="1"/>
              <a:t>LightGBM</a:t>
            </a:r>
            <a:r>
              <a:rPr lang="id-ID" sz="2800" dirty="0"/>
              <a:t> untuk data olahraga yang non-linear. Secara praktis, model dan aplikasi yang dikembangkan dapat menjadi alat bantu objektif bagi klub, analis, media, hingga untuk pembinaan pemain muda.</a:t>
            </a:r>
          </a:p>
        </p:txBody>
      </p:sp>
      <p:sp>
        <p:nvSpPr>
          <p:cNvPr id="4" name="Date Placeholder 3">
            <a:extLst>
              <a:ext uri="{FF2B5EF4-FFF2-40B4-BE49-F238E27FC236}">
                <a16:creationId xmlns:a16="http://schemas.microsoft.com/office/drawing/2014/main" id="{072C9778-C49D-CCFE-6948-462E42E34B6E}"/>
              </a:ext>
            </a:extLst>
          </p:cNvPr>
          <p:cNvSpPr>
            <a:spLocks noGrp="1"/>
          </p:cNvSpPr>
          <p:nvPr>
            <p:ph type="dt" sz="half" idx="2"/>
          </p:nvPr>
        </p:nvSpPr>
        <p:spPr/>
        <p:txBody>
          <a:bodyPr/>
          <a:lstStyle/>
          <a:p>
            <a:pPr rtl="0"/>
            <a:fld id="{864F080E-00EF-45FB-879B-543FC5219789}" type="datetime1">
              <a:rPr lang="id-ID" noProof="0" smtClean="0"/>
              <a:t>06/11/2025</a:t>
            </a:fld>
            <a:endParaRPr lang="id-ID" noProof="0"/>
          </a:p>
        </p:txBody>
      </p:sp>
      <p:sp>
        <p:nvSpPr>
          <p:cNvPr id="6" name="Slide Number Placeholder 5">
            <a:extLst>
              <a:ext uri="{FF2B5EF4-FFF2-40B4-BE49-F238E27FC236}">
                <a16:creationId xmlns:a16="http://schemas.microsoft.com/office/drawing/2014/main" id="{8994C8F1-21C7-2222-1E2E-3AFA407C758C}"/>
              </a:ext>
            </a:extLst>
          </p:cNvPr>
          <p:cNvSpPr>
            <a:spLocks noGrp="1"/>
          </p:cNvSpPr>
          <p:nvPr>
            <p:ph type="sldNum" sz="quarter" idx="4"/>
          </p:nvPr>
        </p:nvSpPr>
        <p:spPr/>
        <p:txBody>
          <a:bodyPr/>
          <a:lstStyle/>
          <a:p>
            <a:pPr rtl="0"/>
            <a:fld id="{294A09A9-5501-47C1-A89A-A340965A2BE2}" type="slidenum">
              <a:rPr lang="id-ID" noProof="0" smtClean="0"/>
              <a:pPr rtl="0"/>
              <a:t>80</a:t>
            </a:fld>
            <a:endParaRPr lang="id-ID" noProof="0"/>
          </a:p>
        </p:txBody>
      </p:sp>
    </p:spTree>
    <p:extLst>
      <p:ext uri="{BB962C8B-B14F-4D97-AF65-F5344CB8AC3E}">
        <p14:creationId xmlns:p14="http://schemas.microsoft.com/office/powerpoint/2010/main" val="306887586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68684-22D9-EC9A-202B-95C87705678F}"/>
              </a:ext>
            </a:extLst>
          </p:cNvPr>
          <p:cNvSpPr>
            <a:spLocks noGrp="1"/>
          </p:cNvSpPr>
          <p:nvPr>
            <p:ph type="title"/>
          </p:nvPr>
        </p:nvSpPr>
        <p:spPr/>
        <p:txBody>
          <a:bodyPr/>
          <a:lstStyle/>
          <a:p>
            <a:r>
              <a:rPr lang="en-GB" dirty="0" err="1"/>
              <a:t>Keterbatasan</a:t>
            </a:r>
            <a:r>
              <a:rPr lang="en-GB" dirty="0"/>
              <a:t> </a:t>
            </a:r>
            <a:r>
              <a:rPr lang="en-GB" dirty="0" err="1"/>
              <a:t>Penelitian</a:t>
            </a:r>
            <a:endParaRPr lang="id-ID" dirty="0"/>
          </a:p>
        </p:txBody>
      </p:sp>
      <p:sp>
        <p:nvSpPr>
          <p:cNvPr id="3" name="Content Placeholder 2">
            <a:extLst>
              <a:ext uri="{FF2B5EF4-FFF2-40B4-BE49-F238E27FC236}">
                <a16:creationId xmlns:a16="http://schemas.microsoft.com/office/drawing/2014/main" id="{65200710-C666-F71E-CCCE-06ED514FA3A4}"/>
              </a:ext>
            </a:extLst>
          </p:cNvPr>
          <p:cNvSpPr>
            <a:spLocks noGrp="1"/>
          </p:cNvSpPr>
          <p:nvPr>
            <p:ph idx="1"/>
          </p:nvPr>
        </p:nvSpPr>
        <p:spPr>
          <a:xfrm>
            <a:off x="1167493" y="1887795"/>
            <a:ext cx="9613578" cy="3469022"/>
          </a:xfrm>
        </p:spPr>
        <p:txBody>
          <a:bodyPr/>
          <a:lstStyle/>
          <a:p>
            <a:r>
              <a:rPr lang="id-ID" sz="2800" dirty="0"/>
              <a:t>Penelitian ini memiliki keterbatasan pada cakupan data yang hanya mencakup liga tertentu dan ketersediaan fitur kontekstual seperti posisi kiper. Selain itu, validitas model juga perlu diuji lebih lanjut pada kompetisi dengan gaya bermain yang berbeda untuk memastikan generalisasi.</a:t>
            </a:r>
          </a:p>
        </p:txBody>
      </p:sp>
      <p:sp>
        <p:nvSpPr>
          <p:cNvPr id="4" name="Date Placeholder 3">
            <a:extLst>
              <a:ext uri="{FF2B5EF4-FFF2-40B4-BE49-F238E27FC236}">
                <a16:creationId xmlns:a16="http://schemas.microsoft.com/office/drawing/2014/main" id="{B888C59B-68A0-3591-5974-34464134CCEC}"/>
              </a:ext>
            </a:extLst>
          </p:cNvPr>
          <p:cNvSpPr>
            <a:spLocks noGrp="1"/>
          </p:cNvSpPr>
          <p:nvPr>
            <p:ph type="dt" sz="half" idx="2"/>
          </p:nvPr>
        </p:nvSpPr>
        <p:spPr/>
        <p:txBody>
          <a:bodyPr/>
          <a:lstStyle/>
          <a:p>
            <a:pPr rtl="0"/>
            <a:fld id="{864F080E-00EF-45FB-879B-543FC5219789}" type="datetime1">
              <a:rPr lang="id-ID" noProof="0" smtClean="0"/>
              <a:t>06/11/2025</a:t>
            </a:fld>
            <a:endParaRPr lang="id-ID" noProof="0"/>
          </a:p>
        </p:txBody>
      </p:sp>
      <p:sp>
        <p:nvSpPr>
          <p:cNvPr id="6" name="Slide Number Placeholder 5">
            <a:extLst>
              <a:ext uri="{FF2B5EF4-FFF2-40B4-BE49-F238E27FC236}">
                <a16:creationId xmlns:a16="http://schemas.microsoft.com/office/drawing/2014/main" id="{D1F630AB-4019-E7C5-9C7A-83CA11B8ED47}"/>
              </a:ext>
            </a:extLst>
          </p:cNvPr>
          <p:cNvSpPr>
            <a:spLocks noGrp="1"/>
          </p:cNvSpPr>
          <p:nvPr>
            <p:ph type="sldNum" sz="quarter" idx="4"/>
          </p:nvPr>
        </p:nvSpPr>
        <p:spPr/>
        <p:txBody>
          <a:bodyPr/>
          <a:lstStyle/>
          <a:p>
            <a:pPr rtl="0"/>
            <a:fld id="{294A09A9-5501-47C1-A89A-A340965A2BE2}" type="slidenum">
              <a:rPr lang="id-ID" noProof="0" smtClean="0"/>
              <a:pPr rtl="0"/>
              <a:t>81</a:t>
            </a:fld>
            <a:endParaRPr lang="id-ID" noProof="0"/>
          </a:p>
        </p:txBody>
      </p:sp>
    </p:spTree>
    <p:extLst>
      <p:ext uri="{BB962C8B-B14F-4D97-AF65-F5344CB8AC3E}">
        <p14:creationId xmlns:p14="http://schemas.microsoft.com/office/powerpoint/2010/main" val="327806934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E5CB01-52C4-7D71-2331-B4EF333EA74C}"/>
              </a:ext>
            </a:extLst>
          </p:cNvPr>
          <p:cNvSpPr>
            <a:spLocks noGrp="1"/>
          </p:cNvSpPr>
          <p:nvPr>
            <p:ph type="title"/>
          </p:nvPr>
        </p:nvSpPr>
        <p:spPr>
          <a:xfrm>
            <a:off x="750429" y="381000"/>
            <a:ext cx="5513799" cy="1325563"/>
          </a:xfrm>
        </p:spPr>
        <p:txBody>
          <a:bodyPr/>
          <a:lstStyle/>
          <a:p>
            <a:r>
              <a:rPr lang="en-GB" sz="6000" dirty="0"/>
              <a:t>Interface Demo</a:t>
            </a:r>
            <a:endParaRPr lang="id-ID" sz="6000" dirty="0"/>
          </a:p>
        </p:txBody>
      </p:sp>
      <p:sp>
        <p:nvSpPr>
          <p:cNvPr id="27" name="Date Placeholder 26">
            <a:extLst>
              <a:ext uri="{FF2B5EF4-FFF2-40B4-BE49-F238E27FC236}">
                <a16:creationId xmlns:a16="http://schemas.microsoft.com/office/drawing/2014/main" id="{63683045-1DD3-E700-F1C4-435852143B6D}"/>
              </a:ext>
            </a:extLst>
          </p:cNvPr>
          <p:cNvSpPr>
            <a:spLocks noGrp="1"/>
          </p:cNvSpPr>
          <p:nvPr>
            <p:ph type="dt" sz="half" idx="25"/>
          </p:nvPr>
        </p:nvSpPr>
        <p:spPr/>
        <p:txBody>
          <a:bodyPr/>
          <a:lstStyle/>
          <a:p>
            <a:pPr rtl="0"/>
            <a:fld id="{0313E8A0-0BEB-4298-AEE4-B7CCF6490583}" type="datetime1">
              <a:rPr lang="id-ID" noProof="0" smtClean="0"/>
              <a:t>06/11/2025</a:t>
            </a:fld>
            <a:endParaRPr lang="id-ID" noProof="0"/>
          </a:p>
        </p:txBody>
      </p:sp>
      <p:sp>
        <p:nvSpPr>
          <p:cNvPr id="29" name="Slide Number Placeholder 28">
            <a:extLst>
              <a:ext uri="{FF2B5EF4-FFF2-40B4-BE49-F238E27FC236}">
                <a16:creationId xmlns:a16="http://schemas.microsoft.com/office/drawing/2014/main" id="{1AF321D4-D2C0-7BBA-6F83-C7833915C5B9}"/>
              </a:ext>
            </a:extLst>
          </p:cNvPr>
          <p:cNvSpPr>
            <a:spLocks noGrp="1"/>
          </p:cNvSpPr>
          <p:nvPr>
            <p:ph type="sldNum" sz="quarter" idx="27"/>
          </p:nvPr>
        </p:nvSpPr>
        <p:spPr/>
        <p:txBody>
          <a:bodyPr/>
          <a:lstStyle/>
          <a:p>
            <a:pPr rtl="0"/>
            <a:fld id="{294A09A9-5501-47C1-A89A-A340965A2BE2}" type="slidenum">
              <a:rPr lang="id-ID" noProof="0" smtClean="0"/>
              <a:pPr rtl="0"/>
              <a:t>82</a:t>
            </a:fld>
            <a:endParaRPr lang="id-ID" noProof="0"/>
          </a:p>
        </p:txBody>
      </p:sp>
      <p:pic>
        <p:nvPicPr>
          <p:cNvPr id="1026" name="Picture 2">
            <a:extLst>
              <a:ext uri="{FF2B5EF4-FFF2-40B4-BE49-F238E27FC236}">
                <a16:creationId xmlns:a16="http://schemas.microsoft.com/office/drawing/2014/main" id="{6A9403D6-D9F6-3A01-8859-11ABFF54F9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1782538"/>
            <a:ext cx="5883229" cy="344197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CB2FCAF7-FFFF-E55F-BBCB-465AF90A2E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9799" y="2750574"/>
            <a:ext cx="6096002" cy="18049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799075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1379A-E791-D42E-5A75-43FF040711BF}"/>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A482DFB0-1A62-3C42-CF4D-A7A9ABF9DD74}"/>
              </a:ext>
            </a:extLst>
          </p:cNvPr>
          <p:cNvSpPr>
            <a:spLocks noGrp="1"/>
          </p:cNvSpPr>
          <p:nvPr>
            <p:ph type="title"/>
          </p:nvPr>
        </p:nvSpPr>
        <p:spPr>
          <a:xfrm>
            <a:off x="3661083" y="1832803"/>
            <a:ext cx="4265150" cy="2810460"/>
          </a:xfrm>
        </p:spPr>
        <p:txBody>
          <a:bodyPr rtlCol="0">
            <a:normAutofit/>
          </a:bodyPr>
          <a:lstStyle/>
          <a:p>
            <a:pPr rtl="0"/>
            <a:r>
              <a:rPr lang="en-GB" sz="4800" dirty="0"/>
              <a:t>PENUTUP</a:t>
            </a:r>
            <a:endParaRPr lang="id-ID" sz="4800" dirty="0"/>
          </a:p>
        </p:txBody>
      </p:sp>
      <p:sp>
        <p:nvSpPr>
          <p:cNvPr id="3" name="Tampungan Tanggal 2">
            <a:extLst>
              <a:ext uri="{FF2B5EF4-FFF2-40B4-BE49-F238E27FC236}">
                <a16:creationId xmlns:a16="http://schemas.microsoft.com/office/drawing/2014/main" id="{A1D3405C-120A-03F9-8F6F-DE1746765F64}"/>
              </a:ext>
            </a:extLst>
          </p:cNvPr>
          <p:cNvSpPr>
            <a:spLocks noGrp="1"/>
          </p:cNvSpPr>
          <p:nvPr>
            <p:ph type="dt" sz="half" idx="10"/>
          </p:nvPr>
        </p:nvSpPr>
        <p:spPr/>
        <p:txBody>
          <a:bodyPr rtlCol="0"/>
          <a:lstStyle/>
          <a:p>
            <a:pPr rtl="0"/>
            <a:fld id="{A808DD98-197B-46F5-A6AA-BDA332D7E685}" type="datetime1">
              <a:rPr lang="id-ID" smtClean="0"/>
              <a:t>06/11/2025</a:t>
            </a:fld>
            <a:endParaRPr lang="id-ID"/>
          </a:p>
        </p:txBody>
      </p:sp>
      <p:sp>
        <p:nvSpPr>
          <p:cNvPr id="5" name="Tampungan Nomor Slide 4">
            <a:extLst>
              <a:ext uri="{FF2B5EF4-FFF2-40B4-BE49-F238E27FC236}">
                <a16:creationId xmlns:a16="http://schemas.microsoft.com/office/drawing/2014/main" id="{36B818EF-7BDD-99AA-D8D9-DD08A43D5723}"/>
              </a:ext>
            </a:extLst>
          </p:cNvPr>
          <p:cNvSpPr>
            <a:spLocks noGrp="1"/>
          </p:cNvSpPr>
          <p:nvPr>
            <p:ph type="sldNum" sz="quarter" idx="12"/>
          </p:nvPr>
        </p:nvSpPr>
        <p:spPr/>
        <p:txBody>
          <a:bodyPr rtlCol="0"/>
          <a:lstStyle/>
          <a:p>
            <a:pPr rtl="0"/>
            <a:fld id="{294A09A9-5501-47C1-A89A-A340965A2BE2}" type="slidenum">
              <a:rPr lang="id-ID" smtClean="0"/>
              <a:pPr rtl="0"/>
              <a:t>83</a:t>
            </a:fld>
            <a:endParaRPr lang="id-ID"/>
          </a:p>
        </p:txBody>
      </p:sp>
    </p:spTree>
    <p:extLst>
      <p:ext uri="{BB962C8B-B14F-4D97-AF65-F5344CB8AC3E}">
        <p14:creationId xmlns:p14="http://schemas.microsoft.com/office/powerpoint/2010/main" val="155692532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4E6D6-66B3-4C11-4071-9A1616A23A5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EE6B2CF1-4B47-BF0E-656E-FE21F300D2EB}"/>
              </a:ext>
            </a:extLst>
          </p:cNvPr>
          <p:cNvSpPr>
            <a:spLocks noGrp="1"/>
          </p:cNvSpPr>
          <p:nvPr>
            <p:ph type="title"/>
          </p:nvPr>
        </p:nvSpPr>
        <p:spPr>
          <a:xfrm>
            <a:off x="1167492" y="381000"/>
            <a:ext cx="9779183" cy="1325563"/>
          </a:xfrm>
        </p:spPr>
        <p:txBody>
          <a:bodyPr rtlCol="0"/>
          <a:lstStyle/>
          <a:p>
            <a:r>
              <a:rPr lang="en-GB" dirty="0"/>
              <a:t>Kesimpulan</a:t>
            </a:r>
            <a:endParaRPr lang="id-ID" dirty="0"/>
          </a:p>
        </p:txBody>
      </p:sp>
      <p:sp>
        <p:nvSpPr>
          <p:cNvPr id="4" name="Tampungan Konten 3">
            <a:extLst>
              <a:ext uri="{FF2B5EF4-FFF2-40B4-BE49-F238E27FC236}">
                <a16:creationId xmlns:a16="http://schemas.microsoft.com/office/drawing/2014/main" id="{1DC8A93A-C50E-D83E-71CB-29084D6A9B5F}"/>
              </a:ext>
            </a:extLst>
          </p:cNvPr>
          <p:cNvSpPr>
            <a:spLocks noGrp="1"/>
          </p:cNvSpPr>
          <p:nvPr>
            <p:ph idx="1"/>
          </p:nvPr>
        </p:nvSpPr>
        <p:spPr>
          <a:xfrm>
            <a:off x="1167492" y="2020529"/>
            <a:ext cx="7888017" cy="3657600"/>
          </a:xfrm>
        </p:spPr>
        <p:txBody>
          <a:bodyPr vert="horz" lIns="91440" tIns="45720" rIns="91440" bIns="45720" rtlCol="0" anchor="t">
            <a:normAutofit lnSpcReduction="10000"/>
          </a:bodyPr>
          <a:lstStyle/>
          <a:p>
            <a:r>
              <a:rPr lang="id-ID" sz="3200" dirty="0"/>
              <a:t>Penerapan </a:t>
            </a:r>
            <a:r>
              <a:rPr lang="id-ID" sz="3200" dirty="0" err="1"/>
              <a:t>LightGBM</a:t>
            </a:r>
            <a:r>
              <a:rPr lang="id-ID" sz="3200" dirty="0"/>
              <a:t> yang dioptimalkan berhasil menghasilkan model prediksi </a:t>
            </a:r>
            <a:r>
              <a:rPr lang="id-ID" sz="3200" dirty="0" err="1"/>
              <a:t>xG</a:t>
            </a:r>
            <a:r>
              <a:rPr lang="id-ID" sz="3200" dirty="0"/>
              <a:t> dengan akurasi dan keandalan probabilitas yang sangat tinggi. Dari segi komputasi, </a:t>
            </a:r>
            <a:r>
              <a:rPr lang="id-ID" sz="3200" dirty="0" err="1"/>
              <a:t>LightGBM</a:t>
            </a:r>
            <a:r>
              <a:rPr lang="id-ID" sz="3200" dirty="0"/>
              <a:t> juga terbukti jauh lebih efisien. Luaran dari penelitian ini tidak hanya berupa model, tetapi juga sebuah antarmuka web interaktif yang fungsional untuk penerapan praktis.</a:t>
            </a:r>
          </a:p>
        </p:txBody>
      </p:sp>
      <p:sp>
        <p:nvSpPr>
          <p:cNvPr id="9" name="Tampungan Nomor Slide 8">
            <a:extLst>
              <a:ext uri="{FF2B5EF4-FFF2-40B4-BE49-F238E27FC236}">
                <a16:creationId xmlns:a16="http://schemas.microsoft.com/office/drawing/2014/main" id="{414C40D9-956D-F3DE-C569-43226D763FB1}"/>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84</a:t>
            </a:fld>
            <a:endParaRPr lang="id-ID" dirty="0"/>
          </a:p>
        </p:txBody>
      </p:sp>
    </p:spTree>
    <p:extLst>
      <p:ext uri="{BB962C8B-B14F-4D97-AF65-F5344CB8AC3E}">
        <p14:creationId xmlns:p14="http://schemas.microsoft.com/office/powerpoint/2010/main" val="46705039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66093-D4AA-F632-85B3-59570CEDC2CE}"/>
              </a:ext>
            </a:extLst>
          </p:cNvPr>
          <p:cNvSpPr>
            <a:spLocks noGrp="1"/>
          </p:cNvSpPr>
          <p:nvPr>
            <p:ph type="title"/>
          </p:nvPr>
        </p:nvSpPr>
        <p:spPr/>
        <p:txBody>
          <a:bodyPr/>
          <a:lstStyle/>
          <a:p>
            <a:r>
              <a:rPr lang="en-GB" dirty="0"/>
              <a:t>Saran</a:t>
            </a:r>
            <a:endParaRPr lang="id-ID" dirty="0"/>
          </a:p>
        </p:txBody>
      </p:sp>
      <p:sp>
        <p:nvSpPr>
          <p:cNvPr id="3" name="Content Placeholder 2">
            <a:extLst>
              <a:ext uri="{FF2B5EF4-FFF2-40B4-BE49-F238E27FC236}">
                <a16:creationId xmlns:a16="http://schemas.microsoft.com/office/drawing/2014/main" id="{79D8D027-F1C0-BD15-68D4-DC8C613ADD28}"/>
              </a:ext>
            </a:extLst>
          </p:cNvPr>
          <p:cNvSpPr>
            <a:spLocks noGrp="1"/>
          </p:cNvSpPr>
          <p:nvPr>
            <p:ph idx="1"/>
          </p:nvPr>
        </p:nvSpPr>
        <p:spPr>
          <a:xfrm>
            <a:off x="1167492" y="1706563"/>
            <a:ext cx="9893797" cy="3650253"/>
          </a:xfrm>
        </p:spPr>
        <p:txBody>
          <a:bodyPr/>
          <a:lstStyle/>
          <a:p>
            <a:r>
              <a:rPr lang="id-ID" sz="2800" dirty="0"/>
              <a:t>Untuk penelitian selanjutnya, disarankan untuk memperkaya model dengan fitur yang lebih detail, seperti data posisi pemain bertahan saat tembakan terjadi. Pengembangan </a:t>
            </a:r>
            <a:r>
              <a:rPr lang="en-GB" sz="2800" dirty="0"/>
              <a:t>interface</a:t>
            </a:r>
            <a:r>
              <a:rPr lang="id-ID" sz="2800" dirty="0"/>
              <a:t> juga dapat dilanjutkan dengan menambahkan fitur analisis performa pemain atau perbandingan taktik tim.</a:t>
            </a:r>
          </a:p>
        </p:txBody>
      </p:sp>
      <p:sp>
        <p:nvSpPr>
          <p:cNvPr id="4" name="Date Placeholder 3">
            <a:extLst>
              <a:ext uri="{FF2B5EF4-FFF2-40B4-BE49-F238E27FC236}">
                <a16:creationId xmlns:a16="http://schemas.microsoft.com/office/drawing/2014/main" id="{3CA90C15-EF3A-B529-724E-20961D1EA568}"/>
              </a:ext>
            </a:extLst>
          </p:cNvPr>
          <p:cNvSpPr>
            <a:spLocks noGrp="1"/>
          </p:cNvSpPr>
          <p:nvPr>
            <p:ph type="dt" sz="half" idx="2"/>
          </p:nvPr>
        </p:nvSpPr>
        <p:spPr/>
        <p:txBody>
          <a:bodyPr/>
          <a:lstStyle/>
          <a:p>
            <a:pPr rtl="0"/>
            <a:fld id="{864F080E-00EF-45FB-879B-543FC5219789}" type="datetime1">
              <a:rPr lang="id-ID" noProof="0" smtClean="0"/>
              <a:t>06/11/2025</a:t>
            </a:fld>
            <a:endParaRPr lang="id-ID" noProof="0"/>
          </a:p>
        </p:txBody>
      </p:sp>
      <p:sp>
        <p:nvSpPr>
          <p:cNvPr id="6" name="Slide Number Placeholder 5">
            <a:extLst>
              <a:ext uri="{FF2B5EF4-FFF2-40B4-BE49-F238E27FC236}">
                <a16:creationId xmlns:a16="http://schemas.microsoft.com/office/drawing/2014/main" id="{3BCA0E54-BD5E-43D9-25A3-856FF970BBC2}"/>
              </a:ext>
            </a:extLst>
          </p:cNvPr>
          <p:cNvSpPr>
            <a:spLocks noGrp="1"/>
          </p:cNvSpPr>
          <p:nvPr>
            <p:ph type="sldNum" sz="quarter" idx="4"/>
          </p:nvPr>
        </p:nvSpPr>
        <p:spPr/>
        <p:txBody>
          <a:bodyPr/>
          <a:lstStyle/>
          <a:p>
            <a:pPr rtl="0"/>
            <a:fld id="{294A09A9-5501-47C1-A89A-A340965A2BE2}" type="slidenum">
              <a:rPr lang="id-ID" noProof="0" smtClean="0"/>
              <a:pPr rtl="0"/>
              <a:t>85</a:t>
            </a:fld>
            <a:endParaRPr lang="id-ID" noProof="0"/>
          </a:p>
        </p:txBody>
      </p:sp>
    </p:spTree>
    <p:extLst>
      <p:ext uri="{BB962C8B-B14F-4D97-AF65-F5344CB8AC3E}">
        <p14:creationId xmlns:p14="http://schemas.microsoft.com/office/powerpoint/2010/main" val="16576669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69FAE308-3076-43DB-B834-DA0B0AE19AF9}"/>
              </a:ext>
            </a:extLst>
          </p:cNvPr>
          <p:cNvSpPr>
            <a:spLocks noGrp="1"/>
          </p:cNvSpPr>
          <p:nvPr>
            <p:ph type="ctrTitle"/>
          </p:nvPr>
        </p:nvSpPr>
        <p:spPr>
          <a:xfrm>
            <a:off x="811161" y="1122363"/>
            <a:ext cx="6576611" cy="2387600"/>
          </a:xfrm>
        </p:spPr>
        <p:txBody>
          <a:bodyPr rtlCol="0"/>
          <a:lstStyle/>
          <a:p>
            <a:pPr rtl="0"/>
            <a:r>
              <a:rPr lang="en-GB" dirty="0" err="1"/>
              <a:t>Sesi</a:t>
            </a:r>
            <a:r>
              <a:rPr lang="en-GB" dirty="0"/>
              <a:t> Tanya-Jawab</a:t>
            </a:r>
            <a:endParaRPr lang="id-ID" dirty="0"/>
          </a:p>
        </p:txBody>
      </p:sp>
    </p:spTree>
    <p:extLst>
      <p:ext uri="{BB962C8B-B14F-4D97-AF65-F5344CB8AC3E}">
        <p14:creationId xmlns:p14="http://schemas.microsoft.com/office/powerpoint/2010/main" val="9261845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AA83F-E01C-2C53-2296-FC5E68F2D8A0}"/>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5C9BCB0-94F5-935D-E811-7FD1C2729C0B}"/>
              </a:ext>
            </a:extLst>
          </p:cNvPr>
          <p:cNvSpPr>
            <a:spLocks noGrp="1"/>
          </p:cNvSpPr>
          <p:nvPr>
            <p:ph type="ctrTitle"/>
          </p:nvPr>
        </p:nvSpPr>
        <p:spPr>
          <a:xfrm>
            <a:off x="811161" y="1122363"/>
            <a:ext cx="6576611" cy="2387600"/>
          </a:xfrm>
        </p:spPr>
        <p:txBody>
          <a:bodyPr rtlCol="0"/>
          <a:lstStyle/>
          <a:p>
            <a:pPr rtl="0"/>
            <a:r>
              <a:rPr lang="en-GB" dirty="0"/>
              <a:t>TERIMA KASIH!</a:t>
            </a:r>
            <a:endParaRPr lang="id-ID" dirty="0"/>
          </a:p>
        </p:txBody>
      </p:sp>
    </p:spTree>
    <p:extLst>
      <p:ext uri="{BB962C8B-B14F-4D97-AF65-F5344CB8AC3E}">
        <p14:creationId xmlns:p14="http://schemas.microsoft.com/office/powerpoint/2010/main" val="1688272857"/>
      </p:ext>
    </p:extLst>
  </p:cSld>
  <p:clrMapOvr>
    <a:masterClrMapping/>
  </p:clrMapOvr>
</p:sld>
</file>

<file path=ppt/theme/theme1.xml><?xml version="1.0" encoding="utf-8"?>
<a:theme xmlns:a="http://schemas.openxmlformats.org/drawingml/2006/main" name="Tema Office">
  <a:themeElements>
    <a:clrScheme name="Universal Color Block">
      <a:dk1>
        <a:srgbClr val="000000"/>
      </a:dk1>
      <a:lt1>
        <a:srgbClr val="FFFFFF"/>
      </a:lt1>
      <a:dk2>
        <a:srgbClr val="44546A"/>
      </a:dk2>
      <a:lt2>
        <a:srgbClr val="E7E6E6"/>
      </a:lt2>
      <a:accent1>
        <a:srgbClr val="0068FF"/>
      </a:accent1>
      <a:accent2>
        <a:srgbClr val="DAE5EF"/>
      </a:accent2>
      <a:accent3>
        <a:srgbClr val="637183"/>
      </a:accent3>
      <a:accent4>
        <a:srgbClr val="434E5E"/>
      </a:accent4>
      <a:accent5>
        <a:srgbClr val="5B9BD5"/>
      </a:accent5>
      <a:accent6>
        <a:srgbClr val="70AD47"/>
      </a:accent6>
      <a:hlink>
        <a:srgbClr val="0563C1"/>
      </a:hlink>
      <a:folHlink>
        <a:srgbClr val="954F72"/>
      </a:folHlink>
    </a:clrScheme>
    <a:fontScheme name="Custom 75">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257869_TF45331398_Win32" id="{F0444880-C702-4261-A48F-CB5967707C8F}" vid="{4E136AF5-FC91-4907-8B2C-104F28C7A544}"/>
    </a:ext>
  </a:extLst>
</a:theme>
</file>

<file path=ppt/theme/theme2.xml><?xml version="1.0" encoding="utf-8"?>
<a:theme xmlns:a="http://schemas.openxmlformats.org/drawingml/2006/main" name="Tem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1" ma:contentTypeDescription="Create a new document." ma:contentTypeScope="" ma:versionID="64dfb1555687e0874b4304b796b5b0c7">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6e4c555b5e194d05b7203de9c4567b3"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Props1.xml><?xml version="1.0" encoding="utf-8"?>
<ds:datastoreItem xmlns:ds="http://schemas.openxmlformats.org/officeDocument/2006/customXml" ds:itemID="{85334180-0405-413B-834A-44FA9E05ADB7}">
  <ds:schemaRefs>
    <ds:schemaRef ds:uri="http://schemas.microsoft.com/sharepoint/v3/contenttype/forms"/>
  </ds:schemaRefs>
</ds:datastoreItem>
</file>

<file path=customXml/itemProps2.xml><?xml version="1.0" encoding="utf-8"?>
<ds:datastoreItem xmlns:ds="http://schemas.openxmlformats.org/officeDocument/2006/customXml" ds:itemID="{4A615295-94F6-4CE2-A1B1-6B7E1DAA5A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D5BAB77-79E1-4739-AA51-10C9079186D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Presentasi universal</Template>
  <TotalTime>15130</TotalTime>
  <Words>4571</Words>
  <Application>Microsoft Office PowerPoint</Application>
  <PresentationFormat>Widescreen</PresentationFormat>
  <Paragraphs>1303</Paragraphs>
  <Slides>87</Slides>
  <Notes>83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87</vt:i4>
      </vt:variant>
    </vt:vector>
  </HeadingPairs>
  <TitlesOfParts>
    <vt:vector size="94" baseType="lpstr">
      <vt:lpstr>Arial</vt:lpstr>
      <vt:lpstr>Calibri</vt:lpstr>
      <vt:lpstr>Cambria Math</vt:lpstr>
      <vt:lpstr>Google Sans Text</vt:lpstr>
      <vt:lpstr>Tenorite</vt:lpstr>
      <vt:lpstr>Times New Roman</vt:lpstr>
      <vt:lpstr>Tema Office</vt:lpstr>
      <vt:lpstr>PENERAPAN LIGHT GRADIENT BOOSTING MACHINE (LIGHTGBM) UNTUK PREDIKSI NILAI EXPECTED GOALS (xG) DALAM ANALISIS SEPAK BOLA</vt:lpstr>
      <vt:lpstr>Al-Alaq 1-5</vt:lpstr>
      <vt:lpstr>Agenda Presentasi</vt:lpstr>
      <vt:lpstr>PENDAHULUAN</vt:lpstr>
      <vt:lpstr>Latar Belakang</vt:lpstr>
      <vt:lpstr>Latar Belakang</vt:lpstr>
      <vt:lpstr>PowerPoint Presentation</vt:lpstr>
      <vt:lpstr>PowerPoint Presentation</vt:lpstr>
      <vt:lpstr>PowerPoint Presentation</vt:lpstr>
      <vt:lpstr>Identifikasi Masalah</vt:lpstr>
      <vt:lpstr>Rumusan Masalah</vt:lpstr>
      <vt:lpstr>Batasan Masalah</vt:lpstr>
      <vt:lpstr>Tujuan Penelitian</vt:lpstr>
      <vt:lpstr>Landasan Teori Analisis Sepak Bola</vt:lpstr>
      <vt:lpstr>Landasan Teori</vt:lpstr>
      <vt:lpstr>PowerPoint Presentation</vt:lpstr>
      <vt:lpstr>Landasan Teori LightGBM</vt:lpstr>
      <vt:lpstr>Landasan Teori Knowledge Discovery in Databases (KDD)</vt:lpstr>
      <vt:lpstr>Landasan Teori Metrik Evaluasi</vt:lpstr>
      <vt:lpstr>Landasan Teori Metrik Evaluasi</vt:lpstr>
      <vt:lpstr>Landasan Teori Metrik Evaluasi</vt:lpstr>
      <vt:lpstr>Penelitian Sejenis</vt:lpstr>
      <vt:lpstr>METODOLOGI PENELITIAN</vt:lpstr>
      <vt:lpstr>Metodologi Penelitian </vt:lpstr>
      <vt:lpstr>Metodologi Penelitian </vt:lpstr>
      <vt:lpstr>Metodologi Penelitian </vt:lpstr>
      <vt:lpstr>HASIL DAN PEMBAHASAN</vt:lpstr>
      <vt:lpstr>Statsbomb Open-Data</vt:lpstr>
      <vt:lpstr>Selection</vt:lpstr>
      <vt:lpstr>Selection</vt:lpstr>
      <vt:lpstr>Selection</vt:lpstr>
      <vt:lpstr>Selection</vt:lpstr>
      <vt:lpstr>Selection</vt:lpstr>
      <vt:lpstr>Selection</vt:lpstr>
      <vt:lpstr>Selection</vt:lpstr>
      <vt:lpstr>Preprocessing</vt:lpstr>
      <vt:lpstr>Preprocessing</vt:lpstr>
      <vt:lpstr>Preprocessing</vt:lpstr>
      <vt:lpstr>Preprocessing</vt:lpstr>
      <vt:lpstr>Preprocessing</vt:lpstr>
      <vt:lpstr>Preprocessing</vt:lpstr>
      <vt:lpstr>Preprocessing</vt:lpstr>
      <vt:lpstr>Analisis Distribusi Variabel Tunggal (Univariat)</vt:lpstr>
      <vt:lpstr>Analisis Distribusi Variabel Tunggal (Univariat)</vt:lpstr>
      <vt:lpstr>Analisis Distribusi Variabel Tunggal (Univariat)</vt:lpstr>
      <vt:lpstr>Analisis Distribusi Variabel Tunggal (Univariat)</vt:lpstr>
      <vt:lpstr>Analisis Distribusi Variabel Tunggal (Univariat)</vt:lpstr>
      <vt:lpstr>Analisis Distribusi Variabel Tunggal (Univariat)</vt:lpstr>
      <vt:lpstr>Analisis Distribusi Variabel Tunggal (Univariat)</vt:lpstr>
      <vt:lpstr>Analisis Distribusi Variabel Tunggal (Univariat)</vt:lpstr>
      <vt:lpstr>Analisis Hubungan Antar Variabel (Bivariat)</vt:lpstr>
      <vt:lpstr>Analisis Hubungan Antar Variabel (Bivariat)</vt:lpstr>
      <vt:lpstr>Analisis Hubungan Antar Variabel (Bivariat)</vt:lpstr>
      <vt:lpstr>Preprocessing</vt:lpstr>
      <vt:lpstr>Transformation</vt:lpstr>
      <vt:lpstr>Transformation</vt:lpstr>
      <vt:lpstr>Transformation</vt:lpstr>
      <vt:lpstr>Transformation</vt:lpstr>
      <vt:lpstr>Transformation</vt:lpstr>
      <vt:lpstr>Transformation</vt:lpstr>
      <vt:lpstr>Data Mining</vt:lpstr>
      <vt:lpstr>Data Mining</vt:lpstr>
      <vt:lpstr>Data Mining</vt:lpstr>
      <vt:lpstr>Data Mining</vt:lpstr>
      <vt:lpstr>Data Mining</vt:lpstr>
      <vt:lpstr>Data Mining</vt:lpstr>
      <vt:lpstr>Data Mining</vt:lpstr>
      <vt:lpstr>Data Mining</vt:lpstr>
      <vt:lpstr>Data Mining</vt:lpstr>
      <vt:lpstr>Data Mining</vt:lpstr>
      <vt:lpstr>Data Mining</vt:lpstr>
      <vt:lpstr>Evaluation</vt:lpstr>
      <vt:lpstr>Interpretasi Hasil: Practical Application</vt:lpstr>
      <vt:lpstr>Interpretasi Hasil: Practical Application</vt:lpstr>
      <vt:lpstr>Practical Application</vt:lpstr>
      <vt:lpstr>Interpretasi Hasil: Academic Benchmark</vt:lpstr>
      <vt:lpstr>Academic Benchmark</vt:lpstr>
      <vt:lpstr>Interpretasi Hasil: Industrial Benchmark</vt:lpstr>
      <vt:lpstr>Industrial Benchmark</vt:lpstr>
      <vt:lpstr>Implikasi Penelitian</vt:lpstr>
      <vt:lpstr>Keterbatasan Penelitian</vt:lpstr>
      <vt:lpstr>Interface Demo</vt:lpstr>
      <vt:lpstr>PENUTUP</vt:lpstr>
      <vt:lpstr>Kesimpulan</vt:lpstr>
      <vt:lpstr>Saran</vt:lpstr>
      <vt:lpstr>Sesi Tanya-Jawab</vt:lpstr>
      <vt:lpstr>TERIMA KASIH!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FADHIL RAIHAN AKBAR</dc:creator>
  <cp:lastModifiedBy>FADHIL RAIHAN AKBAR</cp:lastModifiedBy>
  <cp:revision>40</cp:revision>
  <dcterms:created xsi:type="dcterms:W3CDTF">2025-07-18T09:53:55Z</dcterms:created>
  <dcterms:modified xsi:type="dcterms:W3CDTF">2025-11-06T08:26:15Z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